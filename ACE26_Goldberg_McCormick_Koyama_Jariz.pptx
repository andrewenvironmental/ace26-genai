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5.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6.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7.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7F33B8E4_0.xml" ContentType="application/vnd.ms-powerpoint.comments+xml"/>
  <Override PartName="/ppt/comments/modernComment_7F33B8EA_9038C3C7.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7" r:id="rId5"/>
    <p:sldMasterId id="2147483744" r:id="rId6"/>
    <p:sldMasterId id="2147483765" r:id="rId7"/>
    <p:sldMasterId id="2147483780" r:id="rId8"/>
    <p:sldMasterId id="2147483791" r:id="rId9"/>
    <p:sldMasterId id="2147483821" r:id="rId10"/>
    <p:sldMasterId id="2147483836" r:id="rId11"/>
  </p:sldMasterIdLst>
  <p:notesMasterIdLst>
    <p:notesMasterId r:id="rId61"/>
  </p:notesMasterIdLst>
  <p:handoutMasterIdLst>
    <p:handoutMasterId r:id="rId62"/>
  </p:handoutMasterIdLst>
  <p:sldIdLst>
    <p:sldId id="348" r:id="rId12"/>
    <p:sldId id="11481" r:id="rId13"/>
    <p:sldId id="11480" r:id="rId14"/>
    <p:sldId id="2147475234" r:id="rId15"/>
    <p:sldId id="350" r:id="rId16"/>
    <p:sldId id="2147475248" r:id="rId17"/>
    <p:sldId id="2147475246" r:id="rId18"/>
    <p:sldId id="11605" r:id="rId19"/>
    <p:sldId id="2147475245" r:id="rId20"/>
    <p:sldId id="2147475214" r:id="rId21"/>
    <p:sldId id="4446" r:id="rId22"/>
    <p:sldId id="11535" r:id="rId23"/>
    <p:sldId id="11541" r:id="rId24"/>
    <p:sldId id="2147475250" r:id="rId25"/>
    <p:sldId id="11570" r:id="rId26"/>
    <p:sldId id="11561" r:id="rId27"/>
    <p:sldId id="11562" r:id="rId28"/>
    <p:sldId id="11575" r:id="rId29"/>
    <p:sldId id="11571" r:id="rId30"/>
    <p:sldId id="2147475249" r:id="rId31"/>
    <p:sldId id="2147475243" r:id="rId32"/>
    <p:sldId id="256" r:id="rId33"/>
    <p:sldId id="2134096100" r:id="rId34"/>
    <p:sldId id="2134096106" r:id="rId35"/>
    <p:sldId id="2134096099" r:id="rId36"/>
    <p:sldId id="2134096101" r:id="rId37"/>
    <p:sldId id="259" r:id="rId38"/>
    <p:sldId id="2134096107" r:id="rId39"/>
    <p:sldId id="2134096105" r:id="rId40"/>
    <p:sldId id="263" r:id="rId41"/>
    <p:sldId id="262" r:id="rId42"/>
    <p:sldId id="2134096104" r:id="rId43"/>
    <p:sldId id="260" r:id="rId44"/>
    <p:sldId id="2134096103" r:id="rId45"/>
    <p:sldId id="264" r:id="rId46"/>
    <p:sldId id="265" r:id="rId47"/>
    <p:sldId id="261" r:id="rId48"/>
    <p:sldId id="2147475208" r:id="rId49"/>
    <p:sldId id="2147475232" r:id="rId50"/>
    <p:sldId id="2147475226" r:id="rId51"/>
    <p:sldId id="11600" r:id="rId52"/>
    <p:sldId id="11520" r:id="rId53"/>
    <p:sldId id="2147475236" r:id="rId54"/>
    <p:sldId id="2147475239" r:id="rId55"/>
    <p:sldId id="2147475247" r:id="rId56"/>
    <p:sldId id="2147475240" r:id="rId57"/>
    <p:sldId id="2147475233" r:id="rId58"/>
    <p:sldId id="2147475237" r:id="rId59"/>
    <p:sldId id="33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to GenAI" id="{AC9534FF-29E8-4D62-A121-902E1A8BCEF2}">
          <p14:sldIdLst>
            <p14:sldId id="348"/>
            <p14:sldId id="11481"/>
            <p14:sldId id="11480"/>
            <p14:sldId id="2147475234"/>
            <p14:sldId id="350"/>
            <p14:sldId id="2147475248"/>
            <p14:sldId id="2147475246"/>
            <p14:sldId id="11605"/>
            <p14:sldId id="2147475245"/>
            <p14:sldId id="2147475214"/>
          </p14:sldIdLst>
        </p14:section>
        <p14:section name="Overcoming challenges" id="{A9D53F74-8809-411E-AFD5-09757DC115A7}">
          <p14:sldIdLst>
            <p14:sldId id="4446"/>
            <p14:sldId id="11535"/>
            <p14:sldId id="11541"/>
            <p14:sldId id="2147475250"/>
            <p14:sldId id="11570"/>
            <p14:sldId id="11561"/>
            <p14:sldId id="11562"/>
            <p14:sldId id="11575"/>
            <p14:sldId id="11571"/>
            <p14:sldId id="2147475249"/>
            <p14:sldId id="2147475243"/>
          </p14:sldIdLst>
        </p14:section>
        <p14:section name="Activity Part 2 - Agents Intro" id="{564E07D9-CC81-49DC-99B5-D883BA621017}">
          <p14:sldIdLst>
            <p14:sldId id="256"/>
            <p14:sldId id="2134096100"/>
            <p14:sldId id="2134096106"/>
            <p14:sldId id="2134096099"/>
            <p14:sldId id="2134096101"/>
            <p14:sldId id="259"/>
            <p14:sldId id="2134096107"/>
            <p14:sldId id="2134096105"/>
            <p14:sldId id="263"/>
            <p14:sldId id="262"/>
            <p14:sldId id="2134096104"/>
            <p14:sldId id="260"/>
            <p14:sldId id="2134096103"/>
          </p14:sldIdLst>
        </p14:section>
        <p14:section name="Adoption" id="{2016AD29-9138-4096-B365-D46DF19F8D78}">
          <p14:sldIdLst>
            <p14:sldId id="264"/>
            <p14:sldId id="265"/>
            <p14:sldId id="261"/>
          </p14:sldIdLst>
        </p14:section>
        <p14:section name="Governance &amp; Adoption" id="{5F0B3F89-403D-4FC3-974D-53C10E910861}">
          <p14:sldIdLst>
            <p14:sldId id="2147475208"/>
            <p14:sldId id="2147475232"/>
            <p14:sldId id="2147475226"/>
            <p14:sldId id="11600"/>
            <p14:sldId id="11520"/>
            <p14:sldId id="2147475236"/>
            <p14:sldId id="2147475239"/>
            <p14:sldId id="2147475247"/>
            <p14:sldId id="2147475240"/>
            <p14:sldId id="2147475233"/>
            <p14:sldId id="2147475237"/>
            <p14:sldId id="333"/>
          </p14:sldIdLst>
        </p14:section>
        <p14:section name="Adoption &amp; Activity Wrap up" id="{83EE6D4D-159A-426C-89B3-2C3426AF2F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C48E06-131D-AE73-7ECC-1CF32E083150}" name="Embrey Bronstad" initials="EB" userId="S::ebronstad@brwncald.com::e72e4bd5-97b6-49ee-b89c-263732ac1ea0" providerId="AD"/>
  <p188:author id="{F3264C20-791B-BD43-424A-5E3B7D827D20}" name="Chris Corwin" initials="CC" userId="S::CCorwin@BrwnCald.com::a81ded3a-3c86-4de3-b885-292c597be9c6" providerId="AD"/>
  <p188:author id="{18DEA63B-3BAB-FECF-2CE4-E3E30B361B3F}" name="agoldberg@ekiconsult.com" initials="ag" userId="S::urn:spo:guest#agoldberg@ekiconsult.com::" providerId="AD"/>
  <p188:author id="{A6398140-67D3-8F5A-7BF9-44946007A0D1}" name="Andrew Goldberg" initials="AG" userId="S::agoldberg@ekiconsult.com::5e6482a3-4dae-4d49-b131-076be55e13e1" providerId="AD"/>
  <p188:author id="{B1222941-9AE5-0A79-E2DD-B4524691CFFD}" name="Ashley Jackson" initials="AJ" userId="S::ACJackson@brwncald.com::5d04d4f4-ee70-407b-a80e-f545104a4db9" providerId="AD"/>
  <p188:author id="{AF566547-3C7E-88F0-2D81-8A5D2E7FE94E}" name="Allan Luk" initials="AL" userId="S::aluk@brwncald.com::20ab8cb7-47eb-401d-abe1-f3543149c0b2" providerId="AD"/>
  <p188:author id="{21323953-806F-050F-6D1C-AB257B76D7E7}" name="Ellen Milne" initials="EM" userId="S::emilne@BrwnCald.com::40ac2575-4ebb-4223-9b6b-d2983d50971b" providerId="AD"/>
  <p188:author id="{8367B054-26CE-BA23-6725-2FD671D13577}" name="Jamie Lefkowitz" initials="JL" userId="S::Jlefkowitz@brwncald.com::8dd9b677-9816-4e8e-a442-29b7651a91f0" providerId="AD"/>
  <p188:author id="{4083F964-0C66-77B3-2EC6-959161CDFED9}" name="Andrew Goldberg" initials="AG" userId="S::agoldberg@brwncald.com::77080b02-6f0d-42e3-b618-50961f42bd4e" providerId="AD"/>
  <p188:author id="{D5831565-4B19-506D-C339-08E659A7A1DD}" name="Rachel Mitzlaff" initials="RM" userId="S::rmitzlaff@brwncald.com::b114afdc-97b4-4271-831f-bc175a92514f" providerId="AD"/>
  <p188:author id="{D207536A-2DCB-598E-9F62-28A0187B43BA}" name="Elizabeth Seavers" initials="ES" userId="S::eseavers@brwncald.com::1706874e-53d7-4e82-a499-be2ac433e543" providerId="AD"/>
  <p188:author id="{EAA3D474-32C2-C4F8-7674-92ADC5C1F976}" name="Andrew Goldberg" initials="AG" userId="S::Agoldberg@brwncald.com::77080b02-6f0d-42e3-b618-50961f42bd4e" providerId="AD"/>
  <p188:author id="{C2C7297F-130D-328C-ED1E-084ED161944B}" name="Dillon McCormick" initials="DM" userId="S::DMcCormick@BrwnCald.com::8937297a-4439-4a0c-9029-dba380f22cff" providerId="AD"/>
  <p188:author id="{B82499BC-FAB2-47EA-CC36-091A7C1AEC74}" name="Rachel Mitzlaff" initials="RM" userId="S::rmitzlaff@BrwnCald.com::b114afdc-97b4-4271-831f-bc175a92514f" providerId="AD"/>
  <p188:author id="{4714CED7-6728-AD2D-84C2-0E7F3B76D6E2}" name="Angela Jones" initials="AJ" userId="S::ajones@brwncald.com::7a09c62d-3274-4ffc-964c-543af613d8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BDBE"/>
    <a:srgbClr val="004F68"/>
    <a:srgbClr val="9BA79E"/>
    <a:srgbClr val="0079D6"/>
    <a:srgbClr val="FFFFFF"/>
    <a:srgbClr val="EBEBEB"/>
    <a:srgbClr val="ECECEC"/>
    <a:srgbClr val="5C5C5C"/>
    <a:srgbClr val="73848B"/>
    <a:srgbClr val="4352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6ED52E-E1D8-DC52-5C1E-3AAE4F7C27EA}" v="2" dt="2026-04-08T21:34:42.961"/>
    <p1510:client id="{77F0143F-F537-4FBA-2AF6-C703BEE5BB38}" v="1318" dt="2026-04-08T20:35:27.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712" autoAdjust="0"/>
  </p:normalViewPr>
  <p:slideViewPr>
    <p:cSldViewPr snapToGrid="0">
      <p:cViewPr varScale="1">
        <p:scale>
          <a:sx n="69" d="100"/>
          <a:sy n="69" d="100"/>
        </p:scale>
        <p:origin x="15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microsoft.com/office/2015/10/relationships/revisionInfo" Target="revisionInfo.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s>
</file>

<file path=ppt/comments/modernComment_7F33B8E4_0.xml><?xml version="1.0" encoding="utf-8"?>
<p188:cmLst xmlns:a="http://schemas.openxmlformats.org/drawingml/2006/main" xmlns:r="http://schemas.openxmlformats.org/officeDocument/2006/relationships" xmlns:p188="http://schemas.microsoft.com/office/powerpoint/2018/8/main">
  <p188:cm id="{541DB77C-C9E6-4D93-A838-D23A3C6A3153}" authorId="{A6398140-67D3-8F5A-7BF9-44946007A0D1}" created="2026-06-04T22:12:36.861">
    <pc:sldMkLst xmlns:pc="http://schemas.microsoft.com/office/powerpoint/2013/main/command">
      <pc:docMk/>
      <pc:sldMk cId="0" sldId="2134096100"/>
    </pc:sldMkLst>
    <p188:txBody>
      <a:bodyPr/>
      <a:lstStyle/>
      <a:p>
        <a:r>
          <a:rPr lang="en-US"/>
          <a:t>Covered in part 1</a:t>
        </a:r>
      </a:p>
    </p188:txBody>
  </p188:cm>
</p188:cmLst>
</file>

<file path=ppt/comments/modernComment_7F33B8EA_9038C3C7.xml><?xml version="1.0" encoding="utf-8"?>
<p188:cmLst xmlns:a="http://schemas.openxmlformats.org/drawingml/2006/main" xmlns:r="http://schemas.openxmlformats.org/officeDocument/2006/relationships" xmlns:p188="http://schemas.microsoft.com/office/powerpoint/2018/8/main">
  <p188:cm id="{3FD05895-AF0C-4BC1-9638-537B20C59E5A}" authorId="{A6398140-67D3-8F5A-7BF9-44946007A0D1}" created="2026-06-04T22:12:42.366">
    <ac:deMkLst xmlns:ac="http://schemas.microsoft.com/office/drawing/2013/main/command">
      <pc:docMk xmlns:pc="http://schemas.microsoft.com/office/powerpoint/2013/main/command"/>
      <pc:sldMk xmlns:pc="http://schemas.microsoft.com/office/powerpoint/2013/main/command" cId="2419639239" sldId="2134096106"/>
      <ac:spMk id="4" creationId="{7E11043A-FD68-C08F-B432-42713398E338}"/>
    </ac:deMkLst>
    <p188:txBody>
      <a:bodyPr/>
      <a:lstStyle/>
      <a:p>
        <a:r>
          <a:rPr lang="en-US"/>
          <a:t>Covered in part 1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A9B2AC-7A38-49D7-8F64-47C33F688596}"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1CAD65C7-E4B7-44F4-9399-C24D2827317C}">
      <dgm:prSet/>
      <dgm:spPr/>
      <dgm:t>
        <a:bodyPr/>
        <a:lstStyle/>
        <a:p>
          <a:r>
            <a:rPr lang="en-US" dirty="0"/>
            <a:t>Capabilities of LLMs and their applications for the water sector</a:t>
          </a:r>
        </a:p>
      </dgm:t>
    </dgm:pt>
    <dgm:pt modelId="{9889601C-C981-4C70-AEF5-E22E93DCB7BD}" type="parTrans" cxnId="{B58CF8BD-9AFC-492B-B4A9-FB5A41845C4A}">
      <dgm:prSet/>
      <dgm:spPr/>
      <dgm:t>
        <a:bodyPr/>
        <a:lstStyle/>
        <a:p>
          <a:endParaRPr lang="en-US"/>
        </a:p>
      </dgm:t>
    </dgm:pt>
    <dgm:pt modelId="{D01242B0-0EA4-442D-8DC9-45DD6A01045A}" type="sibTrans" cxnId="{B58CF8BD-9AFC-492B-B4A9-FB5A41845C4A}">
      <dgm:prSet/>
      <dgm:spPr/>
      <dgm:t>
        <a:bodyPr/>
        <a:lstStyle/>
        <a:p>
          <a:endParaRPr lang="en-US"/>
        </a:p>
      </dgm:t>
    </dgm:pt>
    <dgm:pt modelId="{F3F2DAFC-4B23-4050-B446-33F335FB849D}">
      <dgm:prSet/>
      <dgm:spPr/>
      <dgm:t>
        <a:bodyPr/>
        <a:lstStyle/>
        <a:p>
          <a:r>
            <a:rPr lang="en-US"/>
            <a:t>Common limitations of LLMs and how to overcome them</a:t>
          </a:r>
        </a:p>
      </dgm:t>
    </dgm:pt>
    <dgm:pt modelId="{52260D33-D3E8-4879-A00B-B5A8E1A88552}" type="parTrans" cxnId="{B5FAE975-9188-497A-8C4F-7DCF61E47416}">
      <dgm:prSet/>
      <dgm:spPr/>
      <dgm:t>
        <a:bodyPr/>
        <a:lstStyle/>
        <a:p>
          <a:endParaRPr lang="en-US"/>
        </a:p>
      </dgm:t>
    </dgm:pt>
    <dgm:pt modelId="{1C891542-BB29-41F8-91E8-83854243D494}" type="sibTrans" cxnId="{B5FAE975-9188-497A-8C4F-7DCF61E47416}">
      <dgm:prSet/>
      <dgm:spPr/>
      <dgm:t>
        <a:bodyPr/>
        <a:lstStyle/>
        <a:p>
          <a:endParaRPr lang="en-US"/>
        </a:p>
      </dgm:t>
    </dgm:pt>
    <dgm:pt modelId="{BBD985B0-F5DF-4A56-927D-A5B21FF71199}">
      <dgm:prSet/>
      <dgm:spPr/>
      <dgm:t>
        <a:bodyPr/>
        <a:lstStyle/>
        <a:p>
          <a:r>
            <a:rPr lang="en-US"/>
            <a:t>How to guide LLMs to reliably complete specific repeated tasks</a:t>
          </a:r>
        </a:p>
      </dgm:t>
    </dgm:pt>
    <dgm:pt modelId="{9DC9F339-C4F5-40AA-B66F-131E91B615FA}" type="parTrans" cxnId="{C629AF65-8BDC-4D52-AB6D-288BC7EE828D}">
      <dgm:prSet/>
      <dgm:spPr/>
      <dgm:t>
        <a:bodyPr/>
        <a:lstStyle/>
        <a:p>
          <a:endParaRPr lang="en-US"/>
        </a:p>
      </dgm:t>
    </dgm:pt>
    <dgm:pt modelId="{835EDE5B-3EFB-4D2E-B53A-D946D5D9F4F6}" type="sibTrans" cxnId="{C629AF65-8BDC-4D52-AB6D-288BC7EE828D}">
      <dgm:prSet/>
      <dgm:spPr/>
      <dgm:t>
        <a:bodyPr/>
        <a:lstStyle/>
        <a:p>
          <a:endParaRPr lang="en-US"/>
        </a:p>
      </dgm:t>
    </dgm:pt>
    <dgm:pt modelId="{BCDD267C-F8B6-4075-836C-1A9657F7A4EF}" type="pres">
      <dgm:prSet presAssocID="{2CA9B2AC-7A38-49D7-8F64-47C33F688596}" presName="vert0" presStyleCnt="0">
        <dgm:presLayoutVars>
          <dgm:dir/>
          <dgm:animOne val="branch"/>
          <dgm:animLvl val="lvl"/>
        </dgm:presLayoutVars>
      </dgm:prSet>
      <dgm:spPr/>
    </dgm:pt>
    <dgm:pt modelId="{169EBE4C-FB38-46C1-AD07-E9FD589813ED}" type="pres">
      <dgm:prSet presAssocID="{1CAD65C7-E4B7-44F4-9399-C24D2827317C}" presName="thickLine" presStyleLbl="alignNode1" presStyleIdx="0" presStyleCnt="3"/>
      <dgm:spPr/>
    </dgm:pt>
    <dgm:pt modelId="{F38E51BF-2056-45B9-8368-F47A52AD39F2}" type="pres">
      <dgm:prSet presAssocID="{1CAD65C7-E4B7-44F4-9399-C24D2827317C}" presName="horz1" presStyleCnt="0"/>
      <dgm:spPr/>
    </dgm:pt>
    <dgm:pt modelId="{89D935C6-F178-4779-93FD-8B194A9B643C}" type="pres">
      <dgm:prSet presAssocID="{1CAD65C7-E4B7-44F4-9399-C24D2827317C}" presName="tx1" presStyleLbl="revTx" presStyleIdx="0" presStyleCnt="3"/>
      <dgm:spPr/>
    </dgm:pt>
    <dgm:pt modelId="{D29EC7E2-A037-4409-9511-52C254721F66}" type="pres">
      <dgm:prSet presAssocID="{1CAD65C7-E4B7-44F4-9399-C24D2827317C}" presName="vert1" presStyleCnt="0"/>
      <dgm:spPr/>
    </dgm:pt>
    <dgm:pt modelId="{F712E1A7-3F72-47B8-A33E-2686873FFA57}" type="pres">
      <dgm:prSet presAssocID="{F3F2DAFC-4B23-4050-B446-33F335FB849D}" presName="thickLine" presStyleLbl="alignNode1" presStyleIdx="1" presStyleCnt="3"/>
      <dgm:spPr/>
    </dgm:pt>
    <dgm:pt modelId="{53E6D8AE-9E79-4A21-B696-A6BD23F61D38}" type="pres">
      <dgm:prSet presAssocID="{F3F2DAFC-4B23-4050-B446-33F335FB849D}" presName="horz1" presStyleCnt="0"/>
      <dgm:spPr/>
    </dgm:pt>
    <dgm:pt modelId="{47690D7E-82F3-421C-A25F-11BE4F8DD25A}" type="pres">
      <dgm:prSet presAssocID="{F3F2DAFC-4B23-4050-B446-33F335FB849D}" presName="tx1" presStyleLbl="revTx" presStyleIdx="1" presStyleCnt="3"/>
      <dgm:spPr/>
    </dgm:pt>
    <dgm:pt modelId="{F44D3762-5B28-4BB7-9235-F21073DBA609}" type="pres">
      <dgm:prSet presAssocID="{F3F2DAFC-4B23-4050-B446-33F335FB849D}" presName="vert1" presStyleCnt="0"/>
      <dgm:spPr/>
    </dgm:pt>
    <dgm:pt modelId="{1162BF09-8772-42C0-8DA3-CAB8E1F5BF9A}" type="pres">
      <dgm:prSet presAssocID="{BBD985B0-F5DF-4A56-927D-A5B21FF71199}" presName="thickLine" presStyleLbl="alignNode1" presStyleIdx="2" presStyleCnt="3"/>
      <dgm:spPr/>
    </dgm:pt>
    <dgm:pt modelId="{02D0866D-3C3F-480B-B62F-D3EA781DA0E6}" type="pres">
      <dgm:prSet presAssocID="{BBD985B0-F5DF-4A56-927D-A5B21FF71199}" presName="horz1" presStyleCnt="0"/>
      <dgm:spPr/>
    </dgm:pt>
    <dgm:pt modelId="{7AD01A5F-FCA7-4B05-9DA0-4A48074DA8A3}" type="pres">
      <dgm:prSet presAssocID="{BBD985B0-F5DF-4A56-927D-A5B21FF71199}" presName="tx1" presStyleLbl="revTx" presStyleIdx="2" presStyleCnt="3"/>
      <dgm:spPr/>
    </dgm:pt>
    <dgm:pt modelId="{A9C07CC0-5ADC-4F49-B7FF-224BEB6038F5}" type="pres">
      <dgm:prSet presAssocID="{BBD985B0-F5DF-4A56-927D-A5B21FF71199}" presName="vert1" presStyleCnt="0"/>
      <dgm:spPr/>
    </dgm:pt>
  </dgm:ptLst>
  <dgm:cxnLst>
    <dgm:cxn modelId="{A3D38008-D101-48B4-8F1C-9353EFAF676F}" type="presOf" srcId="{1CAD65C7-E4B7-44F4-9399-C24D2827317C}" destId="{89D935C6-F178-4779-93FD-8B194A9B643C}" srcOrd="0" destOrd="0" presId="urn:microsoft.com/office/officeart/2008/layout/LinedList"/>
    <dgm:cxn modelId="{C629AF65-8BDC-4D52-AB6D-288BC7EE828D}" srcId="{2CA9B2AC-7A38-49D7-8F64-47C33F688596}" destId="{BBD985B0-F5DF-4A56-927D-A5B21FF71199}" srcOrd="2" destOrd="0" parTransId="{9DC9F339-C4F5-40AA-B66F-131E91B615FA}" sibTransId="{835EDE5B-3EFB-4D2E-B53A-D946D5D9F4F6}"/>
    <dgm:cxn modelId="{B5FAE975-9188-497A-8C4F-7DCF61E47416}" srcId="{2CA9B2AC-7A38-49D7-8F64-47C33F688596}" destId="{F3F2DAFC-4B23-4050-B446-33F335FB849D}" srcOrd="1" destOrd="0" parTransId="{52260D33-D3E8-4879-A00B-B5A8E1A88552}" sibTransId="{1C891542-BB29-41F8-91E8-83854243D494}"/>
    <dgm:cxn modelId="{A1DBE1A5-D5D0-48F3-BAE3-DAF678A1F26E}" type="presOf" srcId="{BBD985B0-F5DF-4A56-927D-A5B21FF71199}" destId="{7AD01A5F-FCA7-4B05-9DA0-4A48074DA8A3}" srcOrd="0" destOrd="0" presId="urn:microsoft.com/office/officeart/2008/layout/LinedList"/>
    <dgm:cxn modelId="{27F114BB-39CA-43AF-892C-D8A90E18D804}" type="presOf" srcId="{2CA9B2AC-7A38-49D7-8F64-47C33F688596}" destId="{BCDD267C-F8B6-4075-836C-1A9657F7A4EF}" srcOrd="0" destOrd="0" presId="urn:microsoft.com/office/officeart/2008/layout/LinedList"/>
    <dgm:cxn modelId="{B58CF8BD-9AFC-492B-B4A9-FB5A41845C4A}" srcId="{2CA9B2AC-7A38-49D7-8F64-47C33F688596}" destId="{1CAD65C7-E4B7-44F4-9399-C24D2827317C}" srcOrd="0" destOrd="0" parTransId="{9889601C-C981-4C70-AEF5-E22E93DCB7BD}" sibTransId="{D01242B0-0EA4-442D-8DC9-45DD6A01045A}"/>
    <dgm:cxn modelId="{DA271CEF-D335-466F-942B-BC9E7127265B}" type="presOf" srcId="{F3F2DAFC-4B23-4050-B446-33F335FB849D}" destId="{47690D7E-82F3-421C-A25F-11BE4F8DD25A}" srcOrd="0" destOrd="0" presId="urn:microsoft.com/office/officeart/2008/layout/LinedList"/>
    <dgm:cxn modelId="{69936E39-8E33-4CD9-9CF9-A944ED7B3EF5}" type="presParOf" srcId="{BCDD267C-F8B6-4075-836C-1A9657F7A4EF}" destId="{169EBE4C-FB38-46C1-AD07-E9FD589813ED}" srcOrd="0" destOrd="0" presId="urn:microsoft.com/office/officeart/2008/layout/LinedList"/>
    <dgm:cxn modelId="{3A65AA6B-ED07-4409-BFA2-4C145610B598}" type="presParOf" srcId="{BCDD267C-F8B6-4075-836C-1A9657F7A4EF}" destId="{F38E51BF-2056-45B9-8368-F47A52AD39F2}" srcOrd="1" destOrd="0" presId="urn:microsoft.com/office/officeart/2008/layout/LinedList"/>
    <dgm:cxn modelId="{6C2FF0F2-7FB5-4B4C-B803-652BB2A2EAE8}" type="presParOf" srcId="{F38E51BF-2056-45B9-8368-F47A52AD39F2}" destId="{89D935C6-F178-4779-93FD-8B194A9B643C}" srcOrd="0" destOrd="0" presId="urn:microsoft.com/office/officeart/2008/layout/LinedList"/>
    <dgm:cxn modelId="{E79A752E-970A-4829-9072-2704C7774706}" type="presParOf" srcId="{F38E51BF-2056-45B9-8368-F47A52AD39F2}" destId="{D29EC7E2-A037-4409-9511-52C254721F66}" srcOrd="1" destOrd="0" presId="urn:microsoft.com/office/officeart/2008/layout/LinedList"/>
    <dgm:cxn modelId="{C58D034F-242C-401B-BCA7-F39E626BF2B6}" type="presParOf" srcId="{BCDD267C-F8B6-4075-836C-1A9657F7A4EF}" destId="{F712E1A7-3F72-47B8-A33E-2686873FFA57}" srcOrd="2" destOrd="0" presId="urn:microsoft.com/office/officeart/2008/layout/LinedList"/>
    <dgm:cxn modelId="{8C673C67-E335-4117-BA52-C1DFB3E219B2}" type="presParOf" srcId="{BCDD267C-F8B6-4075-836C-1A9657F7A4EF}" destId="{53E6D8AE-9E79-4A21-B696-A6BD23F61D38}" srcOrd="3" destOrd="0" presId="urn:microsoft.com/office/officeart/2008/layout/LinedList"/>
    <dgm:cxn modelId="{D77AF080-3DC2-4F84-90AC-116517C457CE}" type="presParOf" srcId="{53E6D8AE-9E79-4A21-B696-A6BD23F61D38}" destId="{47690D7E-82F3-421C-A25F-11BE4F8DD25A}" srcOrd="0" destOrd="0" presId="urn:microsoft.com/office/officeart/2008/layout/LinedList"/>
    <dgm:cxn modelId="{93EC4480-3D3E-4866-883E-4127B4C7D25D}" type="presParOf" srcId="{53E6D8AE-9E79-4A21-B696-A6BD23F61D38}" destId="{F44D3762-5B28-4BB7-9235-F21073DBA609}" srcOrd="1" destOrd="0" presId="urn:microsoft.com/office/officeart/2008/layout/LinedList"/>
    <dgm:cxn modelId="{0971C4D1-ECD5-467D-98F0-87F43085A2F9}" type="presParOf" srcId="{BCDD267C-F8B6-4075-836C-1A9657F7A4EF}" destId="{1162BF09-8772-42C0-8DA3-CAB8E1F5BF9A}" srcOrd="4" destOrd="0" presId="urn:microsoft.com/office/officeart/2008/layout/LinedList"/>
    <dgm:cxn modelId="{76E21331-0272-41E7-8D5E-BE22A77CE9C9}" type="presParOf" srcId="{BCDD267C-F8B6-4075-836C-1A9657F7A4EF}" destId="{02D0866D-3C3F-480B-B62F-D3EA781DA0E6}" srcOrd="5" destOrd="0" presId="urn:microsoft.com/office/officeart/2008/layout/LinedList"/>
    <dgm:cxn modelId="{A889D10E-355D-4C1F-B629-5F09A86E15D3}" type="presParOf" srcId="{02D0866D-3C3F-480B-B62F-D3EA781DA0E6}" destId="{7AD01A5F-FCA7-4B05-9DA0-4A48074DA8A3}" srcOrd="0" destOrd="0" presId="urn:microsoft.com/office/officeart/2008/layout/LinedList"/>
    <dgm:cxn modelId="{1615D2EC-CE44-407D-8BE1-34877FAB408E}" type="presParOf" srcId="{02D0866D-3C3F-480B-B62F-D3EA781DA0E6}" destId="{A9C07CC0-5ADC-4F49-B7FF-224BEB6038F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55733B-347B-401B-9C9F-1DB69E27F483}" type="doc">
      <dgm:prSet loTypeId="urn:microsoft.com/office/officeart/2005/8/layout/venn1" loCatId="relationship" qsTypeId="urn:microsoft.com/office/officeart/2005/8/quickstyle/simple2" qsCatId="simple" csTypeId="urn:microsoft.com/office/officeart/2005/8/colors/accent1_2" csCatId="accent1" phldr="1"/>
      <dgm:spPr/>
      <dgm:t>
        <a:bodyPr/>
        <a:lstStyle/>
        <a:p>
          <a:endParaRPr lang="en-US"/>
        </a:p>
      </dgm:t>
    </dgm:pt>
    <dgm:pt modelId="{99A9E118-84AE-457D-A891-0BDC72587F89}">
      <dgm:prSet phldrT="[Text]" custT="1"/>
      <dgm:spPr>
        <a:solidFill>
          <a:schemeClr val="accent3">
            <a:alpha val="50000"/>
          </a:schemeClr>
        </a:solidFill>
      </dgm:spPr>
      <dgm:t>
        <a:bodyPr/>
        <a:lstStyle/>
        <a:p>
          <a:r>
            <a:rPr lang="en-US" sz="3600"/>
            <a:t>Off-the-shelf</a:t>
          </a:r>
        </a:p>
      </dgm:t>
    </dgm:pt>
    <dgm:pt modelId="{AF4B9933-90C7-4B6B-96E7-506066FCC59F}" type="parTrans" cxnId="{F237D372-7C57-4194-AFB2-10021247E53D}">
      <dgm:prSet/>
      <dgm:spPr/>
      <dgm:t>
        <a:bodyPr/>
        <a:lstStyle/>
        <a:p>
          <a:endParaRPr lang="en-US"/>
        </a:p>
      </dgm:t>
    </dgm:pt>
    <dgm:pt modelId="{FAB26A6F-6304-4FED-A793-FB58E616CDC6}" type="sibTrans" cxnId="{F237D372-7C57-4194-AFB2-10021247E53D}">
      <dgm:prSet/>
      <dgm:spPr/>
      <dgm:t>
        <a:bodyPr/>
        <a:lstStyle/>
        <a:p>
          <a:endParaRPr lang="en-US"/>
        </a:p>
      </dgm:t>
    </dgm:pt>
    <dgm:pt modelId="{FC042CAB-C95B-4EC0-80C8-53B78A5664C5}">
      <dgm:prSet phldrT="[Text]" custT="1"/>
      <dgm:spPr/>
      <dgm:t>
        <a:bodyPr/>
        <a:lstStyle/>
        <a:p>
          <a:r>
            <a:rPr lang="en-US" sz="3600"/>
            <a:t>Custom / Cloud Platforms</a:t>
          </a:r>
        </a:p>
      </dgm:t>
    </dgm:pt>
    <dgm:pt modelId="{995ED326-3228-49EE-8603-333CAC9E7E3A}" type="parTrans" cxnId="{FEBEB8A9-D8A8-450C-A9F8-7B9285F62B29}">
      <dgm:prSet/>
      <dgm:spPr/>
      <dgm:t>
        <a:bodyPr/>
        <a:lstStyle/>
        <a:p>
          <a:endParaRPr lang="en-US"/>
        </a:p>
      </dgm:t>
    </dgm:pt>
    <dgm:pt modelId="{806872F1-531E-4D7D-A97E-3B739DFD8EA3}" type="sibTrans" cxnId="{FEBEB8A9-D8A8-450C-A9F8-7B9285F62B29}">
      <dgm:prSet/>
      <dgm:spPr/>
      <dgm:t>
        <a:bodyPr/>
        <a:lstStyle/>
        <a:p>
          <a:endParaRPr lang="en-US"/>
        </a:p>
      </dgm:t>
    </dgm:pt>
    <dgm:pt modelId="{9708DBE6-C270-4725-9F51-C0C42032A650}" type="pres">
      <dgm:prSet presAssocID="{0855733B-347B-401B-9C9F-1DB69E27F483}" presName="compositeShape" presStyleCnt="0">
        <dgm:presLayoutVars>
          <dgm:chMax val="7"/>
          <dgm:dir/>
          <dgm:resizeHandles val="exact"/>
        </dgm:presLayoutVars>
      </dgm:prSet>
      <dgm:spPr/>
    </dgm:pt>
    <dgm:pt modelId="{F89B6BCF-F961-4F1E-B6B4-4F5EF7B4F91F}" type="pres">
      <dgm:prSet presAssocID="{99A9E118-84AE-457D-A891-0BDC72587F89}" presName="circ1" presStyleLbl="vennNode1" presStyleIdx="0" presStyleCnt="2"/>
      <dgm:spPr/>
    </dgm:pt>
    <dgm:pt modelId="{F9BFCFCC-9E04-4FDD-8804-6187A998D39C}" type="pres">
      <dgm:prSet presAssocID="{99A9E118-84AE-457D-A891-0BDC72587F89}" presName="circ1Tx" presStyleLbl="revTx" presStyleIdx="0" presStyleCnt="0">
        <dgm:presLayoutVars>
          <dgm:chMax val="0"/>
          <dgm:chPref val="0"/>
          <dgm:bulletEnabled val="1"/>
        </dgm:presLayoutVars>
      </dgm:prSet>
      <dgm:spPr/>
    </dgm:pt>
    <dgm:pt modelId="{690F0459-D5C6-41DC-8BD5-9C33491131FF}" type="pres">
      <dgm:prSet presAssocID="{FC042CAB-C95B-4EC0-80C8-53B78A5664C5}" presName="circ2" presStyleLbl="vennNode1" presStyleIdx="1" presStyleCnt="2"/>
      <dgm:spPr/>
    </dgm:pt>
    <dgm:pt modelId="{0DE76302-0D15-45DC-ACD0-2134F8EBBAD2}" type="pres">
      <dgm:prSet presAssocID="{FC042CAB-C95B-4EC0-80C8-53B78A5664C5}" presName="circ2Tx" presStyleLbl="revTx" presStyleIdx="0" presStyleCnt="0">
        <dgm:presLayoutVars>
          <dgm:chMax val="0"/>
          <dgm:chPref val="0"/>
          <dgm:bulletEnabled val="1"/>
        </dgm:presLayoutVars>
      </dgm:prSet>
      <dgm:spPr/>
    </dgm:pt>
  </dgm:ptLst>
  <dgm:cxnLst>
    <dgm:cxn modelId="{C89D7435-6FF3-4127-982E-8C048F079BF0}" type="presOf" srcId="{FC042CAB-C95B-4EC0-80C8-53B78A5664C5}" destId="{0DE76302-0D15-45DC-ACD0-2134F8EBBAD2}" srcOrd="1" destOrd="0" presId="urn:microsoft.com/office/officeart/2005/8/layout/venn1"/>
    <dgm:cxn modelId="{B17A0738-CC44-4543-B92F-43A41899F835}" type="presOf" srcId="{99A9E118-84AE-457D-A891-0BDC72587F89}" destId="{F9BFCFCC-9E04-4FDD-8804-6187A998D39C}" srcOrd="1" destOrd="0" presId="urn:microsoft.com/office/officeart/2005/8/layout/venn1"/>
    <dgm:cxn modelId="{68223239-A4FF-4367-B097-F4F4D5B88A79}" type="presOf" srcId="{99A9E118-84AE-457D-A891-0BDC72587F89}" destId="{F89B6BCF-F961-4F1E-B6B4-4F5EF7B4F91F}" srcOrd="0" destOrd="0" presId="urn:microsoft.com/office/officeart/2005/8/layout/venn1"/>
    <dgm:cxn modelId="{F237D372-7C57-4194-AFB2-10021247E53D}" srcId="{0855733B-347B-401B-9C9F-1DB69E27F483}" destId="{99A9E118-84AE-457D-A891-0BDC72587F89}" srcOrd="0" destOrd="0" parTransId="{AF4B9933-90C7-4B6B-96E7-506066FCC59F}" sibTransId="{FAB26A6F-6304-4FED-A793-FB58E616CDC6}"/>
    <dgm:cxn modelId="{3873178A-0DAF-45DA-8AD0-BBE9972A2C9E}" type="presOf" srcId="{FC042CAB-C95B-4EC0-80C8-53B78A5664C5}" destId="{690F0459-D5C6-41DC-8BD5-9C33491131FF}" srcOrd="0" destOrd="0" presId="urn:microsoft.com/office/officeart/2005/8/layout/venn1"/>
    <dgm:cxn modelId="{2B35238C-F0C9-4CFE-9978-0FA416939924}" type="presOf" srcId="{0855733B-347B-401B-9C9F-1DB69E27F483}" destId="{9708DBE6-C270-4725-9F51-C0C42032A650}" srcOrd="0" destOrd="0" presId="urn:microsoft.com/office/officeart/2005/8/layout/venn1"/>
    <dgm:cxn modelId="{FEBEB8A9-D8A8-450C-A9F8-7B9285F62B29}" srcId="{0855733B-347B-401B-9C9F-1DB69E27F483}" destId="{FC042CAB-C95B-4EC0-80C8-53B78A5664C5}" srcOrd="1" destOrd="0" parTransId="{995ED326-3228-49EE-8603-333CAC9E7E3A}" sibTransId="{806872F1-531E-4D7D-A97E-3B739DFD8EA3}"/>
    <dgm:cxn modelId="{D4181076-05B9-4EA6-98C0-1BDAF19C87F2}" type="presParOf" srcId="{9708DBE6-C270-4725-9F51-C0C42032A650}" destId="{F89B6BCF-F961-4F1E-B6B4-4F5EF7B4F91F}" srcOrd="0" destOrd="0" presId="urn:microsoft.com/office/officeart/2005/8/layout/venn1"/>
    <dgm:cxn modelId="{91DFA6CE-4E5B-4D14-B58C-A1C2D464788F}" type="presParOf" srcId="{9708DBE6-C270-4725-9F51-C0C42032A650}" destId="{F9BFCFCC-9E04-4FDD-8804-6187A998D39C}" srcOrd="1" destOrd="0" presId="urn:microsoft.com/office/officeart/2005/8/layout/venn1"/>
    <dgm:cxn modelId="{02F07E26-6B24-4907-ACB5-73596B8204D6}" type="presParOf" srcId="{9708DBE6-C270-4725-9F51-C0C42032A650}" destId="{690F0459-D5C6-41DC-8BD5-9C33491131FF}" srcOrd="2" destOrd="0" presId="urn:microsoft.com/office/officeart/2005/8/layout/venn1"/>
    <dgm:cxn modelId="{7B5502A9-E425-4C9C-95C0-2AE3256A5FB1}" type="presParOf" srcId="{9708DBE6-C270-4725-9F51-C0C42032A650}" destId="{0DE76302-0D15-45DC-ACD0-2134F8EBBAD2}"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A25940-2646-4503-8B07-CD2819ACB029}" type="doc">
      <dgm:prSet loTypeId="urn:microsoft.com/office/officeart/2005/8/layout/chevron1" loCatId="process" qsTypeId="urn:microsoft.com/office/officeart/2005/8/quickstyle/simple1" qsCatId="simple" csTypeId="urn:microsoft.com/office/officeart/2005/8/colors/colorful2" csCatId="colorful" phldr="1"/>
      <dgm:spPr/>
      <dgm:t>
        <a:bodyPr/>
        <a:lstStyle/>
        <a:p>
          <a:endParaRPr lang="en-US"/>
        </a:p>
      </dgm:t>
    </dgm:pt>
    <dgm:pt modelId="{C47A641F-274E-478F-BC03-FE0EB2AE345D}">
      <dgm:prSet phldrT="[Text]"/>
      <dgm:spPr/>
      <dgm:t>
        <a:bodyPr/>
        <a:lstStyle/>
        <a:p>
          <a:r>
            <a:rPr lang="en-US"/>
            <a:t>AI Prohibited</a:t>
          </a:r>
        </a:p>
      </dgm:t>
    </dgm:pt>
    <dgm:pt modelId="{5BD65204-64F1-4E86-992E-1B0CD4BD3294}" type="parTrans" cxnId="{06B110A7-196F-457D-9835-356DEF7A9209}">
      <dgm:prSet/>
      <dgm:spPr/>
      <dgm:t>
        <a:bodyPr/>
        <a:lstStyle/>
        <a:p>
          <a:endParaRPr lang="en-US"/>
        </a:p>
      </dgm:t>
    </dgm:pt>
    <dgm:pt modelId="{F4A0AE96-515A-4911-ABD2-13289EE724D8}" type="sibTrans" cxnId="{06B110A7-196F-457D-9835-356DEF7A9209}">
      <dgm:prSet/>
      <dgm:spPr/>
      <dgm:t>
        <a:bodyPr/>
        <a:lstStyle/>
        <a:p>
          <a:endParaRPr lang="en-US"/>
        </a:p>
      </dgm:t>
    </dgm:pt>
    <dgm:pt modelId="{F8D5ECF1-938D-4EE4-8570-4EC7BF58101A}">
      <dgm:prSet phldrT="[Text]"/>
      <dgm:spPr/>
      <dgm:t>
        <a:bodyPr/>
        <a:lstStyle/>
        <a:p>
          <a:r>
            <a:rPr lang="en-US"/>
            <a:t>Cautious Observers</a:t>
          </a:r>
        </a:p>
      </dgm:t>
    </dgm:pt>
    <dgm:pt modelId="{3E1FA08D-BDB6-40FC-9D84-6AD4D869A20A}" type="parTrans" cxnId="{C5458900-F52B-4F48-B834-F888F0704CFD}">
      <dgm:prSet/>
      <dgm:spPr/>
      <dgm:t>
        <a:bodyPr/>
        <a:lstStyle/>
        <a:p>
          <a:endParaRPr lang="en-US"/>
        </a:p>
      </dgm:t>
    </dgm:pt>
    <dgm:pt modelId="{10CF4EC7-5F63-4DEB-A47E-F34D456EC7B9}" type="sibTrans" cxnId="{C5458900-F52B-4F48-B834-F888F0704CFD}">
      <dgm:prSet/>
      <dgm:spPr/>
      <dgm:t>
        <a:bodyPr/>
        <a:lstStyle/>
        <a:p>
          <a:endParaRPr lang="en-US"/>
        </a:p>
      </dgm:t>
    </dgm:pt>
    <dgm:pt modelId="{0A75D8A0-26CF-46E5-B924-5B0EB198257F}">
      <dgm:prSet phldrT="[Text]"/>
      <dgm:spPr/>
      <dgm:t>
        <a:bodyPr/>
        <a:lstStyle/>
        <a:p>
          <a:r>
            <a:rPr lang="en-US"/>
            <a:t>Fast Followers</a:t>
          </a:r>
        </a:p>
      </dgm:t>
    </dgm:pt>
    <dgm:pt modelId="{98BE47FE-44DB-49A2-BF09-4E1F028D4E52}" type="parTrans" cxnId="{17535F84-1D92-4305-A8F0-4584CD0C6716}">
      <dgm:prSet/>
      <dgm:spPr/>
      <dgm:t>
        <a:bodyPr/>
        <a:lstStyle/>
        <a:p>
          <a:endParaRPr lang="en-US"/>
        </a:p>
      </dgm:t>
    </dgm:pt>
    <dgm:pt modelId="{99177CFE-833D-4040-8575-31C1CA42BCCB}" type="sibTrans" cxnId="{17535F84-1D92-4305-A8F0-4584CD0C6716}">
      <dgm:prSet/>
      <dgm:spPr/>
      <dgm:t>
        <a:bodyPr/>
        <a:lstStyle/>
        <a:p>
          <a:endParaRPr lang="en-US"/>
        </a:p>
      </dgm:t>
    </dgm:pt>
    <dgm:pt modelId="{CC5BE287-0FA6-49BB-BABD-A60E69935777}">
      <dgm:prSet phldrT="[Text]"/>
      <dgm:spPr/>
      <dgm:t>
        <a:bodyPr/>
        <a:lstStyle/>
        <a:p>
          <a:r>
            <a:rPr lang="en-US"/>
            <a:t>Innovation Pioneers</a:t>
          </a:r>
        </a:p>
      </dgm:t>
    </dgm:pt>
    <dgm:pt modelId="{B3D7CEBF-FD53-4A67-AF1E-246223E452A8}" type="parTrans" cxnId="{B4F605CD-6614-423D-B497-B497AC6378F7}">
      <dgm:prSet/>
      <dgm:spPr/>
      <dgm:t>
        <a:bodyPr/>
        <a:lstStyle/>
        <a:p>
          <a:endParaRPr lang="en-US"/>
        </a:p>
      </dgm:t>
    </dgm:pt>
    <dgm:pt modelId="{98EBA82E-F60D-4597-9BBE-15DCB14D5EB9}" type="sibTrans" cxnId="{B4F605CD-6614-423D-B497-B497AC6378F7}">
      <dgm:prSet/>
      <dgm:spPr/>
      <dgm:t>
        <a:bodyPr/>
        <a:lstStyle/>
        <a:p>
          <a:endParaRPr lang="en-US"/>
        </a:p>
      </dgm:t>
    </dgm:pt>
    <dgm:pt modelId="{D76A49D7-9F11-4005-9676-5DB2CD5BA268}" type="pres">
      <dgm:prSet presAssocID="{CEA25940-2646-4503-8B07-CD2819ACB029}" presName="Name0" presStyleCnt="0">
        <dgm:presLayoutVars>
          <dgm:dir/>
          <dgm:animLvl val="lvl"/>
          <dgm:resizeHandles val="exact"/>
        </dgm:presLayoutVars>
      </dgm:prSet>
      <dgm:spPr/>
    </dgm:pt>
    <dgm:pt modelId="{B87C26D8-92EC-4D59-8377-42E9EB011E6C}" type="pres">
      <dgm:prSet presAssocID="{C47A641F-274E-478F-BC03-FE0EB2AE345D}" presName="parTxOnly" presStyleLbl="node1" presStyleIdx="0" presStyleCnt="4">
        <dgm:presLayoutVars>
          <dgm:chMax val="0"/>
          <dgm:chPref val="0"/>
          <dgm:bulletEnabled val="1"/>
        </dgm:presLayoutVars>
      </dgm:prSet>
      <dgm:spPr/>
    </dgm:pt>
    <dgm:pt modelId="{DAE7DFC5-0ED3-4374-B3BF-A45682C23C01}" type="pres">
      <dgm:prSet presAssocID="{F4A0AE96-515A-4911-ABD2-13289EE724D8}" presName="parTxOnlySpace" presStyleCnt="0"/>
      <dgm:spPr/>
    </dgm:pt>
    <dgm:pt modelId="{BCF517A4-9C0F-4DC1-B1E5-D96D8D635629}" type="pres">
      <dgm:prSet presAssocID="{F8D5ECF1-938D-4EE4-8570-4EC7BF58101A}" presName="parTxOnly" presStyleLbl="node1" presStyleIdx="1" presStyleCnt="4">
        <dgm:presLayoutVars>
          <dgm:chMax val="0"/>
          <dgm:chPref val="0"/>
          <dgm:bulletEnabled val="1"/>
        </dgm:presLayoutVars>
      </dgm:prSet>
      <dgm:spPr/>
    </dgm:pt>
    <dgm:pt modelId="{EFCF6530-D6C1-4D6C-9053-20907626EB00}" type="pres">
      <dgm:prSet presAssocID="{10CF4EC7-5F63-4DEB-A47E-F34D456EC7B9}" presName="parTxOnlySpace" presStyleCnt="0"/>
      <dgm:spPr/>
    </dgm:pt>
    <dgm:pt modelId="{E3C5C364-8D8F-4650-9E82-F66EC2BCECB7}" type="pres">
      <dgm:prSet presAssocID="{0A75D8A0-26CF-46E5-B924-5B0EB198257F}" presName="parTxOnly" presStyleLbl="node1" presStyleIdx="2" presStyleCnt="4">
        <dgm:presLayoutVars>
          <dgm:chMax val="0"/>
          <dgm:chPref val="0"/>
          <dgm:bulletEnabled val="1"/>
        </dgm:presLayoutVars>
      </dgm:prSet>
      <dgm:spPr/>
    </dgm:pt>
    <dgm:pt modelId="{FC695A47-A469-4AFE-9303-AB5DCD96AB27}" type="pres">
      <dgm:prSet presAssocID="{99177CFE-833D-4040-8575-31C1CA42BCCB}" presName="parTxOnlySpace" presStyleCnt="0"/>
      <dgm:spPr/>
    </dgm:pt>
    <dgm:pt modelId="{7F0BDA30-3256-43BA-9C04-3A1C9F102EE8}" type="pres">
      <dgm:prSet presAssocID="{CC5BE287-0FA6-49BB-BABD-A60E69935777}" presName="parTxOnly" presStyleLbl="node1" presStyleIdx="3" presStyleCnt="4">
        <dgm:presLayoutVars>
          <dgm:chMax val="0"/>
          <dgm:chPref val="0"/>
          <dgm:bulletEnabled val="1"/>
        </dgm:presLayoutVars>
      </dgm:prSet>
      <dgm:spPr/>
    </dgm:pt>
  </dgm:ptLst>
  <dgm:cxnLst>
    <dgm:cxn modelId="{C5458900-F52B-4F48-B834-F888F0704CFD}" srcId="{CEA25940-2646-4503-8B07-CD2819ACB029}" destId="{F8D5ECF1-938D-4EE4-8570-4EC7BF58101A}" srcOrd="1" destOrd="0" parTransId="{3E1FA08D-BDB6-40FC-9D84-6AD4D869A20A}" sibTransId="{10CF4EC7-5F63-4DEB-A47E-F34D456EC7B9}"/>
    <dgm:cxn modelId="{D40D810C-FBB0-49CF-A4F3-0A3BCD9F00C7}" type="presOf" srcId="{C47A641F-274E-478F-BC03-FE0EB2AE345D}" destId="{B87C26D8-92EC-4D59-8377-42E9EB011E6C}" srcOrd="0" destOrd="0" presId="urn:microsoft.com/office/officeart/2005/8/layout/chevron1"/>
    <dgm:cxn modelId="{7D541561-649A-4315-B8A0-32105A402839}" type="presOf" srcId="{CEA25940-2646-4503-8B07-CD2819ACB029}" destId="{D76A49D7-9F11-4005-9676-5DB2CD5BA268}" srcOrd="0" destOrd="0" presId="urn:microsoft.com/office/officeart/2005/8/layout/chevron1"/>
    <dgm:cxn modelId="{41546F83-73C4-4C0E-B23C-C26683AF1770}" type="presOf" srcId="{CC5BE287-0FA6-49BB-BABD-A60E69935777}" destId="{7F0BDA30-3256-43BA-9C04-3A1C9F102EE8}" srcOrd="0" destOrd="0" presId="urn:microsoft.com/office/officeart/2005/8/layout/chevron1"/>
    <dgm:cxn modelId="{17535F84-1D92-4305-A8F0-4584CD0C6716}" srcId="{CEA25940-2646-4503-8B07-CD2819ACB029}" destId="{0A75D8A0-26CF-46E5-B924-5B0EB198257F}" srcOrd="2" destOrd="0" parTransId="{98BE47FE-44DB-49A2-BF09-4E1F028D4E52}" sibTransId="{99177CFE-833D-4040-8575-31C1CA42BCCB}"/>
    <dgm:cxn modelId="{06B110A7-196F-457D-9835-356DEF7A9209}" srcId="{CEA25940-2646-4503-8B07-CD2819ACB029}" destId="{C47A641F-274E-478F-BC03-FE0EB2AE345D}" srcOrd="0" destOrd="0" parTransId="{5BD65204-64F1-4E86-992E-1B0CD4BD3294}" sibTransId="{F4A0AE96-515A-4911-ABD2-13289EE724D8}"/>
    <dgm:cxn modelId="{6340C1BB-AD06-47B7-B0B5-0AA2060B3B85}" type="presOf" srcId="{F8D5ECF1-938D-4EE4-8570-4EC7BF58101A}" destId="{BCF517A4-9C0F-4DC1-B1E5-D96D8D635629}" srcOrd="0" destOrd="0" presId="urn:microsoft.com/office/officeart/2005/8/layout/chevron1"/>
    <dgm:cxn modelId="{B4F605CD-6614-423D-B497-B497AC6378F7}" srcId="{CEA25940-2646-4503-8B07-CD2819ACB029}" destId="{CC5BE287-0FA6-49BB-BABD-A60E69935777}" srcOrd="3" destOrd="0" parTransId="{B3D7CEBF-FD53-4A67-AF1E-246223E452A8}" sibTransId="{98EBA82E-F60D-4597-9BBE-15DCB14D5EB9}"/>
    <dgm:cxn modelId="{BF64B1DA-BAB1-48C3-ADFE-881D0D153E50}" type="presOf" srcId="{0A75D8A0-26CF-46E5-B924-5B0EB198257F}" destId="{E3C5C364-8D8F-4650-9E82-F66EC2BCECB7}" srcOrd="0" destOrd="0" presId="urn:microsoft.com/office/officeart/2005/8/layout/chevron1"/>
    <dgm:cxn modelId="{8F4EEB72-EF93-4734-900D-E0E489A8AE55}" type="presParOf" srcId="{D76A49D7-9F11-4005-9676-5DB2CD5BA268}" destId="{B87C26D8-92EC-4D59-8377-42E9EB011E6C}" srcOrd="0" destOrd="0" presId="urn:microsoft.com/office/officeart/2005/8/layout/chevron1"/>
    <dgm:cxn modelId="{CAE88E99-37B0-42AE-81DF-DAA6699C7E7E}" type="presParOf" srcId="{D76A49D7-9F11-4005-9676-5DB2CD5BA268}" destId="{DAE7DFC5-0ED3-4374-B3BF-A45682C23C01}" srcOrd="1" destOrd="0" presId="urn:microsoft.com/office/officeart/2005/8/layout/chevron1"/>
    <dgm:cxn modelId="{F3FB80A4-5007-404E-9899-848A219B7440}" type="presParOf" srcId="{D76A49D7-9F11-4005-9676-5DB2CD5BA268}" destId="{BCF517A4-9C0F-4DC1-B1E5-D96D8D635629}" srcOrd="2" destOrd="0" presId="urn:microsoft.com/office/officeart/2005/8/layout/chevron1"/>
    <dgm:cxn modelId="{D493511A-EAC8-4CA4-8213-D71EADB10204}" type="presParOf" srcId="{D76A49D7-9F11-4005-9676-5DB2CD5BA268}" destId="{EFCF6530-D6C1-4D6C-9053-20907626EB00}" srcOrd="3" destOrd="0" presId="urn:microsoft.com/office/officeart/2005/8/layout/chevron1"/>
    <dgm:cxn modelId="{57F3BF0E-9E83-4AD5-B4AF-F9DB989198AA}" type="presParOf" srcId="{D76A49D7-9F11-4005-9676-5DB2CD5BA268}" destId="{E3C5C364-8D8F-4650-9E82-F66EC2BCECB7}" srcOrd="4" destOrd="0" presId="urn:microsoft.com/office/officeart/2005/8/layout/chevron1"/>
    <dgm:cxn modelId="{AED3D396-EC06-4071-A626-F67A3D0ACBD2}" type="presParOf" srcId="{D76A49D7-9F11-4005-9676-5DB2CD5BA268}" destId="{FC695A47-A469-4AFE-9303-AB5DCD96AB27}" srcOrd="5" destOrd="0" presId="urn:microsoft.com/office/officeart/2005/8/layout/chevron1"/>
    <dgm:cxn modelId="{27B99A27-6C70-4951-896C-3A1CFE81E09C}" type="presParOf" srcId="{D76A49D7-9F11-4005-9676-5DB2CD5BA268}" destId="{7F0BDA30-3256-43BA-9C04-3A1C9F102EE8}"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A25940-2646-4503-8B07-CD2819ACB029}" type="doc">
      <dgm:prSet loTypeId="urn:microsoft.com/office/officeart/2005/8/layout/chevron1" loCatId="process" qsTypeId="urn:microsoft.com/office/officeart/2005/8/quickstyle/simple1" qsCatId="simple" csTypeId="urn:microsoft.com/office/officeart/2005/8/colors/colorful2" csCatId="colorful" phldr="1"/>
      <dgm:spPr/>
      <dgm:t>
        <a:bodyPr/>
        <a:lstStyle/>
        <a:p>
          <a:endParaRPr lang="en-US"/>
        </a:p>
      </dgm:t>
    </dgm:pt>
    <dgm:pt modelId="{C47A641F-274E-478F-BC03-FE0EB2AE345D}">
      <dgm:prSet phldrT="[Text]"/>
      <dgm:spPr/>
      <dgm:t>
        <a:bodyPr/>
        <a:lstStyle/>
        <a:p>
          <a:r>
            <a:rPr lang="en-US"/>
            <a:t>AI Prohibited</a:t>
          </a:r>
        </a:p>
      </dgm:t>
    </dgm:pt>
    <dgm:pt modelId="{5BD65204-64F1-4E86-992E-1B0CD4BD3294}" type="parTrans" cxnId="{06B110A7-196F-457D-9835-356DEF7A9209}">
      <dgm:prSet/>
      <dgm:spPr/>
      <dgm:t>
        <a:bodyPr/>
        <a:lstStyle/>
        <a:p>
          <a:endParaRPr lang="en-US"/>
        </a:p>
      </dgm:t>
    </dgm:pt>
    <dgm:pt modelId="{F4A0AE96-515A-4911-ABD2-13289EE724D8}" type="sibTrans" cxnId="{06B110A7-196F-457D-9835-356DEF7A9209}">
      <dgm:prSet/>
      <dgm:spPr/>
      <dgm:t>
        <a:bodyPr/>
        <a:lstStyle/>
        <a:p>
          <a:endParaRPr lang="en-US"/>
        </a:p>
      </dgm:t>
    </dgm:pt>
    <dgm:pt modelId="{F8D5ECF1-938D-4EE4-8570-4EC7BF58101A}">
      <dgm:prSet phldrT="[Text]"/>
      <dgm:spPr/>
      <dgm:t>
        <a:bodyPr/>
        <a:lstStyle/>
        <a:p>
          <a:r>
            <a:rPr lang="en-US"/>
            <a:t>Cautious Observers</a:t>
          </a:r>
        </a:p>
      </dgm:t>
    </dgm:pt>
    <dgm:pt modelId="{3E1FA08D-BDB6-40FC-9D84-6AD4D869A20A}" type="parTrans" cxnId="{C5458900-F52B-4F48-B834-F888F0704CFD}">
      <dgm:prSet/>
      <dgm:spPr/>
      <dgm:t>
        <a:bodyPr/>
        <a:lstStyle/>
        <a:p>
          <a:endParaRPr lang="en-US"/>
        </a:p>
      </dgm:t>
    </dgm:pt>
    <dgm:pt modelId="{10CF4EC7-5F63-4DEB-A47E-F34D456EC7B9}" type="sibTrans" cxnId="{C5458900-F52B-4F48-B834-F888F0704CFD}">
      <dgm:prSet/>
      <dgm:spPr/>
      <dgm:t>
        <a:bodyPr/>
        <a:lstStyle/>
        <a:p>
          <a:endParaRPr lang="en-US"/>
        </a:p>
      </dgm:t>
    </dgm:pt>
    <dgm:pt modelId="{0A75D8A0-26CF-46E5-B924-5B0EB198257F}">
      <dgm:prSet phldrT="[Text]"/>
      <dgm:spPr/>
      <dgm:t>
        <a:bodyPr/>
        <a:lstStyle/>
        <a:p>
          <a:r>
            <a:rPr lang="en-US"/>
            <a:t>Fast Followers</a:t>
          </a:r>
        </a:p>
      </dgm:t>
    </dgm:pt>
    <dgm:pt modelId="{98BE47FE-44DB-49A2-BF09-4E1F028D4E52}" type="parTrans" cxnId="{17535F84-1D92-4305-A8F0-4584CD0C6716}">
      <dgm:prSet/>
      <dgm:spPr/>
      <dgm:t>
        <a:bodyPr/>
        <a:lstStyle/>
        <a:p>
          <a:endParaRPr lang="en-US"/>
        </a:p>
      </dgm:t>
    </dgm:pt>
    <dgm:pt modelId="{99177CFE-833D-4040-8575-31C1CA42BCCB}" type="sibTrans" cxnId="{17535F84-1D92-4305-A8F0-4584CD0C6716}">
      <dgm:prSet/>
      <dgm:spPr/>
      <dgm:t>
        <a:bodyPr/>
        <a:lstStyle/>
        <a:p>
          <a:endParaRPr lang="en-US"/>
        </a:p>
      </dgm:t>
    </dgm:pt>
    <dgm:pt modelId="{CC5BE287-0FA6-49BB-BABD-A60E69935777}">
      <dgm:prSet phldrT="[Text]"/>
      <dgm:spPr/>
      <dgm:t>
        <a:bodyPr/>
        <a:lstStyle/>
        <a:p>
          <a:r>
            <a:rPr lang="en-US"/>
            <a:t>Innovation Pioneers</a:t>
          </a:r>
        </a:p>
      </dgm:t>
    </dgm:pt>
    <dgm:pt modelId="{B3D7CEBF-FD53-4A67-AF1E-246223E452A8}" type="parTrans" cxnId="{B4F605CD-6614-423D-B497-B497AC6378F7}">
      <dgm:prSet/>
      <dgm:spPr/>
      <dgm:t>
        <a:bodyPr/>
        <a:lstStyle/>
        <a:p>
          <a:endParaRPr lang="en-US"/>
        </a:p>
      </dgm:t>
    </dgm:pt>
    <dgm:pt modelId="{98EBA82E-F60D-4597-9BBE-15DCB14D5EB9}" type="sibTrans" cxnId="{B4F605CD-6614-423D-B497-B497AC6378F7}">
      <dgm:prSet/>
      <dgm:spPr/>
      <dgm:t>
        <a:bodyPr/>
        <a:lstStyle/>
        <a:p>
          <a:endParaRPr lang="en-US"/>
        </a:p>
      </dgm:t>
    </dgm:pt>
    <dgm:pt modelId="{D76A49D7-9F11-4005-9676-5DB2CD5BA268}" type="pres">
      <dgm:prSet presAssocID="{CEA25940-2646-4503-8B07-CD2819ACB029}" presName="Name0" presStyleCnt="0">
        <dgm:presLayoutVars>
          <dgm:dir/>
          <dgm:animLvl val="lvl"/>
          <dgm:resizeHandles val="exact"/>
        </dgm:presLayoutVars>
      </dgm:prSet>
      <dgm:spPr/>
    </dgm:pt>
    <dgm:pt modelId="{B87C26D8-92EC-4D59-8377-42E9EB011E6C}" type="pres">
      <dgm:prSet presAssocID="{C47A641F-274E-478F-BC03-FE0EB2AE345D}" presName="parTxOnly" presStyleLbl="node1" presStyleIdx="0" presStyleCnt="4">
        <dgm:presLayoutVars>
          <dgm:chMax val="0"/>
          <dgm:chPref val="0"/>
          <dgm:bulletEnabled val="1"/>
        </dgm:presLayoutVars>
      </dgm:prSet>
      <dgm:spPr/>
    </dgm:pt>
    <dgm:pt modelId="{DAE7DFC5-0ED3-4374-B3BF-A45682C23C01}" type="pres">
      <dgm:prSet presAssocID="{F4A0AE96-515A-4911-ABD2-13289EE724D8}" presName="parTxOnlySpace" presStyleCnt="0"/>
      <dgm:spPr/>
    </dgm:pt>
    <dgm:pt modelId="{BCF517A4-9C0F-4DC1-B1E5-D96D8D635629}" type="pres">
      <dgm:prSet presAssocID="{F8D5ECF1-938D-4EE4-8570-4EC7BF58101A}" presName="parTxOnly" presStyleLbl="node1" presStyleIdx="1" presStyleCnt="4">
        <dgm:presLayoutVars>
          <dgm:chMax val="0"/>
          <dgm:chPref val="0"/>
          <dgm:bulletEnabled val="1"/>
        </dgm:presLayoutVars>
      </dgm:prSet>
      <dgm:spPr/>
    </dgm:pt>
    <dgm:pt modelId="{EFCF6530-D6C1-4D6C-9053-20907626EB00}" type="pres">
      <dgm:prSet presAssocID="{10CF4EC7-5F63-4DEB-A47E-F34D456EC7B9}" presName="parTxOnlySpace" presStyleCnt="0"/>
      <dgm:spPr/>
    </dgm:pt>
    <dgm:pt modelId="{E3C5C364-8D8F-4650-9E82-F66EC2BCECB7}" type="pres">
      <dgm:prSet presAssocID="{0A75D8A0-26CF-46E5-B924-5B0EB198257F}" presName="parTxOnly" presStyleLbl="node1" presStyleIdx="2" presStyleCnt="4">
        <dgm:presLayoutVars>
          <dgm:chMax val="0"/>
          <dgm:chPref val="0"/>
          <dgm:bulletEnabled val="1"/>
        </dgm:presLayoutVars>
      </dgm:prSet>
      <dgm:spPr/>
    </dgm:pt>
    <dgm:pt modelId="{FC695A47-A469-4AFE-9303-AB5DCD96AB27}" type="pres">
      <dgm:prSet presAssocID="{99177CFE-833D-4040-8575-31C1CA42BCCB}" presName="parTxOnlySpace" presStyleCnt="0"/>
      <dgm:spPr/>
    </dgm:pt>
    <dgm:pt modelId="{7F0BDA30-3256-43BA-9C04-3A1C9F102EE8}" type="pres">
      <dgm:prSet presAssocID="{CC5BE287-0FA6-49BB-BABD-A60E69935777}" presName="parTxOnly" presStyleLbl="node1" presStyleIdx="3" presStyleCnt="4">
        <dgm:presLayoutVars>
          <dgm:chMax val="0"/>
          <dgm:chPref val="0"/>
          <dgm:bulletEnabled val="1"/>
        </dgm:presLayoutVars>
      </dgm:prSet>
      <dgm:spPr/>
    </dgm:pt>
  </dgm:ptLst>
  <dgm:cxnLst>
    <dgm:cxn modelId="{C5458900-F52B-4F48-B834-F888F0704CFD}" srcId="{CEA25940-2646-4503-8B07-CD2819ACB029}" destId="{F8D5ECF1-938D-4EE4-8570-4EC7BF58101A}" srcOrd="1" destOrd="0" parTransId="{3E1FA08D-BDB6-40FC-9D84-6AD4D869A20A}" sibTransId="{10CF4EC7-5F63-4DEB-A47E-F34D456EC7B9}"/>
    <dgm:cxn modelId="{D40D810C-FBB0-49CF-A4F3-0A3BCD9F00C7}" type="presOf" srcId="{C47A641F-274E-478F-BC03-FE0EB2AE345D}" destId="{B87C26D8-92EC-4D59-8377-42E9EB011E6C}" srcOrd="0" destOrd="0" presId="urn:microsoft.com/office/officeart/2005/8/layout/chevron1"/>
    <dgm:cxn modelId="{7D541561-649A-4315-B8A0-32105A402839}" type="presOf" srcId="{CEA25940-2646-4503-8B07-CD2819ACB029}" destId="{D76A49D7-9F11-4005-9676-5DB2CD5BA268}" srcOrd="0" destOrd="0" presId="urn:microsoft.com/office/officeart/2005/8/layout/chevron1"/>
    <dgm:cxn modelId="{41546F83-73C4-4C0E-B23C-C26683AF1770}" type="presOf" srcId="{CC5BE287-0FA6-49BB-BABD-A60E69935777}" destId="{7F0BDA30-3256-43BA-9C04-3A1C9F102EE8}" srcOrd="0" destOrd="0" presId="urn:microsoft.com/office/officeart/2005/8/layout/chevron1"/>
    <dgm:cxn modelId="{17535F84-1D92-4305-A8F0-4584CD0C6716}" srcId="{CEA25940-2646-4503-8B07-CD2819ACB029}" destId="{0A75D8A0-26CF-46E5-B924-5B0EB198257F}" srcOrd="2" destOrd="0" parTransId="{98BE47FE-44DB-49A2-BF09-4E1F028D4E52}" sibTransId="{99177CFE-833D-4040-8575-31C1CA42BCCB}"/>
    <dgm:cxn modelId="{06B110A7-196F-457D-9835-356DEF7A9209}" srcId="{CEA25940-2646-4503-8B07-CD2819ACB029}" destId="{C47A641F-274E-478F-BC03-FE0EB2AE345D}" srcOrd="0" destOrd="0" parTransId="{5BD65204-64F1-4E86-992E-1B0CD4BD3294}" sibTransId="{F4A0AE96-515A-4911-ABD2-13289EE724D8}"/>
    <dgm:cxn modelId="{6340C1BB-AD06-47B7-B0B5-0AA2060B3B85}" type="presOf" srcId="{F8D5ECF1-938D-4EE4-8570-4EC7BF58101A}" destId="{BCF517A4-9C0F-4DC1-B1E5-D96D8D635629}" srcOrd="0" destOrd="0" presId="urn:microsoft.com/office/officeart/2005/8/layout/chevron1"/>
    <dgm:cxn modelId="{B4F605CD-6614-423D-B497-B497AC6378F7}" srcId="{CEA25940-2646-4503-8B07-CD2819ACB029}" destId="{CC5BE287-0FA6-49BB-BABD-A60E69935777}" srcOrd="3" destOrd="0" parTransId="{B3D7CEBF-FD53-4A67-AF1E-246223E452A8}" sibTransId="{98EBA82E-F60D-4597-9BBE-15DCB14D5EB9}"/>
    <dgm:cxn modelId="{BF64B1DA-BAB1-48C3-ADFE-881D0D153E50}" type="presOf" srcId="{0A75D8A0-26CF-46E5-B924-5B0EB198257F}" destId="{E3C5C364-8D8F-4650-9E82-F66EC2BCECB7}" srcOrd="0" destOrd="0" presId="urn:microsoft.com/office/officeart/2005/8/layout/chevron1"/>
    <dgm:cxn modelId="{8F4EEB72-EF93-4734-900D-E0E489A8AE55}" type="presParOf" srcId="{D76A49D7-9F11-4005-9676-5DB2CD5BA268}" destId="{B87C26D8-92EC-4D59-8377-42E9EB011E6C}" srcOrd="0" destOrd="0" presId="urn:microsoft.com/office/officeart/2005/8/layout/chevron1"/>
    <dgm:cxn modelId="{CAE88E99-37B0-42AE-81DF-DAA6699C7E7E}" type="presParOf" srcId="{D76A49D7-9F11-4005-9676-5DB2CD5BA268}" destId="{DAE7DFC5-0ED3-4374-B3BF-A45682C23C01}" srcOrd="1" destOrd="0" presId="urn:microsoft.com/office/officeart/2005/8/layout/chevron1"/>
    <dgm:cxn modelId="{F3FB80A4-5007-404E-9899-848A219B7440}" type="presParOf" srcId="{D76A49D7-9F11-4005-9676-5DB2CD5BA268}" destId="{BCF517A4-9C0F-4DC1-B1E5-D96D8D635629}" srcOrd="2" destOrd="0" presId="urn:microsoft.com/office/officeart/2005/8/layout/chevron1"/>
    <dgm:cxn modelId="{D493511A-EAC8-4CA4-8213-D71EADB10204}" type="presParOf" srcId="{D76A49D7-9F11-4005-9676-5DB2CD5BA268}" destId="{EFCF6530-D6C1-4D6C-9053-20907626EB00}" srcOrd="3" destOrd="0" presId="urn:microsoft.com/office/officeart/2005/8/layout/chevron1"/>
    <dgm:cxn modelId="{57F3BF0E-9E83-4AD5-B4AF-F9DB989198AA}" type="presParOf" srcId="{D76A49D7-9F11-4005-9676-5DB2CD5BA268}" destId="{E3C5C364-8D8F-4650-9E82-F66EC2BCECB7}" srcOrd="4" destOrd="0" presId="urn:microsoft.com/office/officeart/2005/8/layout/chevron1"/>
    <dgm:cxn modelId="{AED3D396-EC06-4071-A626-F67A3D0ACBD2}" type="presParOf" srcId="{D76A49D7-9F11-4005-9676-5DB2CD5BA268}" destId="{FC695A47-A469-4AFE-9303-AB5DCD96AB27}" srcOrd="5" destOrd="0" presId="urn:microsoft.com/office/officeart/2005/8/layout/chevron1"/>
    <dgm:cxn modelId="{27B99A27-6C70-4951-896C-3A1CFE81E09C}" type="presParOf" srcId="{D76A49D7-9F11-4005-9676-5DB2CD5BA268}" destId="{7F0BDA30-3256-43BA-9C04-3A1C9F102EE8}"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9EBE4C-FB38-46C1-AD07-E9FD589813ED}">
      <dsp:nvSpPr>
        <dsp:cNvPr id="0" name=""/>
        <dsp:cNvSpPr/>
      </dsp:nvSpPr>
      <dsp:spPr>
        <a:xfrm>
          <a:off x="0" y="2145"/>
          <a:ext cx="69532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9D935C6-F178-4779-93FD-8B194A9B643C}">
      <dsp:nvSpPr>
        <dsp:cNvPr id="0" name=""/>
        <dsp:cNvSpPr/>
      </dsp:nvSpPr>
      <dsp:spPr>
        <a:xfrm>
          <a:off x="0" y="2145"/>
          <a:ext cx="6953250" cy="146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Capabilities of LLMs and their applications for the water sector</a:t>
          </a:r>
        </a:p>
      </dsp:txBody>
      <dsp:txXfrm>
        <a:off x="0" y="2145"/>
        <a:ext cx="6953250" cy="1463302"/>
      </dsp:txXfrm>
    </dsp:sp>
    <dsp:sp modelId="{F712E1A7-3F72-47B8-A33E-2686873FFA57}">
      <dsp:nvSpPr>
        <dsp:cNvPr id="0" name=""/>
        <dsp:cNvSpPr/>
      </dsp:nvSpPr>
      <dsp:spPr>
        <a:xfrm>
          <a:off x="0" y="1465448"/>
          <a:ext cx="69532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7690D7E-82F3-421C-A25F-11BE4F8DD25A}">
      <dsp:nvSpPr>
        <dsp:cNvPr id="0" name=""/>
        <dsp:cNvSpPr/>
      </dsp:nvSpPr>
      <dsp:spPr>
        <a:xfrm>
          <a:off x="0" y="1465448"/>
          <a:ext cx="6953250" cy="146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Common limitations of LLMs and how to overcome them</a:t>
          </a:r>
        </a:p>
      </dsp:txBody>
      <dsp:txXfrm>
        <a:off x="0" y="1465448"/>
        <a:ext cx="6953250" cy="1463302"/>
      </dsp:txXfrm>
    </dsp:sp>
    <dsp:sp modelId="{1162BF09-8772-42C0-8DA3-CAB8E1F5BF9A}">
      <dsp:nvSpPr>
        <dsp:cNvPr id="0" name=""/>
        <dsp:cNvSpPr/>
      </dsp:nvSpPr>
      <dsp:spPr>
        <a:xfrm>
          <a:off x="0" y="2928751"/>
          <a:ext cx="69532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AD01A5F-FCA7-4B05-9DA0-4A48074DA8A3}">
      <dsp:nvSpPr>
        <dsp:cNvPr id="0" name=""/>
        <dsp:cNvSpPr/>
      </dsp:nvSpPr>
      <dsp:spPr>
        <a:xfrm>
          <a:off x="0" y="2928751"/>
          <a:ext cx="6953250" cy="1463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How to guide LLMs to reliably complete specific repeated tasks</a:t>
          </a:r>
        </a:p>
      </dsp:txBody>
      <dsp:txXfrm>
        <a:off x="0" y="2928751"/>
        <a:ext cx="6953250" cy="1463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B6BCF-F961-4F1E-B6B4-4F5EF7B4F91F}">
      <dsp:nvSpPr>
        <dsp:cNvPr id="0" name=""/>
        <dsp:cNvSpPr/>
      </dsp:nvSpPr>
      <dsp:spPr>
        <a:xfrm>
          <a:off x="1731962" y="11934"/>
          <a:ext cx="4363796" cy="4363796"/>
        </a:xfrm>
        <a:prstGeom prst="ellipse">
          <a:avLst/>
        </a:prstGeom>
        <a:solidFill>
          <a:schemeClr val="accent3">
            <a:alpha val="5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en-US" sz="3600" kern="1200"/>
            <a:t>Off-the-shelf</a:t>
          </a:r>
        </a:p>
      </dsp:txBody>
      <dsp:txXfrm>
        <a:off x="2341321" y="526519"/>
        <a:ext cx="2516062" cy="3334625"/>
      </dsp:txXfrm>
    </dsp:sp>
    <dsp:sp modelId="{690F0459-D5C6-41DC-8BD5-9C33491131FF}">
      <dsp:nvSpPr>
        <dsp:cNvPr id="0" name=""/>
        <dsp:cNvSpPr/>
      </dsp:nvSpPr>
      <dsp:spPr>
        <a:xfrm>
          <a:off x="4877041" y="11934"/>
          <a:ext cx="4363796" cy="4363796"/>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en-US" sz="3600" kern="1200"/>
            <a:t>Custom / Cloud Platforms</a:t>
          </a:r>
        </a:p>
      </dsp:txBody>
      <dsp:txXfrm>
        <a:off x="6115415" y="526519"/>
        <a:ext cx="2516062" cy="3334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C26D8-92EC-4D59-8377-42E9EB011E6C}">
      <dsp:nvSpPr>
        <dsp:cNvPr id="0" name=""/>
        <dsp:cNvSpPr/>
      </dsp:nvSpPr>
      <dsp:spPr>
        <a:xfrm>
          <a:off x="5340" y="371345"/>
          <a:ext cx="3108790" cy="1243516"/>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AI Prohibited</a:t>
          </a:r>
        </a:p>
      </dsp:txBody>
      <dsp:txXfrm>
        <a:off x="627098" y="371345"/>
        <a:ext cx="1865274" cy="1243516"/>
      </dsp:txXfrm>
    </dsp:sp>
    <dsp:sp modelId="{BCF517A4-9C0F-4DC1-B1E5-D96D8D635629}">
      <dsp:nvSpPr>
        <dsp:cNvPr id="0" name=""/>
        <dsp:cNvSpPr/>
      </dsp:nvSpPr>
      <dsp:spPr>
        <a:xfrm>
          <a:off x="2803252" y="371345"/>
          <a:ext cx="3108790" cy="1243516"/>
        </a:xfrm>
        <a:prstGeom prst="chevron">
          <a:avLst/>
        </a:prstGeom>
        <a:solidFill>
          <a:schemeClr val="accent2">
            <a:hueOff val="-409337"/>
            <a:satOff val="17096"/>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Cautious Observers</a:t>
          </a:r>
        </a:p>
      </dsp:txBody>
      <dsp:txXfrm>
        <a:off x="3425010" y="371345"/>
        <a:ext cx="1865274" cy="1243516"/>
      </dsp:txXfrm>
    </dsp:sp>
    <dsp:sp modelId="{E3C5C364-8D8F-4650-9E82-F66EC2BCECB7}">
      <dsp:nvSpPr>
        <dsp:cNvPr id="0" name=""/>
        <dsp:cNvSpPr/>
      </dsp:nvSpPr>
      <dsp:spPr>
        <a:xfrm>
          <a:off x="5601163" y="371345"/>
          <a:ext cx="3108790" cy="1243516"/>
        </a:xfrm>
        <a:prstGeom prst="chevron">
          <a:avLst/>
        </a:prstGeom>
        <a:solidFill>
          <a:schemeClr val="accent2">
            <a:hueOff val="-818675"/>
            <a:satOff val="34193"/>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Fast Followers</a:t>
          </a:r>
        </a:p>
      </dsp:txBody>
      <dsp:txXfrm>
        <a:off x="6222921" y="371345"/>
        <a:ext cx="1865274" cy="1243516"/>
      </dsp:txXfrm>
    </dsp:sp>
    <dsp:sp modelId="{7F0BDA30-3256-43BA-9C04-3A1C9F102EE8}">
      <dsp:nvSpPr>
        <dsp:cNvPr id="0" name=""/>
        <dsp:cNvSpPr/>
      </dsp:nvSpPr>
      <dsp:spPr>
        <a:xfrm>
          <a:off x="8399074" y="371345"/>
          <a:ext cx="3108790" cy="1243516"/>
        </a:xfrm>
        <a:prstGeom prst="chevron">
          <a:avLst/>
        </a:prstGeom>
        <a:solidFill>
          <a:schemeClr val="accent2">
            <a:hueOff val="-1228012"/>
            <a:satOff val="51289"/>
            <a:lumOff val="1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Innovation Pioneers</a:t>
          </a:r>
        </a:p>
      </dsp:txBody>
      <dsp:txXfrm>
        <a:off x="9020832" y="371345"/>
        <a:ext cx="1865274" cy="12435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C26D8-92EC-4D59-8377-42E9EB011E6C}">
      <dsp:nvSpPr>
        <dsp:cNvPr id="0" name=""/>
        <dsp:cNvSpPr/>
      </dsp:nvSpPr>
      <dsp:spPr>
        <a:xfrm>
          <a:off x="5340" y="371345"/>
          <a:ext cx="3108790" cy="1243516"/>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AI Prohibited</a:t>
          </a:r>
        </a:p>
      </dsp:txBody>
      <dsp:txXfrm>
        <a:off x="627098" y="371345"/>
        <a:ext cx="1865274" cy="1243516"/>
      </dsp:txXfrm>
    </dsp:sp>
    <dsp:sp modelId="{BCF517A4-9C0F-4DC1-B1E5-D96D8D635629}">
      <dsp:nvSpPr>
        <dsp:cNvPr id="0" name=""/>
        <dsp:cNvSpPr/>
      </dsp:nvSpPr>
      <dsp:spPr>
        <a:xfrm>
          <a:off x="2803252" y="371345"/>
          <a:ext cx="3108790" cy="1243516"/>
        </a:xfrm>
        <a:prstGeom prst="chevron">
          <a:avLst/>
        </a:prstGeom>
        <a:solidFill>
          <a:schemeClr val="accent2">
            <a:hueOff val="-409337"/>
            <a:satOff val="17096"/>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Cautious Observers</a:t>
          </a:r>
        </a:p>
      </dsp:txBody>
      <dsp:txXfrm>
        <a:off x="3425010" y="371345"/>
        <a:ext cx="1865274" cy="1243516"/>
      </dsp:txXfrm>
    </dsp:sp>
    <dsp:sp modelId="{E3C5C364-8D8F-4650-9E82-F66EC2BCECB7}">
      <dsp:nvSpPr>
        <dsp:cNvPr id="0" name=""/>
        <dsp:cNvSpPr/>
      </dsp:nvSpPr>
      <dsp:spPr>
        <a:xfrm>
          <a:off x="5601163" y="371345"/>
          <a:ext cx="3108790" cy="1243516"/>
        </a:xfrm>
        <a:prstGeom prst="chevron">
          <a:avLst/>
        </a:prstGeom>
        <a:solidFill>
          <a:schemeClr val="accent2">
            <a:hueOff val="-818675"/>
            <a:satOff val="34193"/>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Fast Followers</a:t>
          </a:r>
        </a:p>
      </dsp:txBody>
      <dsp:txXfrm>
        <a:off x="6222921" y="371345"/>
        <a:ext cx="1865274" cy="1243516"/>
      </dsp:txXfrm>
    </dsp:sp>
    <dsp:sp modelId="{7F0BDA30-3256-43BA-9C04-3A1C9F102EE8}">
      <dsp:nvSpPr>
        <dsp:cNvPr id="0" name=""/>
        <dsp:cNvSpPr/>
      </dsp:nvSpPr>
      <dsp:spPr>
        <a:xfrm>
          <a:off x="8399074" y="371345"/>
          <a:ext cx="3108790" cy="1243516"/>
        </a:xfrm>
        <a:prstGeom prst="chevron">
          <a:avLst/>
        </a:prstGeom>
        <a:solidFill>
          <a:schemeClr val="accent2">
            <a:hueOff val="-1228012"/>
            <a:satOff val="51289"/>
            <a:lumOff val="1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a:t>Innovation Pioneers</a:t>
          </a:r>
        </a:p>
      </dsp:txBody>
      <dsp:txXfrm>
        <a:off x="9020832" y="371345"/>
        <a:ext cx="1865274" cy="12435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svg"/><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2A529D-35DE-4F09-B1C9-E10A9A81D76A}"/>
              </a:ext>
            </a:extLst>
          </p:cNvPr>
          <p:cNvSpPr>
            <a:spLocks noGrp="1"/>
          </p:cNvSpPr>
          <p:nvPr>
            <p:ph type="hdr" sz="quarter"/>
          </p:nvPr>
        </p:nvSpPr>
        <p:spPr>
          <a:xfrm>
            <a:off x="0" y="457200"/>
            <a:ext cx="5562600" cy="276999"/>
          </a:xfrm>
          <a:prstGeom prst="rect">
            <a:avLst/>
          </a:prstGeom>
        </p:spPr>
        <p:txBody>
          <a:bodyPr vert="horz" wrap="square" lIns="182880" tIns="45720" rIns="91440" bIns="45720" rtlCol="0">
            <a:spAutoFit/>
          </a:bodyPr>
          <a:lstStyle>
            <a:lvl1pPr algn="l">
              <a:defRPr sz="1200"/>
            </a:lvl1pPr>
          </a:lstStyle>
          <a:p>
            <a:endParaRPr lang="en-US">
              <a:solidFill>
                <a:schemeClr val="accent2"/>
              </a:solidFill>
            </a:endParaRPr>
          </a:p>
        </p:txBody>
      </p:sp>
      <p:sp>
        <p:nvSpPr>
          <p:cNvPr id="3" name="Date Placeholder 2">
            <a:extLst>
              <a:ext uri="{FF2B5EF4-FFF2-40B4-BE49-F238E27FC236}">
                <a16:creationId xmlns:a16="http://schemas.microsoft.com/office/drawing/2014/main" id="{2DBBA1A6-7615-4E10-A577-69872E751E9C}"/>
              </a:ext>
            </a:extLst>
          </p:cNvPr>
          <p:cNvSpPr>
            <a:spLocks noGrp="1"/>
          </p:cNvSpPr>
          <p:nvPr>
            <p:ph type="dt" sz="quarter" idx="1"/>
          </p:nvPr>
        </p:nvSpPr>
        <p:spPr>
          <a:xfrm>
            <a:off x="5867399" y="480283"/>
            <a:ext cx="989013" cy="230832"/>
          </a:xfrm>
          <a:prstGeom prst="rect">
            <a:avLst/>
          </a:prstGeom>
        </p:spPr>
        <p:txBody>
          <a:bodyPr vert="horz" wrap="square" lIns="91440" tIns="45720" rIns="91440" bIns="45720" rtlCol="0">
            <a:spAutoFit/>
          </a:bodyPr>
          <a:lstStyle>
            <a:lvl1pPr algn="r">
              <a:defRPr sz="1200"/>
            </a:lvl1pPr>
          </a:lstStyle>
          <a:p>
            <a:fld id="{71E6CE41-F756-46DF-918A-E6424D020C11}" type="datetimeFigureOut">
              <a:rPr lang="en-US" sz="900" i="1" smtClean="0">
                <a:solidFill>
                  <a:schemeClr val="accent2"/>
                </a:solidFill>
              </a:rPr>
              <a:t>6/4/2026</a:t>
            </a:fld>
            <a:endParaRPr lang="en-US" sz="900" i="1">
              <a:solidFill>
                <a:schemeClr val="accent2"/>
              </a:solidFill>
            </a:endParaRPr>
          </a:p>
        </p:txBody>
      </p:sp>
      <p:sp>
        <p:nvSpPr>
          <p:cNvPr id="4" name="Footer Placeholder 3">
            <a:extLst>
              <a:ext uri="{FF2B5EF4-FFF2-40B4-BE49-F238E27FC236}">
                <a16:creationId xmlns:a16="http://schemas.microsoft.com/office/drawing/2014/main" id="{909157AE-B12A-4F2D-B2B0-40CFFE23B1F0}"/>
              </a:ext>
            </a:extLst>
          </p:cNvPr>
          <p:cNvSpPr>
            <a:spLocks noGrp="1"/>
          </p:cNvSpPr>
          <p:nvPr>
            <p:ph type="ftr" sz="quarter" idx="2"/>
          </p:nvPr>
        </p:nvSpPr>
        <p:spPr>
          <a:xfrm>
            <a:off x="0" y="8732967"/>
            <a:ext cx="5562600" cy="230832"/>
          </a:xfrm>
          <a:prstGeom prst="rect">
            <a:avLst/>
          </a:prstGeom>
        </p:spPr>
        <p:txBody>
          <a:bodyPr vert="horz" wrap="square" lIns="182880" tIns="45720" rIns="91440" bIns="45720" rtlCol="0" anchor="b">
            <a:spAutoFit/>
          </a:bodyPr>
          <a:lstStyle>
            <a:lvl1pPr algn="l">
              <a:defRPr sz="1200"/>
            </a:lvl1pPr>
          </a:lstStyle>
          <a:p>
            <a:endParaRPr lang="en-US" sz="900">
              <a:solidFill>
                <a:schemeClr val="accent2"/>
              </a:solidFill>
            </a:endParaRPr>
          </a:p>
        </p:txBody>
      </p:sp>
      <p:sp>
        <p:nvSpPr>
          <p:cNvPr id="5" name="Slide Number Placeholder 4">
            <a:extLst>
              <a:ext uri="{FF2B5EF4-FFF2-40B4-BE49-F238E27FC236}">
                <a16:creationId xmlns:a16="http://schemas.microsoft.com/office/drawing/2014/main" id="{B0BEFF35-AD18-43C3-AEDD-960A3BD331A3}"/>
              </a:ext>
            </a:extLst>
          </p:cNvPr>
          <p:cNvSpPr>
            <a:spLocks noGrp="1"/>
          </p:cNvSpPr>
          <p:nvPr>
            <p:ph type="sldNum" sz="quarter" idx="3"/>
          </p:nvPr>
        </p:nvSpPr>
        <p:spPr>
          <a:xfrm>
            <a:off x="5867399" y="8732967"/>
            <a:ext cx="989014" cy="230832"/>
          </a:xfrm>
          <a:prstGeom prst="rect">
            <a:avLst/>
          </a:prstGeom>
        </p:spPr>
        <p:txBody>
          <a:bodyPr vert="horz" wrap="square" lIns="91440" tIns="45720" rIns="91440" bIns="45720" rtlCol="0" anchor="b">
            <a:spAutoFit/>
          </a:bodyPr>
          <a:lstStyle>
            <a:lvl1pPr algn="r">
              <a:defRPr sz="1200"/>
            </a:lvl1pPr>
          </a:lstStyle>
          <a:p>
            <a:fld id="{E68946D8-DE15-4392-91AA-2BD7471F8916}" type="slidenum">
              <a:rPr lang="en-US" sz="900" i="1" smtClean="0">
                <a:solidFill>
                  <a:schemeClr val="accent2"/>
                </a:solidFill>
              </a:rPr>
              <a:t>‹#›</a:t>
            </a:fld>
            <a:endParaRPr lang="en-US" sz="900" i="1">
              <a:solidFill>
                <a:schemeClr val="accent2"/>
              </a:solidFill>
            </a:endParaRPr>
          </a:p>
        </p:txBody>
      </p:sp>
      <p:pic>
        <p:nvPicPr>
          <p:cNvPr id="6" name="Graphic 5">
            <a:extLst>
              <a:ext uri="{FF2B5EF4-FFF2-40B4-BE49-F238E27FC236}">
                <a16:creationId xmlns:a16="http://schemas.microsoft.com/office/drawing/2014/main" id="{F30C12FE-35CB-4272-B826-4AFC616906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354" y="115888"/>
            <a:ext cx="1371600" cy="285750"/>
          </a:xfrm>
          <a:prstGeom prst="rect">
            <a:avLst/>
          </a:prstGeom>
        </p:spPr>
      </p:pic>
      <p:pic>
        <p:nvPicPr>
          <p:cNvPr id="7" name="Picture 6">
            <a:extLst>
              <a:ext uri="{FF2B5EF4-FFF2-40B4-BE49-F238E27FC236}">
                <a16:creationId xmlns:a16="http://schemas.microsoft.com/office/drawing/2014/main" id="{0D6B6FA0-1349-44E5-9563-692D6105EAD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 b="4458"/>
          <a:stretch/>
        </p:blipFill>
        <p:spPr>
          <a:xfrm>
            <a:off x="4114800" y="0"/>
            <a:ext cx="2743200" cy="309150"/>
          </a:xfrm>
          <a:prstGeom prst="rect">
            <a:avLst/>
          </a:prstGeom>
        </p:spPr>
      </p:pic>
    </p:spTree>
    <p:extLst>
      <p:ext uri="{BB962C8B-B14F-4D97-AF65-F5344CB8AC3E}">
        <p14:creationId xmlns:p14="http://schemas.microsoft.com/office/powerpoint/2010/main" val="113826202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32588"/>
            <a:ext cx="6172200" cy="285750"/>
          </a:xfrm>
          <a:prstGeom prst="rect">
            <a:avLst/>
          </a:prstGeom>
        </p:spPr>
        <p:txBody>
          <a:bodyPr vert="horz" lIns="182880" tIns="0" rIns="0" bIns="0" rtlCol="0" anchor="ctr" anchorCtr="0"/>
          <a:lstStyle>
            <a:lvl1pPr algn="l">
              <a:defRPr sz="1200">
                <a:solidFill>
                  <a:schemeClr val="accent2"/>
                </a:solidFill>
                <a:latin typeface="+mj-lt"/>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50" i="1">
                <a:solidFill>
                  <a:schemeClr val="accent2"/>
                </a:solidFill>
              </a:defRPr>
            </a:lvl1pPr>
          </a:lstStyle>
          <a:p>
            <a:fld id="{B813C83F-54F5-4495-80A5-5120874F9930}" type="datetimeFigureOut">
              <a:rPr lang="en-US" smtClean="0"/>
              <a:pPr/>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3505200" cy="458787"/>
          </a:xfrm>
          <a:prstGeom prst="rect">
            <a:avLst/>
          </a:prstGeom>
        </p:spPr>
        <p:txBody>
          <a:bodyPr vert="horz" lIns="182880" tIns="0" rIns="0" bIns="182880" rtlCol="0" anchor="b"/>
          <a:lstStyle>
            <a:lvl1pPr algn="l">
              <a:defRPr sz="1200">
                <a:solidFill>
                  <a:schemeClr val="accent2"/>
                </a:solidFill>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0" tIns="0" rIns="182880" bIns="182880" rtlCol="0" anchor="b"/>
          <a:lstStyle>
            <a:lvl1pPr algn="r">
              <a:defRPr sz="1200">
                <a:solidFill>
                  <a:schemeClr val="accent2"/>
                </a:solidFill>
              </a:defRPr>
            </a:lvl1pPr>
          </a:lstStyle>
          <a:p>
            <a:fld id="{10CFB733-4484-43DB-A09C-D0ACB22CAFFF}" type="slidenum">
              <a:rPr lang="en-US" smtClean="0"/>
              <a:pPr/>
              <a:t>‹#›</a:t>
            </a:fld>
            <a:endParaRPr lang="en-US"/>
          </a:p>
        </p:txBody>
      </p:sp>
      <p:pic>
        <p:nvPicPr>
          <p:cNvPr id="9" name="Graphic 8">
            <a:extLst>
              <a:ext uri="{FF2B5EF4-FFF2-40B4-BE49-F238E27FC236}">
                <a16:creationId xmlns:a16="http://schemas.microsoft.com/office/drawing/2014/main" id="{8DE8AE7C-9858-470B-BCC2-ADE81E4ED2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354" y="115888"/>
            <a:ext cx="1371600" cy="285750"/>
          </a:xfrm>
          <a:prstGeom prst="rect">
            <a:avLst/>
          </a:prstGeom>
        </p:spPr>
      </p:pic>
    </p:spTree>
    <p:extLst>
      <p:ext uri="{BB962C8B-B14F-4D97-AF65-F5344CB8AC3E}">
        <p14:creationId xmlns:p14="http://schemas.microsoft.com/office/powerpoint/2010/main" val="17609577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b="0" i="0" kern="1200">
                <a:solidFill>
                  <a:schemeClr val="tx1"/>
                </a:solidFill>
                <a:effectLst/>
                <a:latin typeface="+mn-lt"/>
                <a:ea typeface="+mn-ea"/>
                <a:cs typeface="+mn-cs"/>
              </a:rPr>
              <a:t>Hi everyone, thank you so much for being here today. I am Dillon McCormick, a data scientist at brown and </a:t>
            </a:r>
            <a:r>
              <a:rPr lang="en-US" sz="1200" b="0" i="0" kern="1200" err="1">
                <a:solidFill>
                  <a:schemeClr val="tx1"/>
                </a:solidFill>
                <a:effectLst/>
                <a:latin typeface="+mn-lt"/>
                <a:ea typeface="+mn-ea"/>
                <a:cs typeface="+mn-cs"/>
              </a:rPr>
              <a:t>caldwell</a:t>
            </a:r>
            <a:r>
              <a:rPr lang="en-US" sz="1200" b="0" i="0" kern="1200">
                <a:solidFill>
                  <a:schemeClr val="tx1"/>
                </a:solidFill>
                <a:effectLst/>
                <a:latin typeface="+mn-lt"/>
                <a:ea typeface="+mn-ea"/>
                <a:cs typeface="+mn-cs"/>
              </a:rPr>
              <a:t>, and this is Andrew Goldberg, a data scientist at EKI. </a:t>
            </a:r>
          </a:p>
          <a:p>
            <a:pPr rtl="0" fontAlgn="ctr"/>
            <a:endParaRPr lang="en-US" sz="1200" b="0" i="0" kern="1200">
              <a:solidFill>
                <a:schemeClr val="tx1"/>
              </a:solidFill>
              <a:effectLst/>
              <a:latin typeface="+mn-lt"/>
              <a:ea typeface="+mn-ea"/>
              <a:cs typeface="+mn-cs"/>
            </a:endParaRPr>
          </a:p>
          <a:p>
            <a:pPr rtl="0" fontAlgn="ctr"/>
            <a:r>
              <a:rPr lang="en-US" sz="1200" b="0" i="0" kern="1200">
                <a:solidFill>
                  <a:schemeClr val="tx1"/>
                </a:solidFill>
                <a:effectLst/>
                <a:latin typeface="+mn-lt"/>
                <a:ea typeface="+mn-ea"/>
                <a:cs typeface="+mn-cs"/>
              </a:rPr>
              <a:t>We're going to be talking today about going all in on AI: Discussing practical applications of AI for drinking water for asset management and learning about regulations</a:t>
            </a:r>
          </a:p>
          <a:p>
            <a:r>
              <a:rPr lang="en-US"/>
              <a:t>--------------</a:t>
            </a:r>
          </a:p>
          <a:p>
            <a:endParaRPr lang="en-US"/>
          </a:p>
          <a:p>
            <a:endParaRPr lang="en-US"/>
          </a:p>
          <a:p>
            <a:endParaRPr lang="en-US"/>
          </a:p>
          <a:p>
            <a:r>
              <a:rPr lang="en-US"/>
              <a:t>Show some real-world uses of AI to get you excited about and encouraged by how AI can help your organization...spark ideas...show you a path forward to adopting this technology</a:t>
            </a:r>
          </a:p>
          <a:p>
            <a:endParaRPr lang="en-US"/>
          </a:p>
          <a:p>
            <a:endParaRPr lang="en-US"/>
          </a:p>
          <a:p>
            <a:endParaRPr lang="en-US"/>
          </a:p>
          <a:p>
            <a:r>
              <a:rPr lang="en-US"/>
              <a:t>Water systems across the West face pressing challenges: how do we meet complex regulatory requirements with limited staff and fragmented data? Artificial intelligence (AI), specifically large language models (LLMs), provides new ways to improve staff efficiency on regulatory related tasks. This session introduces two proven AI workflows that water systems can adopt today without risky investments or complex investments in digital infrastructure, data digitization and training assistance:</a:t>
            </a:r>
          </a:p>
          <a:p>
            <a:r>
              <a:rPr lang="en-US" b="1"/>
              <a:t>Creating a Lead and Copper Rule Improvements (LCRI) Service Line Inventory</a:t>
            </a:r>
            <a:br>
              <a:rPr lang="en-US" b="1">
                <a:cs typeface="+mn-lt"/>
              </a:rPr>
            </a:br>
            <a:r>
              <a:rPr lang="en-US" b="1"/>
              <a:t>Many water systems have valuable information stored in hardcopy format, inaccessible to decision makers responsible for asset management and regulatory compliance reporting. In this case study, we will describe how a water system with thousands of handwritten tap cards scanned each and used handwriting-capable optical character recognition (OCR) technology to identify the installation year, work order history, and the likelihood the service line material was lead or copper. By digitizing and processing these data and combining it with their geographical information system, a water system efficiently created a service line inventory to comply with LCRI reporting requirements. When this workflow was used, a water system reduced the schedule for inventory preparation by about 95 percent compared to manual typing and saved tens of thousands of dollars. The same workflow is generally applicable to digitizing other data sources, such as operator logs, field sheets, and PDF lab reports.</a:t>
            </a:r>
            <a:endParaRPr lang="en-US"/>
          </a:p>
          <a:p>
            <a:r>
              <a:rPr lang="en-US" b="1"/>
              <a:t>AI assistant for understanding and training on water reuse regulations.</a:t>
            </a:r>
            <a:endParaRPr lang="en-US"/>
          </a:p>
          <a:p>
            <a:r>
              <a:rPr lang="en-US"/>
              <a:t>Regulatory requirements for reuse programs are complicated. AI can help staff learn the rules and apply them correctly, within the context of their water system. In this case study, we describe how to build an AI assistant that can explain and answer questions state regulations and regulatory guidance in a way that is reliable for staff training purposes. We will illustrate how staff can ask plain-language questions and receive clear explanations with citations to the exact passages, plus step-by-step checklists and state-by-state comparisons. </a:t>
            </a:r>
          </a:p>
          <a:p>
            <a:r>
              <a:rPr lang="en-US" b="1"/>
              <a:t>Significance</a:t>
            </a:r>
            <a:br>
              <a:rPr lang="en-US" b="1">
                <a:cs typeface="+mn-lt"/>
              </a:rPr>
            </a:br>
            <a:r>
              <a:rPr lang="en-US" b="1"/>
              <a:t>By attending this session, participants will see how AI can deliver measurable results on issues that are pressing to water systems, including regulatory compliance and staff training. We demonstrate that there is a proven roadmap for adopting this new technology, and there are a wide variety of entry points depending on the use case</a:t>
            </a:r>
            <a:r>
              <a:rPr lang="en-US" b="1">
                <a:effectLst/>
              </a:rPr>
              <a:t>. </a:t>
            </a:r>
            <a:r>
              <a:rPr lang="en-US" b="1"/>
              <a:t>The presentation will focus on providing clarity on the practical steps that water systems can take to quickly adopt high-value AI workflows and achieve realistic success metrics without major capital investments in technology. </a:t>
            </a:r>
            <a:endParaRPr lang="en-US"/>
          </a:p>
          <a:p>
            <a:r>
              <a:rPr lang="en-US" b="1"/>
              <a:t>Participants in this session will learn…</a:t>
            </a:r>
            <a:br>
              <a:rPr lang="en-US" b="1">
                <a:cs typeface="+mn-lt"/>
              </a:rPr>
            </a:br>
            <a:r>
              <a:rPr lang="en-US" b="1"/>
              <a:t>…how to digitize handwritten records into a defensible LCRI service line inventory, how to build a citation-first AI assistant for water reuse regulations, and what privacy and security options utilities have for safe AI adoption.</a:t>
            </a:r>
            <a:endParaRPr lang="en-US"/>
          </a:p>
          <a:p>
            <a:br>
              <a:rPr lang="en-US">
                <a:cs typeface="+mn-lt"/>
              </a:rPr>
            </a:br>
            <a:endParaRPr lang="en-US"/>
          </a:p>
          <a:p>
            <a:pPr marL="0" marR="0" fontAlgn="base">
              <a:spcBef>
                <a:spcPts val="0"/>
              </a:spcBef>
              <a:spcAft>
                <a:spcPts val="0"/>
              </a:spcAft>
            </a:pPr>
            <a:endParaRPr lang="en-US" sz="1050">
              <a:effectLst/>
              <a:latin typeface="Franklin Gothic Book" panose="020B0503020102020204" pitchFamily="34" charset="0"/>
              <a:ea typeface="Times New Roman" panose="02020603050405020304" pitchFamily="18" charset="0"/>
              <a:cs typeface="Segoe UI" panose="020B0502040204020203" pitchFamily="34" charset="0"/>
            </a:endParaRPr>
          </a:p>
          <a:p>
            <a:pPr marL="0" marR="0" fontAlgn="base">
              <a:spcBef>
                <a:spcPts val="0"/>
              </a:spcBef>
              <a:spcAft>
                <a:spcPts val="0"/>
              </a:spcAft>
            </a:pPr>
            <a:r>
              <a:rPr lang="en-US" sz="1050">
                <a:effectLst/>
                <a:latin typeface="Franklin Gothic Book"/>
                <a:ea typeface="Times New Roman" panose="02020603050405020304" pitchFamily="18" charset="0"/>
                <a:cs typeface="Segoe UI" panose="020B0502040204020203" pitchFamily="34" charset="0"/>
              </a:rPr>
              <a:t>Today, we’ll be introducing you to an emerging technology call large language models (or LLMs) and describing how they can be useful for asset management programs. </a:t>
            </a:r>
          </a:p>
          <a:p>
            <a:pPr marL="0" marR="0" fontAlgn="base">
              <a:spcBef>
                <a:spcPts val="0"/>
              </a:spcBef>
              <a:spcAft>
                <a:spcPts val="0"/>
              </a:spcAft>
            </a:pPr>
            <a:endParaRPr lang="en-US" sz="1050">
              <a:effectLst/>
              <a:latin typeface="Franklin Gothic Book" panose="020B0503020102020204" pitchFamily="34" charset="0"/>
              <a:ea typeface="Times New Roman" panose="02020603050405020304" pitchFamily="18"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a:highlight>
                  <a:srgbClr val="00FF00"/>
                </a:highlight>
              </a:rPr>
              <a:t>We will focus on how generative AI works so that you can be used in asset management programs</a:t>
            </a:r>
          </a:p>
          <a:p>
            <a:endParaRPr lang="en-US" sz="1050"/>
          </a:p>
          <a:p>
            <a:pPr marL="0" marR="0" fontAlgn="base">
              <a:spcBef>
                <a:spcPts val="0"/>
              </a:spcBef>
              <a:spcAft>
                <a:spcPts val="0"/>
              </a:spcAft>
            </a:pPr>
            <a:endParaRPr lang="en-US" sz="1050">
              <a:effectLst/>
              <a:latin typeface="Franklin Gothic Book" panose="020B0503020102020204" pitchFamily="34" charset="0"/>
              <a:ea typeface="Times New Roman" panose="02020603050405020304" pitchFamily="18" charset="0"/>
              <a:cs typeface="Segoe UI" panose="020B0502040204020203" pitchFamily="34" charset="0"/>
            </a:endParaRPr>
          </a:p>
          <a:p>
            <a:pPr marL="0" marR="0" fontAlgn="base">
              <a:spcBef>
                <a:spcPts val="0"/>
              </a:spcBef>
              <a:spcAft>
                <a:spcPts val="0"/>
              </a:spcAft>
            </a:pPr>
            <a:r>
              <a:rPr lang="en-US" sz="1050">
                <a:effectLst/>
                <a:latin typeface="Franklin Gothic Book" panose="020B0503020102020204" pitchFamily="34" charset="0"/>
                <a:ea typeface="Times New Roman" panose="02020603050405020304" pitchFamily="18" charset="0"/>
                <a:cs typeface="Segoe UI" panose="020B0502040204020203" pitchFamily="34" charset="0"/>
              </a:rPr>
              <a:t>---</a:t>
            </a:r>
          </a:p>
          <a:p>
            <a:pPr marL="0" marR="0" fontAlgn="base">
              <a:spcBef>
                <a:spcPts val="0"/>
              </a:spcBef>
              <a:spcAft>
                <a:spcPts val="0"/>
              </a:spcAft>
            </a:pPr>
            <a:endParaRPr lang="en-US" sz="1050">
              <a:effectLst/>
              <a:latin typeface="Franklin Gothic Book" panose="020B0503020102020204" pitchFamily="34" charset="0"/>
              <a:ea typeface="Times New Roman" panose="02020603050405020304" pitchFamily="18" charset="0"/>
              <a:cs typeface="Segoe UI" panose="020B0502040204020203" pitchFamily="34" charset="0"/>
            </a:endParaRPr>
          </a:p>
          <a:p>
            <a:pPr marL="0" marR="0" fontAlgn="base">
              <a:spcBef>
                <a:spcPts val="0"/>
              </a:spcBef>
              <a:spcAft>
                <a:spcPts val="0"/>
              </a:spcAft>
            </a:pPr>
            <a:r>
              <a:rPr lang="en-US" sz="1050">
                <a:effectLst/>
                <a:latin typeface="Franklin Gothic Book"/>
                <a:ea typeface="Times New Roman" panose="02020603050405020304" pitchFamily="18" charset="0"/>
                <a:cs typeface="Segoe UI" panose="020B0502040204020203" pitchFamily="34" charset="0"/>
              </a:rPr>
              <a:t>Implementing asset management practices relies on large amounts of readily accessible trustworthy data about infrastructure and utility systems. Often, however, the data that utilities have available to support analyses </a:t>
            </a:r>
            <a:r>
              <a:rPr lang="en-US" sz="1050" b="1">
                <a:effectLst/>
                <a:latin typeface="Franklin Gothic Book"/>
                <a:ea typeface="Times New Roman" panose="02020603050405020304" pitchFamily="18" charset="0"/>
                <a:cs typeface="Segoe UI" panose="020B0502040204020203" pitchFamily="34" charset="0"/>
              </a:rPr>
              <a:t>is difficult to find, stored across multiple sources, and is time-consuming to process for analyses. </a:t>
            </a:r>
            <a:r>
              <a:rPr lang="en-US" sz="1050">
                <a:effectLst/>
                <a:latin typeface="Franklin Gothic Book"/>
                <a:ea typeface="Times New Roman" panose="02020603050405020304" pitchFamily="18" charset="0"/>
                <a:cs typeface="Segoe UI" panose="020B0502040204020203" pitchFamily="34" charset="0"/>
              </a:rPr>
              <a:t>As a result, many asset management programs advance to the stage where data collection efforts are not fully utilized to inform decision making and dashboards only report on a subset of important key performance indicators that are out-of-date or unreliable. </a:t>
            </a:r>
            <a:r>
              <a:rPr lang="en-US" sz="1050" b="1">
                <a:effectLst/>
                <a:latin typeface="Franklin Gothic Book"/>
                <a:ea typeface="Times New Roman" panose="02020603050405020304" pitchFamily="18" charset="0"/>
                <a:cs typeface="Segoe UI" panose="020B0502040204020203" pitchFamily="34" charset="0"/>
              </a:rPr>
              <a:t>As a result, utilities are increasingly looking for solutions to address this undesirable pattern, develop accurate and trustworthy planning models, and consistently get data in the hands of decision-makers. </a:t>
            </a:r>
            <a:r>
              <a:rPr lang="en-US" sz="1050">
                <a:effectLst/>
                <a:latin typeface="Franklin Gothic Book"/>
                <a:ea typeface="Yu Gothic Light"/>
                <a:cs typeface="Segoe UI" panose="020B0502040204020203" pitchFamily="34" charset="0"/>
              </a:rPr>
              <a:t> </a:t>
            </a:r>
            <a:endParaRPr lang="en-US" sz="1050">
              <a:effectLst/>
              <a:latin typeface="Franklin Gothic Book"/>
              <a:ea typeface="Yu Gothic Light"/>
            </a:endParaRPr>
          </a:p>
          <a:p>
            <a:pPr marL="0" marR="0" fontAlgn="base">
              <a:spcBef>
                <a:spcPts val="0"/>
              </a:spcBef>
              <a:spcAft>
                <a:spcPts val="0"/>
              </a:spcAft>
            </a:pPr>
            <a:r>
              <a:rPr lang="en-US" sz="1050">
                <a:effectLst/>
                <a:latin typeface="Franklin Gothic Book"/>
                <a:ea typeface="Yu Gothic Light"/>
                <a:cs typeface="Segoe UI" panose="020B0502040204020203" pitchFamily="34" charset="0"/>
              </a:rPr>
              <a:t> </a:t>
            </a:r>
            <a:endParaRPr lang="en-US" sz="1050">
              <a:effectLst/>
              <a:latin typeface="Franklin Gothic Book"/>
              <a:ea typeface="Yu Gothic Light"/>
            </a:endParaRPr>
          </a:p>
          <a:p>
            <a:pPr marL="0" marR="0" fontAlgn="base">
              <a:spcBef>
                <a:spcPts val="0"/>
              </a:spcBef>
              <a:spcAft>
                <a:spcPts val="0"/>
              </a:spcAft>
            </a:pPr>
            <a:r>
              <a:rPr lang="en-US" sz="1050">
                <a:effectLst/>
                <a:latin typeface="Franklin Gothic Book"/>
                <a:ea typeface="Times New Roman" panose="02020603050405020304" pitchFamily="18" charset="0"/>
                <a:cs typeface="Segoe UI" panose="020B0502040204020203" pitchFamily="34" charset="0"/>
              </a:rPr>
              <a:t>The adoption of innovative technology represents an opportunity to enable these changes. Large language models (LLMs), like the technology powering ChatGPT, have recently emerged as a tool that can make utility data more accessible to decision-makers. These tools are now in widespread use for both personal and professional uses across many industries and offer new ways of analyzing, summarizing, and conducting complex reasoning about data. This presentation will demonstrate how utilities can adopt large language models and apply this technology across various tasks relevant to asset management. We will provide information about techniques for using large language models for complex tasks beyond chatbots, such as prompting and retrieval augmented generation. We will share several real-world examples of how utilities have used large language models in asset management programs to extract text from work orders; automate data entry; streamline regulatory reporting; and support information retrieval and question-answering about information contained in utility-specific documents, like operation and maintenance plans and engineering reports. The presentation will also include a forward-looking perspective on anticipated advances in generative artificial intelligence and a discussion on the risks and limitations of using LLMs on tasks related to critical infrastructure. We hope to inspire attendees to consider novel ways that LLMs can be tailored to meet the unique needs of utilities.</a:t>
            </a:r>
            <a:r>
              <a:rPr lang="en-US" sz="1050">
                <a:effectLst/>
                <a:latin typeface="Franklin Gothic Book"/>
                <a:ea typeface="Yu Gothic Light"/>
                <a:cs typeface="Segoe UI" panose="020B0502040204020203" pitchFamily="34" charset="0"/>
              </a:rPr>
              <a:t> </a:t>
            </a:r>
            <a:endParaRPr lang="en-US" sz="1050">
              <a:effectLst/>
              <a:latin typeface="Franklin Gothic Book"/>
              <a:ea typeface="Yu Gothic Light"/>
            </a:endParaRPr>
          </a:p>
          <a:p>
            <a:endParaRPr lang="en-US" sz="1050"/>
          </a:p>
        </p:txBody>
      </p:sp>
    </p:spTree>
    <p:extLst>
      <p:ext uri="{BB962C8B-B14F-4D97-AF65-F5344CB8AC3E}">
        <p14:creationId xmlns:p14="http://schemas.microsoft.com/office/powerpoint/2010/main" val="189328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For the agenda, we will be discussing some background information on artificial intelligence and frame the conversation for today, then we're going to get into two problems within the drinking water space in which we applied AI to, then we'll close out by introducing some adoption guidance for utilities interested in AI</a:t>
            </a:r>
          </a:p>
          <a:p>
            <a:endParaRPr lang="en-US" dirty="0"/>
          </a:p>
        </p:txBody>
      </p:sp>
    </p:spTree>
    <p:extLst>
      <p:ext uri="{BB962C8B-B14F-4D97-AF65-F5344CB8AC3E}">
        <p14:creationId xmlns:p14="http://schemas.microsoft.com/office/powerpoint/2010/main" val="3956437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07AD0-0EFB-0D2D-3E33-6EA5D83A9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84EE0-4236-16A5-AAF0-CB4AD7087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DAFDA-BE28-91D5-608E-EA0AA471C7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I'm going to talk a little bit about some background of AI and GenAI, introduce some definitions so we kind of have the framing for what we are talking about, then focus more on large language models and why we are interested</a:t>
            </a:r>
          </a:p>
          <a:p>
            <a:endParaRPr lang="en-US"/>
          </a:p>
        </p:txBody>
      </p:sp>
    </p:spTree>
    <p:extLst>
      <p:ext uri="{BB962C8B-B14F-4D97-AF65-F5344CB8AC3E}">
        <p14:creationId xmlns:p14="http://schemas.microsoft.com/office/powerpoint/2010/main" val="394259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b="0" i="0" kern="1200">
                <a:solidFill>
                  <a:schemeClr val="tx1"/>
                </a:solidFill>
                <a:effectLst/>
                <a:latin typeface="+mn-lt"/>
                <a:ea typeface="+mn-ea"/>
                <a:cs typeface="+mn-cs"/>
              </a:rPr>
              <a:t>At a high level, </a:t>
            </a:r>
            <a:r>
              <a:rPr lang="en-US" sz="1200" b="1" i="0" kern="1200">
                <a:solidFill>
                  <a:schemeClr val="tx1"/>
                </a:solidFill>
                <a:effectLst/>
                <a:latin typeface="+mn-lt"/>
                <a:ea typeface="+mn-ea"/>
                <a:cs typeface="+mn-cs"/>
              </a:rPr>
              <a:t>artificial intelligence</a:t>
            </a:r>
            <a:r>
              <a:rPr lang="en-US" sz="1200" b="0" i="0" kern="1200">
                <a:solidFill>
                  <a:schemeClr val="tx1"/>
                </a:solidFill>
                <a:effectLst/>
                <a:latin typeface="+mn-lt"/>
                <a:ea typeface="+mn-ea"/>
                <a:cs typeface="+mn-cs"/>
              </a:rPr>
              <a:t> is a really broad field that refers to systems that can analyze data and make decisions or predictions based on learned or assumed patterns. </a:t>
            </a:r>
          </a:p>
          <a:p>
            <a:pPr rtl="0" fontAlgn="ctr"/>
            <a:r>
              <a:rPr lang="en-US" sz="1200" b="0" i="0" kern="1200">
                <a:solidFill>
                  <a:schemeClr val="tx1"/>
                </a:solidFill>
                <a:effectLst/>
                <a:latin typeface="+mn-lt"/>
                <a:ea typeface="+mn-ea"/>
                <a:cs typeface="+mn-cs"/>
              </a:rPr>
              <a:t>So in the water space, this might look like things such as demand forecasting, leak detection, or identifying anomalies in water quality data.</a:t>
            </a:r>
          </a:p>
          <a:p>
            <a:pPr rtl="0" fontAlgn="ctr"/>
            <a:endParaRPr lang="en-US" sz="1200" b="0" i="0" kern="1200">
              <a:solidFill>
                <a:schemeClr val="tx1"/>
              </a:solidFill>
              <a:effectLst/>
              <a:latin typeface="+mn-lt"/>
              <a:ea typeface="+mn-ea"/>
              <a:cs typeface="+mn-cs"/>
            </a:endParaRPr>
          </a:p>
          <a:p>
            <a:pPr rtl="0" fontAlgn="ctr"/>
            <a:r>
              <a:rPr lang="en-US" sz="1200" b="0" i="0" kern="1200">
                <a:solidFill>
                  <a:schemeClr val="tx1"/>
                </a:solidFill>
                <a:effectLst/>
                <a:latin typeface="+mn-lt"/>
                <a:ea typeface="+mn-ea"/>
                <a:cs typeface="+mn-cs"/>
              </a:rPr>
              <a:t>Within AI, there are layers of increasing sophistication—machine learning, deep learning—and at the bottom of this stack is what we call </a:t>
            </a:r>
            <a:r>
              <a:rPr lang="en-US" sz="1200" b="1" i="0" kern="1200">
                <a:solidFill>
                  <a:schemeClr val="tx1"/>
                </a:solidFill>
                <a:effectLst/>
                <a:latin typeface="+mn-lt"/>
                <a:ea typeface="+mn-ea"/>
                <a:cs typeface="+mn-cs"/>
              </a:rPr>
              <a:t>generative AI</a:t>
            </a:r>
            <a:r>
              <a:rPr lang="en-US" sz="1200" b="0" i="0" kern="1200">
                <a:solidFill>
                  <a:schemeClr val="tx1"/>
                </a:solidFill>
                <a:effectLst/>
                <a:latin typeface="+mn-lt"/>
                <a:ea typeface="+mn-ea"/>
                <a:cs typeface="+mn-cs"/>
              </a:rPr>
              <a:t>. What makes generative AI different is that it doesn’t just analyze data—it actually </a:t>
            </a:r>
            <a:r>
              <a:rPr lang="en-US" sz="1200" b="1" i="0" kern="1200">
                <a:solidFill>
                  <a:schemeClr val="tx1"/>
                </a:solidFill>
                <a:effectLst/>
                <a:latin typeface="+mn-lt"/>
                <a:ea typeface="+mn-ea"/>
                <a:cs typeface="+mn-cs"/>
              </a:rPr>
              <a:t>creates new content</a:t>
            </a:r>
            <a:r>
              <a:rPr lang="en-US" sz="1200" b="0" i="0" kern="1200">
                <a:solidFill>
                  <a:schemeClr val="tx1"/>
                </a:solidFill>
                <a:effectLst/>
                <a:latin typeface="+mn-lt"/>
                <a:ea typeface="+mn-ea"/>
                <a:cs typeface="+mn-cs"/>
              </a:rPr>
              <a:t>.</a:t>
            </a:r>
          </a:p>
          <a:p>
            <a:pPr rtl="0" fontAlgn="ctr"/>
            <a:endParaRPr lang="en-US" sz="1200" b="0" i="0" kern="1200">
              <a:solidFill>
                <a:schemeClr val="tx1"/>
              </a:solidFill>
              <a:effectLst/>
              <a:latin typeface="+mn-lt"/>
              <a:ea typeface="+mn-ea"/>
              <a:cs typeface="+mn-cs"/>
            </a:endParaRPr>
          </a:p>
          <a:p>
            <a:pPr rtl="0" fontAlgn="ctr"/>
            <a:r>
              <a:rPr lang="en-US" sz="1200" b="0" i="0" kern="1200">
                <a:solidFill>
                  <a:schemeClr val="tx1"/>
                </a:solidFill>
                <a:effectLst/>
                <a:latin typeface="+mn-lt"/>
                <a:ea typeface="+mn-ea"/>
                <a:cs typeface="+mn-cs"/>
              </a:rPr>
              <a:t>So instead of predicting an outcome, it can generate new things like text, images, code, etc. The most common engine for interacting with GenAI comes in the form of a large language model, or LLM.</a:t>
            </a:r>
          </a:p>
          <a:p>
            <a:pPr rtl="0" fontAlgn="ctr"/>
            <a:r>
              <a:rPr lang="en-US" sz="1200" b="0" i="0" kern="1200">
                <a:solidFill>
                  <a:schemeClr val="tx1"/>
                </a:solidFill>
                <a:effectLst/>
                <a:latin typeface="+mn-lt"/>
                <a:ea typeface="+mn-ea"/>
                <a:cs typeface="+mn-cs"/>
              </a:rPr>
              <a:t>So as we go through the rest of this, we’re really focusing on this bottom layer—generative AI—and how it can be applied in the water sector.”</a:t>
            </a:r>
          </a:p>
          <a:p>
            <a:endParaRPr lang="en-US"/>
          </a:p>
        </p:txBody>
      </p:sp>
    </p:spTree>
    <p:extLst>
      <p:ext uri="{BB962C8B-B14F-4D97-AF65-F5344CB8AC3E}">
        <p14:creationId xmlns:p14="http://schemas.microsoft.com/office/powerpoint/2010/main" val="2940005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fontAlgn="ctr"/>
            <a:r>
              <a:rPr lang="en-US" sz="1200" b="0" i="0" kern="1200" dirty="0">
                <a:solidFill>
                  <a:schemeClr val="tx1"/>
                </a:solidFill>
                <a:effectLst/>
                <a:latin typeface="+mn-lt"/>
                <a:ea typeface="+mn-ea"/>
                <a:cs typeface="+mn-cs"/>
              </a:rPr>
              <a:t>To reiterate, an LLM is a type of artificial intelligence that has the ability to understand and generate natural language text. Like I said, this is the engine by which we interact with GenAI.</a:t>
            </a:r>
          </a:p>
          <a:p>
            <a:pPr rtl="0" fontAlgn="ctr"/>
            <a:endParaRPr lang="en-US" sz="1200" b="0" i="0" kern="1200" dirty="0">
              <a:solidFill>
                <a:schemeClr val="tx1"/>
              </a:solidFill>
              <a:effectLst/>
              <a:latin typeface="+mn-lt"/>
              <a:ea typeface="+mn-ea"/>
              <a:cs typeface="+mn-cs"/>
            </a:endParaRPr>
          </a:p>
          <a:p>
            <a:pPr rtl="0" fontAlgn="ctr"/>
            <a:r>
              <a:rPr lang="en-US" sz="1200" b="0" i="0" kern="1200" dirty="0">
                <a:solidFill>
                  <a:schemeClr val="tx1"/>
                </a:solidFill>
                <a:effectLst/>
                <a:latin typeface="+mn-lt"/>
                <a:ea typeface="+mn-ea"/>
                <a:cs typeface="+mn-cs"/>
              </a:rPr>
              <a:t>The way these models are able to mimic human language and thinking is by being trained on such a vast amount of textual data from websites, textbooks, articles, and more so it is able to capture the patterns and semantic meaning of words and phrases and different context.</a:t>
            </a:r>
          </a:p>
          <a:p>
            <a:pPr rtl="0" fontAlgn="ctr"/>
            <a:r>
              <a:rPr lang="en-US" sz="1200" b="0" i="0" kern="1200" dirty="0">
                <a:solidFill>
                  <a:schemeClr val="tx1"/>
                </a:solidFill>
                <a:effectLst/>
                <a:latin typeface="+mn-lt"/>
                <a:ea typeface="+mn-ea"/>
                <a:cs typeface="+mn-cs"/>
              </a:rPr>
              <a:t>Common examples of this technology can be seen in platforms like </a:t>
            </a:r>
            <a:r>
              <a:rPr lang="en-US" sz="1200" b="0" i="0" kern="1200" dirty="0" err="1">
                <a:solidFill>
                  <a:schemeClr val="tx1"/>
                </a:solidFill>
                <a:effectLst/>
                <a:latin typeface="+mn-lt"/>
                <a:ea typeface="+mn-ea"/>
                <a:cs typeface="+mn-cs"/>
              </a:rPr>
              <a:t>chatgpt</a:t>
            </a:r>
            <a:r>
              <a:rPr lang="en-US" sz="1200" b="0" i="0" kern="1200" dirty="0">
                <a:solidFill>
                  <a:schemeClr val="tx1"/>
                </a:solidFill>
                <a:effectLst/>
                <a:latin typeface="+mn-lt"/>
                <a:ea typeface="+mn-ea"/>
                <a:cs typeface="+mn-cs"/>
              </a:rPr>
              <a:t>, or </a:t>
            </a:r>
            <a:r>
              <a:rPr lang="en-US" sz="1200" b="0" i="0" kern="1200" dirty="0" err="1">
                <a:solidFill>
                  <a:schemeClr val="tx1"/>
                </a:solidFill>
                <a:effectLst/>
                <a:latin typeface="+mn-lt"/>
                <a:ea typeface="+mn-ea"/>
                <a:cs typeface="+mn-cs"/>
              </a:rPr>
              <a:t>microsofts</a:t>
            </a:r>
            <a:r>
              <a:rPr lang="en-US" sz="1200" b="0" i="0" kern="1200" dirty="0">
                <a:solidFill>
                  <a:schemeClr val="tx1"/>
                </a:solidFill>
                <a:effectLst/>
                <a:latin typeface="+mn-lt"/>
                <a:ea typeface="+mn-ea"/>
                <a:cs typeface="+mn-cs"/>
              </a:rPr>
              <a:t> copilot, or </a:t>
            </a:r>
            <a:r>
              <a:rPr lang="en-US" sz="1200" b="0" i="0" kern="1200" dirty="0" err="1">
                <a:solidFill>
                  <a:schemeClr val="tx1"/>
                </a:solidFill>
                <a:effectLst/>
                <a:latin typeface="+mn-lt"/>
                <a:ea typeface="+mn-ea"/>
                <a:cs typeface="+mn-cs"/>
              </a:rPr>
              <a:t>anthropic's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claude</a:t>
            </a:r>
            <a:r>
              <a:rPr lang="en-US" sz="1200" b="0" i="0" kern="1200" dirty="0">
                <a:solidFill>
                  <a:schemeClr val="tx1"/>
                </a:solidFill>
                <a:effectLst/>
                <a:latin typeface="+mn-lt"/>
                <a:ea typeface="+mn-ea"/>
                <a:cs typeface="+mn-cs"/>
              </a:rPr>
              <a:t>, and others</a:t>
            </a:r>
          </a:p>
          <a:p>
            <a:pPr rtl="0" fontAlgn="ctr"/>
            <a:endParaRPr lang="en-US" sz="1200" b="0" i="0" kern="1200" dirty="0">
              <a:solidFill>
                <a:schemeClr val="tx1"/>
              </a:solidFill>
              <a:effectLst/>
              <a:latin typeface="+mn-lt"/>
              <a:ea typeface="+mn-ea"/>
              <a:cs typeface="+mn-cs"/>
            </a:endParaRPr>
          </a:p>
          <a:p>
            <a:pPr rtl="0" fontAlgn="ctr"/>
            <a:r>
              <a:rPr lang="en-US" sz="1200" b="0" i="0" kern="1200" dirty="0">
                <a:solidFill>
                  <a:schemeClr val="tx1"/>
                </a:solidFill>
                <a:effectLst/>
                <a:latin typeface="+mn-lt"/>
                <a:ea typeface="+mn-ea"/>
                <a:cs typeface="+mn-cs"/>
              </a:rPr>
              <a:t>When you interact with these tools you're able to submit a question or a query, and the model is essentially predicting how to respond based on all of that prior training.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484734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are going beyond just using LLMs, and moving into guiding them for use on repeated technical tasks</a:t>
            </a:r>
          </a:p>
          <a:p>
            <a:endParaRPr lang="en-US" dirty="0"/>
          </a:p>
          <a:p>
            <a:r>
              <a:rPr lang="en-US" dirty="0"/>
              <a:t>This activity introduces participants to large language models (LLMs) through guided experimentation in Microsoft Azure’s Chat Playground. Working in small groups with facilitator support, participants will practice prompt design, adjust model parameters, and compare responses grounded in real-world data. The goal is to build literacy in how LLMs work, highlight their limitations, and explore how they can be directed to support specific organizational tasks. </a:t>
            </a:r>
          </a:p>
        </p:txBody>
      </p:sp>
    </p:spTree>
    <p:extLst>
      <p:ext uri="{BB962C8B-B14F-4D97-AF65-F5344CB8AC3E}">
        <p14:creationId xmlns:p14="http://schemas.microsoft.com/office/powerpoint/2010/main" val="2019236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2BC16-F680-1E0C-DB21-7BDE9BF8B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1452D-8FDB-CE68-1E1B-721A4A465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E07DC-2998-823F-54EB-3A81BBED7D4B}"/>
              </a:ext>
            </a:extLst>
          </p:cNvPr>
          <p:cNvSpPr>
            <a:spLocks noGrp="1"/>
          </p:cNvSpPr>
          <p:nvPr>
            <p:ph type="body" idx="1"/>
          </p:nvPr>
        </p:nvSpPr>
        <p:spPr/>
        <p:txBody>
          <a:bodyPr/>
          <a:lstStyle/>
          <a:p>
            <a:pPr algn="ctr"/>
            <a:r>
              <a:rPr lang="en-US" sz="1100">
                <a:highlight>
                  <a:srgbClr val="FFFF00"/>
                </a:highlight>
              </a:rPr>
              <a:t>Audience Participation (poll with QR code??) + Prepare slide with examples</a:t>
            </a:r>
          </a:p>
          <a:p>
            <a:pPr algn="ctr"/>
            <a:endParaRPr lang="en-US" sz="1100">
              <a:highlight>
                <a:srgbClr val="FFFF00"/>
              </a:highlight>
            </a:endParaRPr>
          </a:p>
          <a:p>
            <a:pPr algn="ctr"/>
            <a:r>
              <a:rPr lang="en-US" sz="1100">
                <a:highlight>
                  <a:srgbClr val="FFFF00"/>
                </a:highlight>
              </a:rPr>
              <a:t>Customer service</a:t>
            </a:r>
          </a:p>
          <a:p>
            <a:pPr algn="ctr"/>
            <a:r>
              <a:rPr lang="en-US" sz="1100">
                <a:highlight>
                  <a:srgbClr val="FFFF00"/>
                </a:highlight>
              </a:rPr>
              <a:t>Processing work orders </a:t>
            </a:r>
          </a:p>
          <a:p>
            <a:pPr algn="ctr"/>
            <a:r>
              <a:rPr lang="en-US" sz="1100">
                <a:highlight>
                  <a:srgbClr val="FFFF00"/>
                </a:highlight>
              </a:rPr>
              <a:t>Streamlining regulatory reporting</a:t>
            </a:r>
          </a:p>
          <a:p>
            <a:pPr algn="ctr"/>
            <a:r>
              <a:rPr lang="en-US" sz="1100">
                <a:highlight>
                  <a:srgbClr val="FFFF00"/>
                </a:highlight>
              </a:rPr>
              <a:t>Creating asset inventories…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50" normalizeH="0" baseline="0" noProof="0">
              <a:ln>
                <a:noFill/>
              </a:ln>
              <a:solidFill>
                <a:srgbClr val="000000"/>
              </a:solidFill>
              <a:effectLst/>
              <a:uLnTx/>
              <a:uFillTx/>
              <a:latin typeface="Franklin Gothic Book"/>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50" normalizeH="0" baseline="0" noProof="0" dirty="0">
              <a:ln>
                <a:noFill/>
              </a:ln>
              <a:solidFill>
                <a:srgbClr val="000000"/>
              </a:solidFill>
              <a:effectLst/>
              <a:uLnTx/>
              <a:uFillTx/>
              <a:latin typeface="Franklin Gothic Book"/>
              <a:ea typeface="+mj-ea"/>
              <a:cs typeface="+mj-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50" normalizeH="0" baseline="0" noProof="0" dirty="0">
                <a:ln>
                  <a:noFill/>
                </a:ln>
                <a:solidFill>
                  <a:srgbClr val="000000"/>
                </a:solidFill>
                <a:effectLst/>
                <a:uLnTx/>
                <a:uFillTx/>
                <a:latin typeface="Franklin Gothic Book"/>
                <a:ea typeface="+mj-ea"/>
                <a:cs typeface="+mj-cs"/>
              </a:rPr>
              <a:t>Sometimes useful data is trapped in hardcopy or scanned formats, but </a:t>
            </a:r>
            <a:r>
              <a:rPr kumimoji="0" lang="en-US" sz="1100" b="1" i="0" u="none" strike="noStrike" kern="1200" cap="none" spc="-50" normalizeH="0" baseline="0" noProof="0" dirty="0">
                <a:ln>
                  <a:noFill/>
                </a:ln>
                <a:solidFill>
                  <a:srgbClr val="000000"/>
                </a:solidFill>
                <a:effectLst/>
                <a:uLnTx/>
                <a:uFillTx/>
                <a:latin typeface="Franklin Gothic Book"/>
                <a:ea typeface="+mj-ea"/>
                <a:cs typeface="+mj-cs"/>
              </a:rPr>
              <a:t>staff do not have time to find, extract, and organize it</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I will now share two more examples related to regulatory reporting. </a:t>
            </a:r>
          </a:p>
          <a:p>
            <a:pPr marL="0" marR="0">
              <a:spcBef>
                <a:spcPts val="0"/>
              </a:spcBef>
              <a:spcAft>
                <a:spcPts val="0"/>
              </a:spcAft>
            </a:pPr>
            <a:r>
              <a:rPr lang="en-US" sz="1100" b="1" dirty="0">
                <a:effectLst/>
                <a:latin typeface="Calibri" panose="020F0502020204030204" pitchFamily="34" charset="0"/>
              </a:rPr>
              <a:t>The first is a quick example related to building an inventory from thousands of documents.</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Here, we worked with a water utility in the northeast that needed to develop an inventory of their water service lines to comply with a regulatory deadline. </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Their requirements included reviewing all available information to identify all pipes that may be made of lead or copper. </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Their staff spent about a year scanning, reviewing, and transcribing information from tap cards like this manually. This was a very time consuming effort, and as the regulatory reporting deadline neared, they realized they needed to change course to be able to complete the task on time. </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Rather than adding resources, the utility reached out to our team to ask “how can technology streamline our efforts?”</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600" b="1" i="0" dirty="0">
                <a:solidFill>
                  <a:srgbClr val="1B1B1B"/>
                </a:solidFill>
                <a:effectLst/>
                <a:latin typeface="Merriweather Web"/>
              </a:rPr>
              <a:t>Lead and Copper Rule Improvements</a:t>
            </a: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share about converting structured </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a few examples Another utility was faced with a big challenge</a:t>
            </a:r>
          </a:p>
          <a:p>
            <a:pPr marL="0" marR="0">
              <a:spcBef>
                <a:spcPts val="0"/>
              </a:spcBef>
              <a:spcAft>
                <a:spcPts val="0"/>
              </a:spcAft>
            </a:pPr>
            <a:endParaRPr lang="en-US" sz="1100" b="1" dirty="0">
              <a:effectLst/>
              <a:latin typeface="Calibri" panose="020F0502020204030204" pitchFamily="34" charset="0"/>
            </a:endParaRPr>
          </a:p>
          <a:p>
            <a:pPr marL="0" marR="0">
              <a:spcBef>
                <a:spcPts val="0"/>
              </a:spcBef>
              <a:spcAft>
                <a:spcPts val="0"/>
              </a:spcAft>
            </a:pPr>
            <a:r>
              <a:rPr lang="en-US" sz="1100" b="1" dirty="0">
                <a:effectLst/>
                <a:latin typeface="Calibri" panose="020F0502020204030204" pitchFamily="34" charset="0"/>
              </a:rPr>
              <a:t>LCRR Example</a:t>
            </a:r>
            <a:endParaRPr lang="en-US" sz="11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100" b="1" dirty="0">
                <a:effectLst/>
                <a:latin typeface="Calibri" panose="020F0502020204030204" pitchFamily="34" charset="0"/>
              </a:rPr>
              <a:t>What:</a:t>
            </a:r>
            <a:endParaRPr lang="en-US" sz="1100"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Handwritten field inspection notes of drinking water lines were available as PDFs.</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The goal was to identify the material of the lines from the notes.</a:t>
            </a:r>
          </a:p>
          <a:p>
            <a:pPr rtl="0" fontAlgn="ctr">
              <a:spcBef>
                <a:spcPts val="0"/>
              </a:spcBef>
              <a:spcAft>
                <a:spcPts val="0"/>
              </a:spcAft>
              <a:buFont typeface="Arial" panose="020B0604020202020204" pitchFamily="34" charset="0"/>
              <a:buChar char="•"/>
            </a:pPr>
            <a:r>
              <a:rPr lang="en-US" sz="1100" b="1" dirty="0">
                <a:effectLst/>
                <a:latin typeface="Calibri" panose="020F0502020204030204" pitchFamily="34" charset="0"/>
              </a:rPr>
              <a:t>How:</a:t>
            </a:r>
            <a:endParaRPr lang="en-US" sz="1100"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Data was digitized and ingested.</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Images and embedded data were fed into a large language model (LLM).</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The LLM, connected to other models, produced structured data with fields and values from the notes.</a:t>
            </a:r>
          </a:p>
          <a:p>
            <a:pPr rtl="0" fontAlgn="ctr">
              <a:spcBef>
                <a:spcPts val="0"/>
              </a:spcBef>
              <a:spcAft>
                <a:spcPts val="0"/>
              </a:spcAft>
              <a:buFont typeface="Arial" panose="020B0604020202020204" pitchFamily="34" charset="0"/>
              <a:buChar char="•"/>
            </a:pPr>
            <a:r>
              <a:rPr lang="en-US" sz="1100" b="1" dirty="0">
                <a:effectLst/>
                <a:latin typeface="Calibri" panose="020F0502020204030204" pitchFamily="34" charset="0"/>
              </a:rPr>
              <a:t>Outcome:</a:t>
            </a:r>
            <a:endParaRPr lang="en-US" sz="1100"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Classified water lines by pipe material for Lead and Copper Rule compliance.</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The client estimated processing 10,000 notecards would take a year with existing resources.</a:t>
            </a: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BC processed 5,000 notecards with one staff member in just one week.</a:t>
            </a:r>
          </a:p>
          <a:p>
            <a:pPr rtl="0" fontAlgn="ctr">
              <a:spcBef>
                <a:spcPts val="0"/>
              </a:spcBef>
              <a:spcAft>
                <a:spcPts val="0"/>
              </a:spcAft>
              <a:buFont typeface="Arial" panose="020B0604020202020204" pitchFamily="34" charset="0"/>
              <a:buChar char="•"/>
            </a:pPr>
            <a:r>
              <a:rPr lang="en-US" sz="1100" b="1" dirty="0">
                <a:effectLst/>
                <a:latin typeface="Calibri" panose="020F0502020204030204" pitchFamily="34" charset="0"/>
              </a:rPr>
              <a:t>Impact:</a:t>
            </a:r>
            <a:endParaRPr lang="en-US" sz="1100"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1100" dirty="0">
                <a:effectLst/>
                <a:latin typeface="Calibri" panose="020F0502020204030204" pitchFamily="34" charset="0"/>
              </a:rPr>
              <a:t>Demonstrates significant improvements in efficiency using AI and automation.</a:t>
            </a:r>
          </a:p>
          <a:p>
            <a:endParaRPr lang="en-US" dirty="0"/>
          </a:p>
          <a:p>
            <a:pPr marL="0" marR="0">
              <a:spcBef>
                <a:spcPts val="0"/>
              </a:spcBef>
              <a:spcAft>
                <a:spcPts val="0"/>
              </a:spcAft>
            </a:pPr>
            <a:endParaRPr lang="en-US" sz="1100" b="1" dirty="0">
              <a:effectLst/>
              <a:latin typeface="Calibri" panose="020F0502020204030204" pitchFamily="34" charset="0"/>
            </a:endParaRPr>
          </a:p>
        </p:txBody>
      </p:sp>
      <p:sp>
        <p:nvSpPr>
          <p:cNvPr id="4" name="Slide Number Placeholder 3">
            <a:extLst>
              <a:ext uri="{FF2B5EF4-FFF2-40B4-BE49-F238E27FC236}">
                <a16:creationId xmlns:a16="http://schemas.microsoft.com/office/drawing/2014/main" id="{3E93CE85-25DA-1881-ABC5-4958A450176C}"/>
              </a:ext>
            </a:extLst>
          </p:cNvPr>
          <p:cNvSpPr>
            <a:spLocks noGrp="1"/>
          </p:cNvSpPr>
          <p:nvPr>
            <p:ph type="sldNum" sz="quarter" idx="5"/>
          </p:nvPr>
        </p:nvSpPr>
        <p:spPr/>
        <p:txBody>
          <a:bodyPr/>
          <a:lstStyle/>
          <a:p>
            <a:fld id="{10CFB733-4484-43DB-A09C-D0ACB22CAFFF}" type="slidenum">
              <a:rPr lang="en-US" smtClean="0"/>
              <a:pPr/>
              <a:t>8</a:t>
            </a:fld>
            <a:endParaRPr lang="en-US"/>
          </a:p>
        </p:txBody>
      </p:sp>
    </p:spTree>
    <p:extLst>
      <p:ext uri="{BB962C8B-B14F-4D97-AF65-F5344CB8AC3E}">
        <p14:creationId xmlns:p14="http://schemas.microsoft.com/office/powerpoint/2010/main" val="3800029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activity…For example, who won the super bowl in 2025? …</a:t>
            </a:r>
          </a:p>
          <a:p>
            <a:r>
              <a:rPr lang="en-US"/>
              <a:t>You can also ask it to provide information about your utility with citations… </a:t>
            </a:r>
          </a:p>
          <a:p>
            <a:r>
              <a:rPr lang="en-US"/>
              <a:t>---</a:t>
            </a:r>
          </a:p>
          <a:p>
            <a:endParaRPr lang="en-US"/>
          </a:p>
          <a:p>
            <a:r>
              <a:rPr lang="en-US"/>
              <a:t>E.g. who is the president? A model trained in august 2024 may say Joe Biden</a:t>
            </a:r>
          </a:p>
          <a:p>
            <a:r>
              <a:rPr lang="en-US"/>
              <a:t>E.g. how many wins did the Washington capitals have in </a:t>
            </a:r>
            <a:r>
              <a:rPr kumimoji="0" lang="en-US" sz="12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2017-18. Might say 38, even though it was 49.</a:t>
            </a:r>
            <a:endParaRPr lang="en-US"/>
          </a:p>
        </p:txBody>
      </p:sp>
      <p:sp>
        <p:nvSpPr>
          <p:cNvPr id="4" name="Slide Number Placeholder 3"/>
          <p:cNvSpPr>
            <a:spLocks noGrp="1"/>
          </p:cNvSpPr>
          <p:nvPr>
            <p:ph type="sldNum" sz="quarter" idx="5"/>
          </p:nvPr>
        </p:nvSpPr>
        <p:spPr/>
        <p:txBody>
          <a:bodyPr/>
          <a:lstStyle/>
          <a:p>
            <a:fld id="{B4A96232-80B7-4994-8F94-6CF662BB1D50}" type="slidenum">
              <a:rPr lang="en-US" smtClean="0"/>
              <a:t>11</a:t>
            </a:fld>
            <a:endParaRPr lang="en-US"/>
          </a:p>
        </p:txBody>
      </p:sp>
    </p:spTree>
    <p:extLst>
      <p:ext uri="{BB962C8B-B14F-4D97-AF65-F5344CB8AC3E}">
        <p14:creationId xmlns:p14="http://schemas.microsoft.com/office/powerpoint/2010/main" val="3599021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https://www.nature.com/articles/d41586-026-01100-y</a:t>
            </a:r>
          </a:p>
        </p:txBody>
      </p:sp>
    </p:spTree>
    <p:extLst>
      <p:ext uri="{BB962C8B-B14F-4D97-AF65-F5344CB8AC3E}">
        <p14:creationId xmlns:p14="http://schemas.microsoft.com/office/powerpoint/2010/main" val="1685437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https://gizmodo.com/should-you-hijack-a-corporate-ai-chatbot-for-free-tokens-2000767595</a:t>
            </a:r>
          </a:p>
        </p:txBody>
      </p:sp>
    </p:spTree>
    <p:extLst>
      <p:ext uri="{BB962C8B-B14F-4D97-AF65-F5344CB8AC3E}">
        <p14:creationId xmlns:p14="http://schemas.microsoft.com/office/powerpoint/2010/main" val="24907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448BF-0FAD-77F7-82AF-6CAE6F8F5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6956D-52B8-6831-5A65-64A4E6555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64199-69CD-F316-43ED-3C3E20C86192}"/>
              </a:ext>
            </a:extLst>
          </p:cNvPr>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this ability to infer context and associate concepts is what makes these models so powerful in general applications like summarizing or drafting an email. But what happens when the patterns and information are not inherently embedded in the training of base models like GPT? Well we use a framework called retrieval augmented generation, or RAG. What RAG means is that we have access to some document that we know has the answer to a question. Well we can essentially take that document and include it in our question that we ask the LLM. So instead of just asking the model about how to clean and maintain a pump, I can say “hey look through the operations manual for this specific pump I have and can you tell me the steps to take to clean it?” and it now has the necessary and relevant context to provide a useful answer. What happens when we have a bunch of documents and different questions? Well we can put all of the data in a searchable database and give the LLM access to it, so that whenever we ask or submit a query, the LLM can go and retrieve the most relevant information to answer the question. We are not retraining the model or anything like that, but simply injecting our data into the prompt for the model to use. </a:t>
            </a:r>
          </a:p>
          <a:p>
            <a:endParaRPr lang="en-US"/>
          </a:p>
        </p:txBody>
      </p:sp>
      <p:sp>
        <p:nvSpPr>
          <p:cNvPr id="4" name="Slide Number Placeholder 3">
            <a:extLst>
              <a:ext uri="{FF2B5EF4-FFF2-40B4-BE49-F238E27FC236}">
                <a16:creationId xmlns:a16="http://schemas.microsoft.com/office/drawing/2014/main" id="{46CA22F3-B527-E3D0-A8E5-A92225C93D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2850336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CA928-F439-2CAF-2992-76ABB5579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5E1FE-AAD6-7154-28CE-98788E3D5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6A939-62CF-45F2-49E4-E573773A7C5F}"/>
              </a:ext>
            </a:extLst>
          </p:cNvPr>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this ability to infer context and associate concepts is what makes these models so powerful in general applications like summarizing or drafting an email. But what happens when the patterns and information are not inherently embedded in the training of base models like GPT? Well we use a framework called retrieval augmented generation, or RAG. What RAG means is that we have access to some document that we know has the answer to a question. Well we can essentially take that document and include it in our question that we ask the LLM. So instead of just asking the model about how to clean and maintain a pump, I can say “hey look through the operations manual for this specific pump I have and can you tell me the steps to take to clean it?” and it now has the necessary and relevant context to provide a useful answer. What happens when we have a bunch of documents and different questions? Well we can put all of the data in a searchable database and give the LLM access to it, so that whenever we ask or submit a query, the LLM can go and retrieve the most relevant information to answer the question. We are not retraining the model or anything like that, but simply injecting our data into the prompt for the model to use. </a:t>
            </a:r>
          </a:p>
          <a:p>
            <a:endParaRPr lang="en-US"/>
          </a:p>
        </p:txBody>
      </p:sp>
      <p:sp>
        <p:nvSpPr>
          <p:cNvPr id="4" name="Slide Number Placeholder 3">
            <a:extLst>
              <a:ext uri="{FF2B5EF4-FFF2-40B4-BE49-F238E27FC236}">
                <a16:creationId xmlns:a16="http://schemas.microsoft.com/office/drawing/2014/main" id="{F9D87CC5-01B0-668A-C862-5A5036C036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415415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5FBF-89A9-E286-DA11-08DC37889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C0376-9656-40AC-AA06-4FEE41A57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EFEA8D-C62A-66F8-A477-6AD4A436B733}"/>
              </a:ext>
            </a:extLst>
          </p:cNvPr>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this ability to infer context and associate concepts is what makes these models so powerful in general applications like summarizing or drafting an email. But what happens when the patterns and information are not inherently embedded in the training of base models like GPT? Well we use a framework called retrieval augmented generation, or RAG. What RAG means is that we have access to some document that we know has the answer to a question. Well we can essentially take that document and include it in our question that we ask the LLM. So instead of just asking the model about how to clean and maintain a pump, I can say “hey look through the operations manual for this specific pump I have and can you tell me the steps to take to clean it?” and it now has the necessary and relevant context to provide a useful answer. What happens when we have a bunch of documents and different questions? Well we can put all of the data in a searchable database and give the LLM access to it, so that whenever we ask or submit a query, the LLM can go and retrieve the most relevant information to answer the question. We are not retraining the model or anything like that, but simply injecting our data into the prompt for the model to use. </a:t>
            </a:r>
          </a:p>
          <a:p>
            <a:endParaRPr lang="en-US"/>
          </a:p>
        </p:txBody>
      </p:sp>
      <p:sp>
        <p:nvSpPr>
          <p:cNvPr id="4" name="Slide Number Placeholder 3">
            <a:extLst>
              <a:ext uri="{FF2B5EF4-FFF2-40B4-BE49-F238E27FC236}">
                <a16:creationId xmlns:a16="http://schemas.microsoft.com/office/drawing/2014/main" id="{F5327B75-8EDE-27E1-97CA-95165211F7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1161005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F47BE-D49A-6CC7-9208-68D92C071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4EFA5-E034-DEFA-1784-C03168DC1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BD293-F7F5-C37F-629C-FC7999B4B500}"/>
              </a:ext>
            </a:extLst>
          </p:cNvPr>
          <p:cNvSpPr>
            <a:spLocks noGrp="1"/>
          </p:cNvSpPr>
          <p:nvPr>
            <p:ph type="body" idx="1"/>
          </p:nvPr>
        </p:nvSpPr>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a:effectLst/>
                <a:latin typeface="Aptos" panose="020B0004020202020204" pitchFamily="34" charset="0"/>
                <a:ea typeface="Aptos" panose="020B0004020202020204" pitchFamily="34" charset="0"/>
                <a:cs typeface="Times New Roman" panose="02020603050405020304" pitchFamily="18" charset="0"/>
              </a:rPr>
              <a:t>this ability to infer context and associate concepts is what makes these models so powerful in general applications like summarizing or drafting an email. But what happens when the patterns and information are not inherently embedded in the training of base models like GPT? Well we use a framework called retrieval augmented generation, or RAG. What RAG means is that we have access to some document that we know has the answer to a question. Well we can essentially take that document and include it in our question that we ask the LLM. So instead of just asking the model about how to clean and maintain a pump, I can say “hey look through the operations manual for this specific pump I have and can you tell me the steps to take to clean it?” and it now has the necessary and relevant context to provide a useful answer. What happens when we have a bunch of documents and different questions? Well we can put all of the data in a searchable database and give the LLM access to it, so that whenever we ask or submit a query, the LLM can go and retrieve the most relevant information to answer the question. We are not retraining the model or anything like that, but simply injecting our data into the prompt for the model to use. </a:t>
            </a:r>
          </a:p>
          <a:p>
            <a:endParaRPr lang="en-US"/>
          </a:p>
        </p:txBody>
      </p:sp>
      <p:sp>
        <p:nvSpPr>
          <p:cNvPr id="4" name="Slide Number Placeholder 3">
            <a:extLst>
              <a:ext uri="{FF2B5EF4-FFF2-40B4-BE49-F238E27FC236}">
                <a16:creationId xmlns:a16="http://schemas.microsoft.com/office/drawing/2014/main" id="{B335FCC4-EED6-17D0-B4DE-290595B495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2736187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 and pro retrieval step is </a:t>
            </a:r>
            <a:r>
              <a:rPr lang="en-US" err="1"/>
              <a:t>llm</a:t>
            </a:r>
            <a:endParaRPr lang="en-US"/>
          </a:p>
          <a:p>
            <a:r>
              <a:rPr lang="en-US"/>
              <a:t>Remove right stack diagram</a:t>
            </a:r>
          </a:p>
          <a:p>
            <a:r>
              <a:rPr lang="en-US"/>
              <a:t>One row at a time</a:t>
            </a:r>
          </a:p>
          <a:p>
            <a:r>
              <a:rPr lang="en-US"/>
              <a:t>Try simplify words in each box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Have discussion and really focus on this; really want the No Regrets examples from discussion, focus on those; try to get people to talk about these quadrants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4986-46AB-707B-4A1C-049B2FBF5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1767A-A916-876B-C0FB-62A835486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9879C-6243-A636-1943-AFC93E8603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DD8D4F-F614-710C-A419-D0BBE29CC44D}"/>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384685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FA61D-C91B-0353-419E-CDB6BFE71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BDF1E-D90F-D481-0294-20EA9520E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78F03-3F8B-A52F-85DB-77BCF611C6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32C974-E1F2-502C-ED5E-8702F8E054A6}"/>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311037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solidFill>
                  <a:srgbClr val="FFFFFF"/>
                </a:solidFill>
              </a:rPr>
              <a:t>It seems like everyone has an AI offering these days. </a:t>
            </a:r>
            <a:endParaRPr lang="en-US"/>
          </a:p>
          <a:p>
            <a:pPr>
              <a:lnSpc>
                <a:spcPct val="90000"/>
              </a:lnSpc>
              <a:spcBef>
                <a:spcPts val="1000"/>
              </a:spcBef>
            </a:pPr>
            <a:r>
              <a:rPr lang="en-US">
                <a:solidFill>
                  <a:srgbClr val="FFFFFF"/>
                </a:solidFill>
              </a:rPr>
              <a:t>So, what part of the AI market are we talking about? And how can your organizationstart using these tools?</a:t>
            </a:r>
            <a:endParaRPr lang="en-US"/>
          </a:p>
        </p:txBody>
      </p:sp>
    </p:spTree>
    <p:extLst>
      <p:ext uri="{BB962C8B-B14F-4D97-AF65-F5344CB8AC3E}">
        <p14:creationId xmlns:p14="http://schemas.microsoft.com/office/powerpoint/2010/main" val="38733369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AE5E9-A15E-9263-3EAB-8628A3BB8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F4A32-07CB-A53C-3401-19DA14921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9D6D3-BE6E-FCA3-89CB-3F522445DAA3}"/>
              </a:ext>
            </a:extLst>
          </p:cNvPr>
          <p:cNvSpPr>
            <a:spLocks noGrp="1"/>
          </p:cNvSpPr>
          <p:nvPr>
            <p:ph type="body" idx="1"/>
          </p:nvPr>
        </p:nvSpPr>
        <p:spPr/>
        <p:txBody>
          <a:bodyPr/>
          <a:lstStyle/>
          <a:p>
            <a:pPr marL="0" marR="0">
              <a:spcBef>
                <a:spcPts val="0"/>
              </a:spcBef>
              <a:spcAft>
                <a:spcPts val="0"/>
              </a:spcAft>
            </a:pPr>
            <a:r>
              <a:rPr lang="en-US" sz="1100" b="0">
                <a:effectLst/>
                <a:latin typeface="Calibri" panose="020F0502020204030204" pitchFamily="34" charset="0"/>
              </a:rPr>
              <a:t>What are we seeing in the market… </a:t>
            </a:r>
            <a:endParaRPr lang="en-US"/>
          </a:p>
          <a:p>
            <a:pPr marL="0" marR="0">
              <a:spcBef>
                <a:spcPts val="0"/>
              </a:spcBef>
              <a:spcAft>
                <a:spcPts val="0"/>
              </a:spcAft>
            </a:pPr>
            <a:r>
              <a:rPr lang="en-US" sz="1100" b="0">
                <a:effectLst/>
                <a:latin typeface="Calibri" panose="020F0502020204030204" pitchFamily="34" charset="0"/>
              </a:rPr>
              <a:t>Spectrum of Users</a:t>
            </a:r>
          </a:p>
          <a:p>
            <a:pPr rtl="0" fontAlgn="ctr">
              <a:spcBef>
                <a:spcPts val="0"/>
              </a:spcBef>
              <a:spcAft>
                <a:spcPts val="0"/>
              </a:spcAft>
              <a:buFont typeface="+mj-lt"/>
              <a:buAutoNum type="arabicPeriod"/>
            </a:pPr>
            <a:r>
              <a:rPr lang="en-US" sz="1100" b="0" i="0">
                <a:effectLst/>
                <a:latin typeface="Calibri" panose="020F0502020204030204" pitchFamily="34" charset="0"/>
              </a:rPr>
              <a:t>Opposition:</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Users who completely reject the use of LLMs.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Reasons: the technology is too new, contentment with current processes, lack of perceived need, or insufficient time and resources to explore LLMs.</a:t>
            </a:r>
          </a:p>
          <a:p>
            <a:pPr rtl="0" fontAlgn="ctr">
              <a:spcBef>
                <a:spcPts val="0"/>
              </a:spcBef>
              <a:spcAft>
                <a:spcPts val="0"/>
              </a:spcAft>
              <a:buFont typeface="+mj-lt"/>
              <a:buAutoNum type="arabicPeriod"/>
            </a:pPr>
            <a:r>
              <a:rPr lang="en-US" sz="1100" b="0" i="0">
                <a:effectLst/>
                <a:latin typeface="Calibri" panose="020F0502020204030204" pitchFamily="34" charset="0"/>
              </a:rPr>
              <a:t>Cautious Observers: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a:ea typeface="Calibri"/>
                <a:cs typeface="Calibri"/>
              </a:rPr>
              <a:t>Clients who don’t actively push LLMs but use tools like ChatGPT or Copilot for basic tasks.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These tasks align with the tools’ strengths and are designed for simple uses.</a:t>
            </a:r>
          </a:p>
          <a:p>
            <a:pPr rtl="0" fontAlgn="ctr">
              <a:spcBef>
                <a:spcPts val="0"/>
              </a:spcBef>
              <a:spcAft>
                <a:spcPts val="0"/>
              </a:spcAft>
              <a:buFont typeface="+mj-lt"/>
              <a:buAutoNum type="arabicPeriod"/>
            </a:pPr>
            <a:r>
              <a:rPr lang="en-US" sz="1100" b="0" i="0">
                <a:effectLst/>
                <a:latin typeface="Calibri" panose="020F0502020204030204" pitchFamily="34" charset="0"/>
              </a:rPr>
              <a:t>Proactive Users: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Clients exploring how LLMs can change the way they work.</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Focus on exploiting the strengths and mitigating the weaknesses of LLMs to integrate them into workflows and solutions as valuable tools.</a:t>
            </a:r>
          </a:p>
          <a:p>
            <a:pPr marL="0" indent="0">
              <a:buFontTx/>
              <a:buNone/>
            </a:pPr>
            <a:endParaRPr lang="en-US" b="0"/>
          </a:p>
          <a:p>
            <a:pPr marL="0" indent="0">
              <a:buFontTx/>
              <a:buNone/>
            </a:pPr>
            <a:r>
              <a:rPr lang="en-US" b="0"/>
              <a:t>Ai can help clients automate and augment some things, so they can focus on others</a:t>
            </a:r>
          </a:p>
          <a:p>
            <a:endParaRPr lang="en-US" b="0"/>
          </a:p>
        </p:txBody>
      </p:sp>
      <p:sp>
        <p:nvSpPr>
          <p:cNvPr id="4" name="Slide Number Placeholder 3">
            <a:extLst>
              <a:ext uri="{FF2B5EF4-FFF2-40B4-BE49-F238E27FC236}">
                <a16:creationId xmlns:a16="http://schemas.microsoft.com/office/drawing/2014/main" id="{6EB3AD31-5960-25DC-A060-94CC94B634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1935799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100" b="0">
                <a:effectLst/>
                <a:latin typeface="Calibri" panose="020F0502020204030204" pitchFamily="34" charset="0"/>
              </a:rPr>
              <a:t>DM</a:t>
            </a:r>
          </a:p>
          <a:p>
            <a:pPr marL="0" marR="0">
              <a:spcBef>
                <a:spcPts val="0"/>
              </a:spcBef>
              <a:spcAft>
                <a:spcPts val="0"/>
              </a:spcAft>
            </a:pPr>
            <a:r>
              <a:rPr lang="en-US" sz="1100" b="0">
                <a:effectLst/>
                <a:latin typeface="Calibri" panose="020F0502020204030204" pitchFamily="34" charset="0"/>
              </a:rPr>
              <a:t>What are we seeing in the market… </a:t>
            </a:r>
          </a:p>
          <a:p>
            <a:pPr marL="0" marR="0">
              <a:spcBef>
                <a:spcPts val="0"/>
              </a:spcBef>
              <a:spcAft>
                <a:spcPts val="0"/>
              </a:spcAft>
            </a:pPr>
            <a:r>
              <a:rPr lang="en-US" sz="1100" b="0">
                <a:effectLst/>
                <a:latin typeface="Calibri" panose="020F0502020204030204" pitchFamily="34" charset="0"/>
              </a:rPr>
              <a:t>Spectrum of Users</a:t>
            </a:r>
          </a:p>
          <a:p>
            <a:pPr rtl="0" fontAlgn="ctr">
              <a:spcBef>
                <a:spcPts val="0"/>
              </a:spcBef>
              <a:spcAft>
                <a:spcPts val="0"/>
              </a:spcAft>
              <a:buFont typeface="+mj-lt"/>
              <a:buAutoNum type="arabicPeriod"/>
            </a:pPr>
            <a:r>
              <a:rPr lang="en-US" sz="1100" b="0" i="0">
                <a:effectLst/>
                <a:latin typeface="Calibri" panose="020F0502020204030204" pitchFamily="34" charset="0"/>
              </a:rPr>
              <a:t>Opposition:</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Users who completely reject the use of LLMs.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Reasons: the technology is too new, contentment with current processes, lack of perceived need, or insufficient time and resources to explore LLMs.</a:t>
            </a:r>
          </a:p>
          <a:p>
            <a:pPr rtl="0" fontAlgn="ctr">
              <a:spcBef>
                <a:spcPts val="0"/>
              </a:spcBef>
              <a:spcAft>
                <a:spcPts val="0"/>
              </a:spcAft>
              <a:buFont typeface="+mj-lt"/>
              <a:buAutoNum type="arabicPeriod"/>
            </a:pPr>
            <a:r>
              <a:rPr lang="en-US" sz="1100" b="0" i="0">
                <a:effectLst/>
                <a:latin typeface="Calibri" panose="020F0502020204030204" pitchFamily="34" charset="0"/>
              </a:rPr>
              <a:t>Cautious Observers: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Clients who don’t actively push LLMs but use tools like ChatGPT or Copilot for basic tasks.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These tasks align with the tools’ strengths and are designed for simple uses.</a:t>
            </a:r>
          </a:p>
          <a:p>
            <a:pPr rtl="0" fontAlgn="ctr">
              <a:spcBef>
                <a:spcPts val="0"/>
              </a:spcBef>
              <a:spcAft>
                <a:spcPts val="0"/>
              </a:spcAft>
              <a:buFont typeface="+mj-lt"/>
              <a:buAutoNum type="arabicPeriod"/>
            </a:pPr>
            <a:r>
              <a:rPr lang="en-US" sz="1100" b="0" i="0">
                <a:effectLst/>
                <a:latin typeface="Calibri" panose="020F0502020204030204" pitchFamily="34" charset="0"/>
              </a:rPr>
              <a:t>Proactive Users:</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Clients exploring how LLMs can change the way they work.</a:t>
            </a:r>
          </a:p>
          <a:p>
            <a:pPr marL="742950" lvl="1" indent="-285750" rtl="0" fontAlgn="ctr">
              <a:spcBef>
                <a:spcPts val="0"/>
              </a:spcBef>
              <a:spcAft>
                <a:spcPts val="0"/>
              </a:spcAft>
              <a:buFont typeface="Courier New" panose="02070309020205020404" pitchFamily="49" charset="0"/>
              <a:buChar char="o"/>
            </a:pPr>
            <a:r>
              <a:rPr lang="en-US" sz="1100" b="0" i="0">
                <a:effectLst/>
                <a:latin typeface="Calibri" panose="020F0502020204030204" pitchFamily="34" charset="0"/>
              </a:rPr>
              <a:t>Focus on exploiting the strengths and mitigating the weaknesses of LLMs to integrate them into workflows and solutions as valuable tools.</a:t>
            </a:r>
          </a:p>
          <a:p>
            <a:pPr marL="0" indent="0">
              <a:buFontTx/>
              <a:buNone/>
            </a:pPr>
            <a:endParaRPr lang="en-US" b="0"/>
          </a:p>
          <a:p>
            <a:pPr marL="0" indent="0">
              <a:buFontTx/>
              <a:buNone/>
            </a:pPr>
            <a:r>
              <a:rPr lang="en-US" b="0"/>
              <a:t>Ai can help clients automate and augment some things, so they can focus on others</a:t>
            </a:r>
          </a:p>
          <a:p>
            <a:endParaRPr lang="en-US" b="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CFB733-4484-43DB-A09C-D0ACB22CAFFF}" type="slidenum">
              <a:rPr kumimoji="0" lang="en-US" sz="1200" b="0" i="0" u="none" strike="noStrike" kern="1200" cap="none" spc="0" normalizeH="0" baseline="0" noProof="0" smtClean="0">
                <a:ln>
                  <a:noFill/>
                </a:ln>
                <a:solidFill>
                  <a:srgbClr val="43525A"/>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srgbClr val="43525A"/>
              </a:solidFill>
              <a:effectLst/>
              <a:uLnTx/>
              <a:uFillTx/>
              <a:latin typeface="Franklin Gothic Book"/>
              <a:ea typeface="+mn-ea"/>
              <a:cs typeface="+mn-cs"/>
            </a:endParaRPr>
          </a:p>
        </p:txBody>
      </p:sp>
    </p:spTree>
    <p:extLst>
      <p:ext uri="{BB962C8B-B14F-4D97-AF65-F5344CB8AC3E}">
        <p14:creationId xmlns:p14="http://schemas.microsoft.com/office/powerpoint/2010/main" val="27745088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DB37-2A40-9EC6-1F3E-82E5BA773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D602A-7C08-B50B-1F02-0705D58BC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A1EF7-1435-1844-7BB0-F46633046652}"/>
              </a:ext>
            </a:extLst>
          </p:cNvPr>
          <p:cNvSpPr>
            <a:spLocks noGrp="1"/>
          </p:cNvSpPr>
          <p:nvPr>
            <p:ph type="body" idx="1"/>
          </p:nvPr>
        </p:nvSpPr>
        <p:spPr/>
        <p:txBody>
          <a:bodyPr/>
          <a:lstStyle/>
          <a:p>
            <a:r>
              <a:rPr lang="en-US">
                <a:highlight>
                  <a:srgbClr val="FFFF00"/>
                </a:highlight>
              </a:rPr>
              <a:t>No matter where your organization is on this adoption continuum, it is likely that members of your organization are using AI tools – there are tradeoffs (e.g., security, cost, speed, performance)</a:t>
            </a:r>
            <a:endParaRPr lang="en-US"/>
          </a:p>
          <a:p>
            <a:endParaRPr lang="en-US"/>
          </a:p>
        </p:txBody>
      </p:sp>
      <p:sp>
        <p:nvSpPr>
          <p:cNvPr id="4" name="Slide Number Placeholder 3">
            <a:extLst>
              <a:ext uri="{FF2B5EF4-FFF2-40B4-BE49-F238E27FC236}">
                <a16:creationId xmlns:a16="http://schemas.microsoft.com/office/drawing/2014/main" id="{3CAA3287-E9EE-9B4F-ACA0-758E470E0AD5}"/>
              </a:ext>
            </a:extLst>
          </p:cNvPr>
          <p:cNvSpPr>
            <a:spLocks noGrp="1"/>
          </p:cNvSpPr>
          <p:nvPr>
            <p:ph type="sldNum" sz="quarter" idx="5"/>
          </p:nvPr>
        </p:nvSpPr>
        <p:spPr/>
        <p:txBody>
          <a:bodyPr/>
          <a:lstStyle/>
          <a:p>
            <a:fld id="{B4A96232-80B7-4994-8F94-6CF662BB1D50}" type="slidenum">
              <a:rPr lang="en-US" smtClean="0"/>
              <a:t>43</a:t>
            </a:fld>
            <a:endParaRPr lang="en-US"/>
          </a:p>
        </p:txBody>
      </p:sp>
    </p:spTree>
    <p:extLst>
      <p:ext uri="{BB962C8B-B14F-4D97-AF65-F5344CB8AC3E}">
        <p14:creationId xmlns:p14="http://schemas.microsoft.com/office/powerpoint/2010/main" val="2068156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1CFE-C947-4C3C-98FC-A27086D42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33B3D-F739-9274-E227-95F5DD038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7F16A-4731-402E-9E6A-1E3C455D2ED2}"/>
              </a:ext>
            </a:extLst>
          </p:cNvPr>
          <p:cNvSpPr>
            <a:spLocks noGrp="1"/>
          </p:cNvSpPr>
          <p:nvPr>
            <p:ph type="body" idx="1"/>
          </p:nvPr>
        </p:nvSpPr>
        <p:spPr/>
        <p:txBody>
          <a:bodyPr/>
          <a:lstStyle/>
          <a:p>
            <a:r>
              <a:rPr lang="en-US">
                <a:highlight>
                  <a:srgbClr val="FFFF00"/>
                </a:highlight>
              </a:rPr>
              <a:t>No matter where your organization is on this adoption continuum, it is likely that members of your organization are using AI tools – there are tradeoffs (e.g., security, cost, speed, performance)</a:t>
            </a:r>
            <a:endParaRPr lang="en-US"/>
          </a:p>
          <a:p>
            <a:endParaRPr lang="en-US"/>
          </a:p>
        </p:txBody>
      </p:sp>
      <p:sp>
        <p:nvSpPr>
          <p:cNvPr id="4" name="Slide Number Placeholder 3">
            <a:extLst>
              <a:ext uri="{FF2B5EF4-FFF2-40B4-BE49-F238E27FC236}">
                <a16:creationId xmlns:a16="http://schemas.microsoft.com/office/drawing/2014/main" id="{03F0A70B-8D6A-2D2B-D2E5-19740E4F4500}"/>
              </a:ext>
            </a:extLst>
          </p:cNvPr>
          <p:cNvSpPr>
            <a:spLocks noGrp="1"/>
          </p:cNvSpPr>
          <p:nvPr>
            <p:ph type="sldNum" sz="quarter" idx="5"/>
          </p:nvPr>
        </p:nvSpPr>
        <p:spPr/>
        <p:txBody>
          <a:bodyPr/>
          <a:lstStyle/>
          <a:p>
            <a:fld id="{B4A96232-80B7-4994-8F94-6CF662BB1D50}" type="slidenum">
              <a:rPr lang="en-US" smtClean="0"/>
              <a:t>44</a:t>
            </a:fld>
            <a:endParaRPr lang="en-US"/>
          </a:p>
        </p:txBody>
      </p:sp>
    </p:spTree>
    <p:extLst>
      <p:ext uri="{BB962C8B-B14F-4D97-AF65-F5344CB8AC3E}">
        <p14:creationId xmlns:p14="http://schemas.microsoft.com/office/powerpoint/2010/main" val="9883782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b="0" i="0" kern="1200">
                <a:solidFill>
                  <a:schemeClr val="tx1"/>
                </a:solidFill>
                <a:effectLst/>
                <a:latin typeface="+mn-lt"/>
                <a:ea typeface="+mn-ea"/>
                <a:cs typeface="+mn-cs"/>
              </a:rPr>
              <a:t>So to close out our examples, I want to highlight some key takeaways for the water sector.</a:t>
            </a:r>
          </a:p>
          <a:p>
            <a:pPr lvl="1" rtl="0" fontAlgn="ctr"/>
            <a:r>
              <a:rPr lang="en-US" sz="1200" b="1" i="0" kern="1200">
                <a:solidFill>
                  <a:schemeClr val="tx1"/>
                </a:solidFill>
                <a:effectLst/>
                <a:latin typeface="+mn-lt"/>
                <a:ea typeface="+mn-ea"/>
                <a:cs typeface="+mn-cs"/>
              </a:rPr>
              <a:t>The first </a:t>
            </a:r>
            <a:r>
              <a:rPr lang="en-US" sz="1200" b="0" i="0" kern="1200">
                <a:solidFill>
                  <a:schemeClr val="tx1"/>
                </a:solidFill>
                <a:effectLst/>
                <a:latin typeface="+mn-lt"/>
                <a:ea typeface="+mn-ea"/>
                <a:cs typeface="+mn-cs"/>
              </a:rPr>
              <a:t>is that data standardization and digital transformation is key to unlocking the potential that AI offers. The age old adage of garbage in equals garbage out is equally important today. We need to continue our efforts to modernize the industry to fully feel the benefits that AI has to offer.</a:t>
            </a:r>
          </a:p>
          <a:p>
            <a:pPr lvl="1" rtl="0" fontAlgn="ctr"/>
            <a:r>
              <a:rPr lang="en-US" sz="1200" b="1" i="0" kern="1200">
                <a:solidFill>
                  <a:schemeClr val="tx1"/>
                </a:solidFill>
                <a:effectLst/>
                <a:latin typeface="+mn-lt"/>
                <a:ea typeface="+mn-ea"/>
                <a:cs typeface="+mn-cs"/>
              </a:rPr>
              <a:t>The second </a:t>
            </a:r>
            <a:r>
              <a:rPr lang="en-US" sz="1200" b="0" i="0" kern="1200">
                <a:solidFill>
                  <a:schemeClr val="tx1"/>
                </a:solidFill>
                <a:effectLst/>
                <a:latin typeface="+mn-lt"/>
                <a:ea typeface="+mn-ea"/>
                <a:cs typeface="+mn-cs"/>
              </a:rPr>
              <a:t>is the concept of workforce augmentation instead of replacement. While there are a good amount of tasks that could be automated and conducted by AI systems, the goal of implementing this technology in the water sector is to free up that time staff typically spends on those lower level tasks. It’s important to remember that our industry is all about problem solving, not data entry.</a:t>
            </a:r>
          </a:p>
          <a:p>
            <a:pPr lvl="1" rtl="0" fontAlgn="ctr"/>
            <a:r>
              <a:rPr lang="en-US" sz="1200" b="1" i="0" kern="1200">
                <a:solidFill>
                  <a:schemeClr val="tx1"/>
                </a:solidFill>
                <a:effectLst/>
                <a:latin typeface="+mn-lt"/>
                <a:ea typeface="+mn-ea"/>
                <a:cs typeface="+mn-cs"/>
              </a:rPr>
              <a:t>That brings </a:t>
            </a:r>
            <a:r>
              <a:rPr lang="en-US" sz="1200" b="0" i="0" kern="1200">
                <a:solidFill>
                  <a:schemeClr val="tx1"/>
                </a:solidFill>
                <a:effectLst/>
                <a:latin typeface="+mn-lt"/>
                <a:ea typeface="+mn-ea"/>
                <a:cs typeface="+mn-cs"/>
              </a:rPr>
              <a:t>me to the third and last bullet point now being we can start thinking about AI as just another tool. We don't, and shouldn't, rely on this technology to run the entirety of our treatment plants or control all of our operations. We can start with low risk, high reward adoption in a sort of phased approach to help us meet and surpass our levels of service. </a:t>
            </a:r>
          </a:p>
          <a:p>
            <a:pPr rtl="0" fontAlgn="ctr"/>
            <a:r>
              <a:rPr lang="en-US" sz="1200" b="0" i="0" kern="1200">
                <a:solidFill>
                  <a:schemeClr val="tx1"/>
                </a:solidFill>
                <a:effectLst/>
                <a:latin typeface="+mn-lt"/>
                <a:ea typeface="+mn-ea"/>
                <a:cs typeface="+mn-cs"/>
              </a:rPr>
              <a:t>With that, I'm going to pass it back to Andrew to discuss potential adoption pathways and next steps we can take as a utility</a:t>
            </a:r>
          </a:p>
          <a:p>
            <a:endParaRPr lang="en-US"/>
          </a:p>
        </p:txBody>
      </p:sp>
    </p:spTree>
    <p:extLst>
      <p:ext uri="{BB962C8B-B14F-4D97-AF65-F5344CB8AC3E}">
        <p14:creationId xmlns:p14="http://schemas.microsoft.com/office/powerpoint/2010/main" val="2102470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09380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B5BF-A1CE-4281-B132-2D0EFF04A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6C9C8B2-A844-4336-BB69-E4FC5C0CDA8C}"/>
              </a:ext>
            </a:extLst>
          </p:cNvPr>
          <p:cNvSpPr>
            <a:spLocks noGrp="1"/>
          </p:cNvSpPr>
          <p:nvPr>
            <p:ph type="title"/>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56AAF97E-E486-4FCC-A6C9-9E270D984E83}"/>
              </a:ext>
            </a:extLst>
          </p:cNvPr>
          <p:cNvSpPr>
            <a:spLocks noGrp="1"/>
          </p:cNvSpPr>
          <p:nvPr>
            <p:ph type="ftr" sz="quarter" idx="10"/>
          </p:nvPr>
        </p:nvSpPr>
        <p:spPr/>
        <p:txBody>
          <a:bodyPr/>
          <a:lstStyle/>
          <a:p>
            <a:r>
              <a:rPr lang="en-US"/>
              <a:t>Brown and Caldwell</a:t>
            </a:r>
          </a:p>
        </p:txBody>
      </p:sp>
      <p:sp>
        <p:nvSpPr>
          <p:cNvPr id="10" name="Slide Number Placeholder 9">
            <a:extLst>
              <a:ext uri="{FF2B5EF4-FFF2-40B4-BE49-F238E27FC236}">
                <a16:creationId xmlns:a16="http://schemas.microsoft.com/office/drawing/2014/main" id="{943AA6E3-9EF1-4B78-92E4-A100012844C1}"/>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1233487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0616444"/>
      </p:ext>
    </p:extLst>
  </p:cSld>
  <p:clrMapOvr>
    <a:masterClrMapping/>
  </p:clrMapOvr>
  <p:extLst>
    <p:ext uri="{DCECCB84-F9BA-43D5-87BE-67443E8EF086}">
      <p15:sldGuideLst xmlns:p15="http://schemas.microsoft.com/office/powerpoint/2012/main">
        <p15:guide id="1" pos="3953" userDrawn="1">
          <p15:clr>
            <a:srgbClr val="FBAE40"/>
          </p15:clr>
        </p15:guide>
        <p15:guide id="2" pos="372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Column Comparis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27603230-F4BF-4235-87F3-11E12CBBEE53}"/>
              </a:ext>
            </a:extLst>
          </p:cNvPr>
          <p:cNvSpPr>
            <a:spLocks noGrp="1"/>
          </p:cNvSpPr>
          <p:nvPr>
            <p:ph type="body" sz="quarter" idx="12" hasCustomPrompt="1"/>
          </p:nvPr>
        </p:nvSpPr>
        <p:spPr>
          <a:xfrm>
            <a:off x="609600"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
        <p:nvSpPr>
          <p:cNvPr id="9" name="Text Placeholder 7">
            <a:extLst>
              <a:ext uri="{FF2B5EF4-FFF2-40B4-BE49-F238E27FC236}">
                <a16:creationId xmlns:a16="http://schemas.microsoft.com/office/drawing/2014/main" id="{72752BDE-54E7-4945-A686-64FA3CBCD4E1}"/>
              </a:ext>
            </a:extLst>
          </p:cNvPr>
          <p:cNvSpPr>
            <a:spLocks noGrp="1"/>
          </p:cNvSpPr>
          <p:nvPr>
            <p:ph type="body" sz="quarter" idx="13" hasCustomPrompt="1"/>
          </p:nvPr>
        </p:nvSpPr>
        <p:spPr>
          <a:xfrm>
            <a:off x="6278502"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Tree>
    <p:extLst>
      <p:ext uri="{BB962C8B-B14F-4D97-AF65-F5344CB8AC3E}">
        <p14:creationId xmlns:p14="http://schemas.microsoft.com/office/powerpoint/2010/main" val="2495231282"/>
      </p:ext>
    </p:extLst>
  </p:cSld>
  <p:clrMapOvr>
    <a:masterClrMapping/>
  </p:clrMapOvr>
  <p:extLst>
    <p:ext uri="{DCECCB84-F9BA-43D5-87BE-67443E8EF086}">
      <p15:sldGuideLst xmlns:p15="http://schemas.microsoft.com/office/powerpoint/2012/main">
        <p15:guide id="1" pos="3936">
          <p15:clr>
            <a:srgbClr val="FBAE40"/>
          </p15:clr>
        </p15:guide>
        <p15:guide id="2" pos="372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4" name="Content Placeholder 2">
            <a:extLst>
              <a:ext uri="{FF2B5EF4-FFF2-40B4-BE49-F238E27FC236}">
                <a16:creationId xmlns:a16="http://schemas.microsoft.com/office/drawing/2014/main" id="{39241BED-729D-482D-883A-95AB302C88AF}"/>
              </a:ext>
            </a:extLst>
          </p:cNvPr>
          <p:cNvSpPr>
            <a:spLocks noGrp="1"/>
          </p:cNvSpPr>
          <p:nvPr>
            <p:ph sz="half" idx="20"/>
          </p:nvPr>
        </p:nvSpPr>
        <p:spPr>
          <a:xfrm>
            <a:off x="4390644"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6839E709-FDAA-49F5-8E65-DCF24C746C83}"/>
              </a:ext>
            </a:extLst>
          </p:cNvPr>
          <p:cNvSpPr>
            <a:spLocks noGrp="1"/>
          </p:cNvSpPr>
          <p:nvPr>
            <p:ph sz="half" idx="21"/>
          </p:nvPr>
        </p:nvSpPr>
        <p:spPr>
          <a:xfrm>
            <a:off x="8171688"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20771A1E-9DD6-4E56-9559-0724D6ACB533}"/>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0C1EFD11-52AC-4BF7-8817-D2A4E4BF84B5}"/>
              </a:ext>
            </a:extLst>
          </p:cNvPr>
          <p:cNvSpPr>
            <a:spLocks noGrp="1"/>
          </p:cNvSpPr>
          <p:nvPr>
            <p:ph type="ftr" sz="quarter" idx="22"/>
          </p:nvPr>
        </p:nvSpPr>
        <p:spPr/>
        <p:txBody>
          <a:bodyPr/>
          <a:lstStyle/>
          <a:p>
            <a:r>
              <a:rPr lang="en-US"/>
              <a:t>Brown and Caldwell</a:t>
            </a:r>
          </a:p>
        </p:txBody>
      </p:sp>
      <p:sp>
        <p:nvSpPr>
          <p:cNvPr id="7" name="Slide Number Placeholder 6">
            <a:extLst>
              <a:ext uri="{FF2B5EF4-FFF2-40B4-BE49-F238E27FC236}">
                <a16:creationId xmlns:a16="http://schemas.microsoft.com/office/drawing/2014/main" id="{50761FD3-D350-4C4E-9BC4-21E0B3DD9462}"/>
              </a:ext>
            </a:extLst>
          </p:cNvPr>
          <p:cNvSpPr>
            <a:spLocks noGrp="1"/>
          </p:cNvSpPr>
          <p:nvPr>
            <p:ph type="sldNum" sz="quarter" idx="23"/>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1690822697"/>
      </p:ext>
    </p:extLst>
  </p:cSld>
  <p:clrMapOvr>
    <a:masterClrMapping/>
  </p:clrMapOvr>
  <p:extLst>
    <p:ext uri="{DCECCB84-F9BA-43D5-87BE-67443E8EF086}">
      <p15:sldGuideLst xmlns:p15="http://schemas.microsoft.com/office/powerpoint/2012/main">
        <p15:guide id="1" pos="2535" userDrawn="1">
          <p15:clr>
            <a:srgbClr val="FBAE40"/>
          </p15:clr>
        </p15:guide>
        <p15:guide id="2" pos="2765" userDrawn="1">
          <p15:clr>
            <a:srgbClr val="FBAE40"/>
          </p15:clr>
        </p15:guide>
        <p15:guide id="3" pos="4917" userDrawn="1">
          <p15:clr>
            <a:srgbClr val="FBAE40"/>
          </p15:clr>
        </p15:guide>
        <p15:guide id="4" pos="514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Column Photo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6276976" y="0"/>
            <a:ext cx="5915025" cy="6858000"/>
          </a:xfrm>
          <a:solidFill>
            <a:srgbClr val="C0CAC7"/>
          </a:solidFill>
        </p:spPr>
        <p:txBody>
          <a:bodyPr tIns="137160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2D5057D0-81AB-4F64-B78A-AC19A489E59F}"/>
              </a:ext>
            </a:extLst>
          </p:cNvPr>
          <p:cNvSpPr>
            <a:spLocks noGrp="1"/>
          </p:cNvSpPr>
          <p:nvPr>
            <p:ph type="ftr" sz="quarter" idx="26"/>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3D5B860A-DE42-4098-BEAB-8D3A6F4D2C46}"/>
              </a:ext>
            </a:extLst>
          </p:cNvPr>
          <p:cNvSpPr>
            <a:spLocks noGrp="1"/>
          </p:cNvSpPr>
          <p:nvPr>
            <p:ph type="sldNum" sz="quarter" idx="27"/>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5" name="Text Placeholder 4">
            <a:extLst>
              <a:ext uri="{FF2B5EF4-FFF2-40B4-BE49-F238E27FC236}">
                <a16:creationId xmlns:a16="http://schemas.microsoft.com/office/drawing/2014/main" id="{C5B043A2-0B4C-49E8-82E2-A119976A5D2B}"/>
              </a:ext>
            </a:extLst>
          </p:cNvPr>
          <p:cNvSpPr>
            <a:spLocks noGrp="1"/>
          </p:cNvSpPr>
          <p:nvPr>
            <p:ph type="body" sz="quarter" idx="28"/>
          </p:nvPr>
        </p:nvSpPr>
        <p:spPr>
          <a:xfrm>
            <a:off x="608014" y="2514599"/>
            <a:ext cx="5307012" cy="3657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422E7CAA-2B2D-4D36-BCA8-D77CD98C2D4C}"/>
              </a:ext>
            </a:extLst>
          </p:cNvPr>
          <p:cNvSpPr>
            <a:spLocks noGrp="1"/>
          </p:cNvSpPr>
          <p:nvPr>
            <p:ph type="title"/>
          </p:nvPr>
        </p:nvSpPr>
        <p:spPr>
          <a:xfrm>
            <a:off x="608014" y="630777"/>
            <a:ext cx="5307012" cy="1046440"/>
          </a:xfrm>
        </p:spPr>
        <p:txBody>
          <a:bodyPr wrap="square">
            <a:spAutoFit/>
          </a:bodyPr>
          <a:lstStyle/>
          <a:p>
            <a:r>
              <a:rPr lang="en-US"/>
              <a:t>Click to edit Master title style</a:t>
            </a:r>
          </a:p>
        </p:txBody>
      </p:sp>
      <p:cxnSp>
        <p:nvCxnSpPr>
          <p:cNvPr id="9" name="Anchor Line (Gray)">
            <a:extLst>
              <a:ext uri="{FF2B5EF4-FFF2-40B4-BE49-F238E27FC236}">
                <a16:creationId xmlns:a16="http://schemas.microsoft.com/office/drawing/2014/main" id="{BFBBE376-8623-4115-8884-88804011E9A3}"/>
              </a:ext>
            </a:extLst>
          </p:cNvPr>
          <p:cNvCxnSpPr>
            <a:cxnSpLocks/>
          </p:cNvCxnSpPr>
          <p:nvPr userDrawn="1"/>
        </p:nvCxnSpPr>
        <p:spPr bwMode="auto">
          <a:xfrm>
            <a:off x="609601"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503223897"/>
      </p:ext>
    </p:extLst>
  </p:cSld>
  <p:clrMapOvr>
    <a:masterClrMapping/>
  </p:clrMapOvr>
  <p:extLst>
    <p:ext uri="{DCECCB84-F9BA-43D5-87BE-67443E8EF086}">
      <p15:sldGuideLst xmlns:p15="http://schemas.microsoft.com/office/powerpoint/2012/main">
        <p15:guide id="1" pos="3954">
          <p15:clr>
            <a:srgbClr val="FBAE40"/>
          </p15:clr>
        </p15:guide>
        <p15:guide id="2" orient="horz" pos="1584">
          <p15:clr>
            <a:srgbClr val="FBAE40"/>
          </p15:clr>
        </p15:guide>
        <p15:guide id="3" pos="372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Column Photo">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0" y="0"/>
            <a:ext cx="5915025" cy="6858000"/>
          </a:xfrm>
          <a:solidFill>
            <a:srgbClr val="C0CAC7"/>
          </a:solidFill>
        </p:spPr>
        <p:txBody>
          <a:bodyPr tIns="137160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2D5057D0-81AB-4F64-B78A-AC19A489E59F}"/>
              </a:ext>
            </a:extLst>
          </p:cNvPr>
          <p:cNvSpPr>
            <a:spLocks noGrp="1"/>
          </p:cNvSpPr>
          <p:nvPr>
            <p:ph type="ftr" sz="quarter" idx="26"/>
          </p:nvPr>
        </p:nvSpPr>
        <p:spPr/>
        <p:txBody>
          <a:bodyPr/>
          <a:lstStyle>
            <a:lvl1pPr>
              <a:defRPr>
                <a:solidFill>
                  <a:schemeClr val="bg1">
                    <a:lumMod val="95000"/>
                  </a:schemeClr>
                </a:solidFill>
              </a:defRPr>
            </a:lvl1pPr>
          </a:lstStyle>
          <a:p>
            <a:r>
              <a:rPr lang="en-US"/>
              <a:t>Brown and Caldwell</a:t>
            </a:r>
          </a:p>
        </p:txBody>
      </p:sp>
      <p:sp>
        <p:nvSpPr>
          <p:cNvPr id="3" name="Slide Number Placeholder 2">
            <a:extLst>
              <a:ext uri="{FF2B5EF4-FFF2-40B4-BE49-F238E27FC236}">
                <a16:creationId xmlns:a16="http://schemas.microsoft.com/office/drawing/2014/main" id="{3D5B860A-DE42-4098-BEAB-8D3A6F4D2C46}"/>
              </a:ext>
            </a:extLst>
          </p:cNvPr>
          <p:cNvSpPr>
            <a:spLocks noGrp="1"/>
          </p:cNvSpPr>
          <p:nvPr>
            <p:ph type="sldNum" sz="quarter" idx="27"/>
          </p:nvPr>
        </p:nvSpPr>
        <p:spPr/>
        <p:txBody>
          <a:bodyPr/>
          <a:lstStyle/>
          <a:p>
            <a:fld id="{04E9CEDC-B5D7-4E9A-BA46-5FD30BEA372C}" type="slidenum">
              <a:rPr lang="en-US" smtClean="0"/>
              <a:pPr/>
              <a:t>‹#›</a:t>
            </a:fld>
            <a:endParaRPr lang="en-US"/>
          </a:p>
        </p:txBody>
      </p:sp>
      <p:sp>
        <p:nvSpPr>
          <p:cNvPr id="5" name="Text Placeholder 4">
            <a:extLst>
              <a:ext uri="{FF2B5EF4-FFF2-40B4-BE49-F238E27FC236}">
                <a16:creationId xmlns:a16="http://schemas.microsoft.com/office/drawing/2014/main" id="{C5B043A2-0B4C-49E8-82E2-A119976A5D2B}"/>
              </a:ext>
            </a:extLst>
          </p:cNvPr>
          <p:cNvSpPr>
            <a:spLocks noGrp="1"/>
          </p:cNvSpPr>
          <p:nvPr>
            <p:ph type="body" sz="quarter" idx="28"/>
          </p:nvPr>
        </p:nvSpPr>
        <p:spPr>
          <a:xfrm>
            <a:off x="6275388" y="2514599"/>
            <a:ext cx="5307012" cy="3657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422E7CAA-2B2D-4D36-BCA8-D77CD98C2D4C}"/>
              </a:ext>
            </a:extLst>
          </p:cNvPr>
          <p:cNvSpPr>
            <a:spLocks noGrp="1"/>
          </p:cNvSpPr>
          <p:nvPr>
            <p:ph type="title"/>
          </p:nvPr>
        </p:nvSpPr>
        <p:spPr>
          <a:xfrm>
            <a:off x="6275388" y="630777"/>
            <a:ext cx="5307012" cy="1046440"/>
          </a:xfrm>
        </p:spPr>
        <p:txBody>
          <a:bodyPr wrap="square">
            <a:spAutoFit/>
          </a:bodyPr>
          <a:lstStyle/>
          <a:p>
            <a:r>
              <a:rPr lang="en-US"/>
              <a:t>Click to edit Master title style</a:t>
            </a:r>
          </a:p>
        </p:txBody>
      </p:sp>
      <p:cxnSp>
        <p:nvCxnSpPr>
          <p:cNvPr id="9" name="Anchor Line (Gray)">
            <a:extLst>
              <a:ext uri="{FF2B5EF4-FFF2-40B4-BE49-F238E27FC236}">
                <a16:creationId xmlns:a16="http://schemas.microsoft.com/office/drawing/2014/main" id="{BFBBE376-8623-4115-8884-88804011E9A3}"/>
              </a:ext>
            </a:extLst>
          </p:cNvPr>
          <p:cNvCxnSpPr>
            <a:cxnSpLocks/>
          </p:cNvCxnSpPr>
          <p:nvPr userDrawn="1"/>
        </p:nvCxnSpPr>
        <p:spPr bwMode="auto">
          <a:xfrm>
            <a:off x="6477000"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144191863"/>
      </p:ext>
    </p:extLst>
  </p:cSld>
  <p:clrMapOvr>
    <a:masterClrMapping/>
  </p:clrMapOvr>
  <p:extLst>
    <p:ext uri="{DCECCB84-F9BA-43D5-87BE-67443E8EF086}">
      <p15:sldGuideLst xmlns:p15="http://schemas.microsoft.com/office/powerpoint/2012/main">
        <p15:guide id="1" pos="3954" userDrawn="1">
          <p15:clr>
            <a:srgbClr val="FBAE40"/>
          </p15:clr>
        </p15:guide>
        <p15:guide id="2" orient="horz" pos="1584" userDrawn="1">
          <p15:clr>
            <a:srgbClr val="FBAE40"/>
          </p15:clr>
        </p15:guide>
        <p15:guide id="3" pos="372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umn Objec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708FED-2C58-4BF8-99ED-4D249F6122E0}"/>
              </a:ext>
            </a:extLst>
          </p:cNvPr>
          <p:cNvSpPr>
            <a:spLocks noGrp="1"/>
          </p:cNvSpPr>
          <p:nvPr>
            <p:ph sz="half" idx="2"/>
          </p:nvPr>
        </p:nvSpPr>
        <p:spPr>
          <a:xfrm>
            <a:off x="609600" y="2514600"/>
            <a:ext cx="530352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D3724F1-6A34-4018-BD80-57E65E7F06D1}"/>
              </a:ext>
            </a:extLst>
          </p:cNvPr>
          <p:cNvSpPr>
            <a:spLocks noGrp="1"/>
          </p:cNvSpPr>
          <p:nvPr>
            <p:ph sz="quarter" idx="4" hasCustomPrompt="1"/>
          </p:nvPr>
        </p:nvSpPr>
        <p:spPr>
          <a:xfrm>
            <a:off x="6275388" y="630777"/>
            <a:ext cx="5916612" cy="5541423"/>
          </a:xfrm>
        </p:spPr>
        <p:txBody>
          <a:bodyPr tIns="731520"/>
          <a:lstStyle>
            <a:lvl1pPr marL="0" indent="0" algn="ctr">
              <a:buNone/>
              <a:defRPr>
                <a:solidFill>
                  <a:srgbClr val="C0CAC7"/>
                </a:solidFill>
                <a:latin typeface="+mj-lt"/>
              </a:defRPr>
            </a:lvl1pPr>
          </a:lstStyle>
          <a:p>
            <a:pPr lvl="0"/>
            <a:r>
              <a:rPr lang="en-US"/>
              <a:t>OBJECT</a:t>
            </a:r>
          </a:p>
        </p:txBody>
      </p:sp>
      <p:sp>
        <p:nvSpPr>
          <p:cNvPr id="3" name="Footer Placeholder 2">
            <a:extLst>
              <a:ext uri="{FF2B5EF4-FFF2-40B4-BE49-F238E27FC236}">
                <a16:creationId xmlns:a16="http://schemas.microsoft.com/office/drawing/2014/main" id="{81263E7D-ACF8-4057-B711-620676FE9BD9}"/>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6437056-D690-4847-99EB-7EB24559D470}"/>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07B9254F-70E0-48BE-9215-DA4FCB1A0612}"/>
              </a:ext>
            </a:extLst>
          </p:cNvPr>
          <p:cNvSpPr>
            <a:spLocks noGrp="1"/>
          </p:cNvSpPr>
          <p:nvPr>
            <p:ph type="title"/>
          </p:nvPr>
        </p:nvSpPr>
        <p:spPr>
          <a:xfrm>
            <a:off x="609600" y="630777"/>
            <a:ext cx="5303520" cy="1046440"/>
          </a:xfrm>
        </p:spPr>
        <p:txBody>
          <a:bodyPr wrap="square">
            <a:spAutoFit/>
          </a:bodyPr>
          <a:lstStyle/>
          <a:p>
            <a:r>
              <a:rPr lang="en-US"/>
              <a:t>Click to edit Master title style</a:t>
            </a:r>
          </a:p>
        </p:txBody>
      </p:sp>
    </p:spTree>
    <p:extLst>
      <p:ext uri="{BB962C8B-B14F-4D97-AF65-F5344CB8AC3E}">
        <p14:creationId xmlns:p14="http://schemas.microsoft.com/office/powerpoint/2010/main" val="2823825500"/>
      </p:ext>
    </p:extLst>
  </p:cSld>
  <p:clrMapOvr>
    <a:masterClrMapping/>
  </p:clrMapOvr>
  <p:extLst>
    <p:ext uri="{DCECCB84-F9BA-43D5-87BE-67443E8EF086}">
      <p15:sldGuideLst xmlns:p15="http://schemas.microsoft.com/office/powerpoint/2012/main">
        <p15:guide id="1" orient="horz" pos="1584" userDrawn="1">
          <p15:clr>
            <a:srgbClr val="FBAE40"/>
          </p15:clr>
        </p15:guide>
        <p15:guide id="2" pos="3726" userDrawn="1">
          <p15:clr>
            <a:srgbClr val="FBAE40"/>
          </p15:clr>
        </p15:guide>
        <p15:guide id="3" pos="39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Column Photo">
    <p:spTree>
      <p:nvGrpSpPr>
        <p:cNvPr id="1" name=""/>
        <p:cNvGrpSpPr/>
        <p:nvPr/>
      </p:nvGrpSpPr>
      <p:grpSpPr>
        <a:xfrm>
          <a:off x="0" y="0"/>
          <a:ext cx="0" cy="0"/>
          <a:chOff x="0" y="0"/>
          <a:chExt cx="0" cy="0"/>
        </a:xfrm>
      </p:grpSpPr>
      <p:sp>
        <p:nvSpPr>
          <p:cNvPr id="16" name="Gradient Background">
            <a:extLst>
              <a:ext uri="{FF2B5EF4-FFF2-40B4-BE49-F238E27FC236}">
                <a16:creationId xmlns:a16="http://schemas.microsoft.com/office/drawing/2014/main" id="{D9A952C9-602C-401F-A44F-1E0C730680B3}"/>
              </a:ext>
            </a:extLst>
          </p:cNvPr>
          <p:cNvSpPr/>
          <p:nvPr userDrawn="1"/>
        </p:nvSpPr>
        <p:spPr>
          <a:xfrm rot="16200000" flipH="1">
            <a:off x="5044440" y="-289560"/>
            <a:ext cx="210312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609600" y="3886200"/>
            <a:ext cx="3411538"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12" name="Picture Placeholder 10">
            <a:extLst>
              <a:ext uri="{FF2B5EF4-FFF2-40B4-BE49-F238E27FC236}">
                <a16:creationId xmlns:a16="http://schemas.microsoft.com/office/drawing/2014/main" id="{422D1126-548E-4F26-B3A9-065346269D13}"/>
              </a:ext>
            </a:extLst>
          </p:cNvPr>
          <p:cNvSpPr>
            <a:spLocks noGrp="1"/>
          </p:cNvSpPr>
          <p:nvPr>
            <p:ph type="pic" sz="quarter" idx="16" hasCustomPrompt="1"/>
          </p:nvPr>
        </p:nvSpPr>
        <p:spPr>
          <a:xfrm>
            <a:off x="4390644" y="3886200"/>
            <a:ext cx="3410712"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13" name="Picture Placeholder 10">
            <a:extLst>
              <a:ext uri="{FF2B5EF4-FFF2-40B4-BE49-F238E27FC236}">
                <a16:creationId xmlns:a16="http://schemas.microsoft.com/office/drawing/2014/main" id="{534085C2-AB1E-499D-AD1C-E6448EFD28FC}"/>
              </a:ext>
            </a:extLst>
          </p:cNvPr>
          <p:cNvSpPr>
            <a:spLocks noGrp="1"/>
          </p:cNvSpPr>
          <p:nvPr>
            <p:ph type="pic" sz="quarter" idx="17" hasCustomPrompt="1"/>
          </p:nvPr>
        </p:nvSpPr>
        <p:spPr>
          <a:xfrm>
            <a:off x="8171052" y="3886200"/>
            <a:ext cx="3411347"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58751329-B1B8-4FAE-B964-AC7D981BEB9B}"/>
              </a:ext>
            </a:extLst>
          </p:cNvPr>
          <p:cNvSpPr>
            <a:spLocks noGrp="1"/>
          </p:cNvSpPr>
          <p:nvPr>
            <p:ph type="ftr" sz="quarter" idx="18"/>
          </p:nvPr>
        </p:nvSpPr>
        <p:spPr/>
        <p:txBody>
          <a:bodyPr/>
          <a:lstStyle>
            <a:lvl1pPr>
              <a:defRPr>
                <a:solidFill>
                  <a:schemeClr val="bg1">
                    <a:lumMod val="95000"/>
                  </a:schemeClr>
                </a:solidFill>
              </a:defRPr>
            </a:lvl1pPr>
          </a:lstStyle>
          <a:p>
            <a:r>
              <a:rPr lang="en-US"/>
              <a:t>Brown and Caldwell</a:t>
            </a:r>
          </a:p>
        </p:txBody>
      </p:sp>
      <p:sp>
        <p:nvSpPr>
          <p:cNvPr id="4" name="Slide Number Placeholder 3">
            <a:extLst>
              <a:ext uri="{FF2B5EF4-FFF2-40B4-BE49-F238E27FC236}">
                <a16:creationId xmlns:a16="http://schemas.microsoft.com/office/drawing/2014/main" id="{795C9B32-D1D5-4B5C-8863-A6EFA4557DCC}"/>
              </a:ext>
            </a:extLst>
          </p:cNvPr>
          <p:cNvSpPr>
            <a:spLocks noGrp="1"/>
          </p:cNvSpPr>
          <p:nvPr>
            <p:ph type="sldNum" sz="quarter" idx="19"/>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14" name="Content Placeholder 2">
            <a:extLst>
              <a:ext uri="{FF2B5EF4-FFF2-40B4-BE49-F238E27FC236}">
                <a16:creationId xmlns:a16="http://schemas.microsoft.com/office/drawing/2014/main" id="{39241BED-729D-482D-883A-95AB302C88AF}"/>
              </a:ext>
            </a:extLst>
          </p:cNvPr>
          <p:cNvSpPr>
            <a:spLocks noGrp="1"/>
          </p:cNvSpPr>
          <p:nvPr>
            <p:ph sz="half" idx="20"/>
          </p:nvPr>
        </p:nvSpPr>
        <p:spPr>
          <a:xfrm>
            <a:off x="4390644"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6839E709-FDAA-49F5-8E65-DCF24C746C83}"/>
              </a:ext>
            </a:extLst>
          </p:cNvPr>
          <p:cNvSpPr>
            <a:spLocks noGrp="1"/>
          </p:cNvSpPr>
          <p:nvPr>
            <p:ph sz="half" idx="21"/>
          </p:nvPr>
        </p:nvSpPr>
        <p:spPr>
          <a:xfrm>
            <a:off x="8171688"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20771A1E-9DD6-4E56-9559-0724D6ACB5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7172990"/>
      </p:ext>
    </p:extLst>
  </p:cSld>
  <p:clrMapOvr>
    <a:masterClrMapping/>
  </p:clrMapOvr>
  <p:extLst>
    <p:ext uri="{DCECCB84-F9BA-43D5-87BE-67443E8EF086}">
      <p15:sldGuideLst xmlns:p15="http://schemas.microsoft.com/office/powerpoint/2012/main">
        <p15:guide id="1" pos="2533" userDrawn="1">
          <p15:clr>
            <a:srgbClr val="FBAE40"/>
          </p15:clr>
        </p15:guide>
        <p15:guide id="2" pos="2765" userDrawn="1">
          <p15:clr>
            <a:srgbClr val="FBAE40"/>
          </p15:clr>
        </p15:guide>
        <p15:guide id="3" pos="4919" userDrawn="1">
          <p15:clr>
            <a:srgbClr val="FBAE40"/>
          </p15:clr>
        </p15:guide>
        <p15:guide id="4" pos="51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Column 1/3 Photo (lef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B0FA3B1-A112-475F-9DB2-50FE782C43F7}"/>
              </a:ext>
            </a:extLst>
          </p:cNvPr>
          <p:cNvSpPr>
            <a:spLocks noGrp="1"/>
          </p:cNvSpPr>
          <p:nvPr>
            <p:ph type="pic" sz="quarter" idx="16" hasCustomPrompt="1"/>
          </p:nvPr>
        </p:nvSpPr>
        <p:spPr>
          <a:xfrm>
            <a:off x="0" y="0"/>
            <a:ext cx="4024503" cy="6857999"/>
          </a:xfrm>
          <a:solidFill>
            <a:srgbClr val="C0CAC7"/>
          </a:solidFill>
          <a:ln>
            <a:noFill/>
          </a:ln>
        </p:spPr>
        <p:txBody>
          <a:bodyPr tIns="1371600"/>
          <a:lstStyle>
            <a:lvl1pPr marL="0" indent="0" algn="ctr">
              <a:buNone/>
              <a:defRPr>
                <a:solidFill>
                  <a:schemeClr val="bg1"/>
                </a:solidFill>
              </a:defRPr>
            </a:lvl1pPr>
          </a:lstStyle>
          <a:p>
            <a:r>
              <a:rPr lang="en-US"/>
              <a:t>PHOTO</a:t>
            </a:r>
          </a:p>
        </p:txBody>
      </p:sp>
      <p:cxnSp>
        <p:nvCxnSpPr>
          <p:cNvPr id="8" name="Straight Connector 7">
            <a:extLst>
              <a:ext uri="{FF2B5EF4-FFF2-40B4-BE49-F238E27FC236}">
                <a16:creationId xmlns:a16="http://schemas.microsoft.com/office/drawing/2014/main" id="{70D23CA9-093A-4258-9E0C-DFC4ABA79A4A}"/>
              </a:ext>
            </a:extLst>
          </p:cNvPr>
          <p:cNvCxnSpPr>
            <a:cxnSpLocks/>
          </p:cNvCxnSpPr>
          <p:nvPr userDrawn="1"/>
        </p:nvCxnSpPr>
        <p:spPr bwMode="auto">
          <a:xfrm>
            <a:off x="4386452" y="502952"/>
            <a:ext cx="685800" cy="0"/>
          </a:xfrm>
          <a:prstGeom prst="line">
            <a:avLst/>
          </a:prstGeom>
          <a:noFill/>
          <a:ln w="38100" cap="flat" cmpd="sng" algn="ctr">
            <a:solidFill>
              <a:srgbClr val="909D93"/>
            </a:solidFill>
            <a:prstDash val="solid"/>
            <a:round/>
            <a:headEnd type="none" w="med" len="med"/>
            <a:tailEnd type="none" w="med" len="med"/>
          </a:ln>
          <a:effectLst/>
        </p:spPr>
      </p:cxn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4386452" y="1782763"/>
            <a:ext cx="7195947" cy="438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0C286-EA41-4D0B-A536-6C95A9F879F6}"/>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6" name="Slide Number Placeholder 5">
            <a:extLst>
              <a:ext uri="{FF2B5EF4-FFF2-40B4-BE49-F238E27FC236}">
                <a16:creationId xmlns:a16="http://schemas.microsoft.com/office/drawing/2014/main" id="{2642C392-5579-4DF2-99B7-4D9E5BFF5198}"/>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D0F5DC89-AD84-481B-80CF-6892D0B5112F}"/>
              </a:ext>
            </a:extLst>
          </p:cNvPr>
          <p:cNvSpPr>
            <a:spLocks noGrp="1"/>
          </p:cNvSpPr>
          <p:nvPr>
            <p:ph type="title"/>
          </p:nvPr>
        </p:nvSpPr>
        <p:spPr>
          <a:xfrm>
            <a:off x="4386452" y="630777"/>
            <a:ext cx="7195948" cy="523220"/>
          </a:xfrm>
        </p:spPr>
        <p:txBody>
          <a:bodyPr/>
          <a:lstStyle/>
          <a:p>
            <a:r>
              <a:rPr lang="en-US"/>
              <a:t>Click to edit Master title style</a:t>
            </a:r>
          </a:p>
        </p:txBody>
      </p:sp>
    </p:spTree>
    <p:extLst>
      <p:ext uri="{BB962C8B-B14F-4D97-AF65-F5344CB8AC3E}">
        <p14:creationId xmlns:p14="http://schemas.microsoft.com/office/powerpoint/2010/main" val="1378749059"/>
      </p:ext>
    </p:extLst>
  </p:cSld>
  <p:clrMapOvr>
    <a:masterClrMapping/>
  </p:clrMapOvr>
  <p:extLst>
    <p:ext uri="{DCECCB84-F9BA-43D5-87BE-67443E8EF086}">
      <p15:sldGuideLst xmlns:p15="http://schemas.microsoft.com/office/powerpoint/2012/main">
        <p15:guide id="1" pos="2534" userDrawn="1">
          <p15:clr>
            <a:srgbClr val="FBAE40"/>
          </p15:clr>
        </p15:guide>
        <p15:guide id="2" pos="276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umn 1/3 Photo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8171051" y="0"/>
            <a:ext cx="4020949" cy="6857998"/>
          </a:xfrm>
          <a:solidFill>
            <a:srgbClr val="C0CAC7"/>
          </a:solidFill>
        </p:spPr>
        <p:txBody>
          <a:bodyPr tIns="1371600"/>
          <a:lstStyle>
            <a:lvl1pPr marL="0" indent="0" algn="ctr">
              <a:buNone/>
              <a:defRPr>
                <a:solidFill>
                  <a:schemeClr val="bg1"/>
                </a:solidFill>
              </a:defRPr>
            </a:lvl1pPr>
          </a:lstStyle>
          <a:p>
            <a:r>
              <a:rPr lang="en-US"/>
              <a:t>PHOTO</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579" y="1782763"/>
            <a:ext cx="7195970" cy="4389437"/>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2FD19E30-E1CB-4A1D-BFAF-18064D58B276}"/>
              </a:ext>
            </a:extLst>
          </p:cNvPr>
          <p:cNvSpPr>
            <a:spLocks noGrp="1"/>
          </p:cNvSpPr>
          <p:nvPr>
            <p:ph type="title"/>
          </p:nvPr>
        </p:nvSpPr>
        <p:spPr>
          <a:xfrm>
            <a:off x="609579" y="630777"/>
            <a:ext cx="7195970" cy="523220"/>
          </a:xfrm>
        </p:spPr>
        <p:txBody>
          <a:bodyPr/>
          <a:lstStyle/>
          <a:p>
            <a:r>
              <a:rPr lang="en-US"/>
              <a:t>Click to edit Master title style</a:t>
            </a:r>
          </a:p>
        </p:txBody>
      </p:sp>
    </p:spTree>
    <p:extLst>
      <p:ext uri="{BB962C8B-B14F-4D97-AF65-F5344CB8AC3E}">
        <p14:creationId xmlns:p14="http://schemas.microsoft.com/office/powerpoint/2010/main" val="2909078225"/>
      </p:ext>
    </p:extLst>
  </p:cSld>
  <p:clrMapOvr>
    <a:masterClrMapping/>
  </p:clrMapOvr>
  <p:extLst>
    <p:ext uri="{DCECCB84-F9BA-43D5-87BE-67443E8EF086}">
      <p15:sldGuideLst xmlns:p15="http://schemas.microsoft.com/office/powerpoint/2012/main">
        <p15:guide id="1" pos="4917" userDrawn="1">
          <p15:clr>
            <a:srgbClr val="FBAE40"/>
          </p15:clr>
        </p15:guide>
        <p15:guide id="2" pos="51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Column 2/3 Objec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EE049-8CD2-4CFA-88AF-02B706EBF42C}"/>
              </a:ext>
            </a:extLst>
          </p:cNvPr>
          <p:cNvSpPr>
            <a:spLocks noGrp="1"/>
          </p:cNvSpPr>
          <p:nvPr>
            <p:ph idx="1" hasCustomPrompt="1"/>
          </p:nvPr>
        </p:nvSpPr>
        <p:spPr>
          <a:xfrm>
            <a:off x="4386263" y="0"/>
            <a:ext cx="7805737" cy="6858001"/>
          </a:xfrm>
          <a:noFill/>
        </p:spPr>
        <p:txBody>
          <a:bodyPr tIns="1371600"/>
          <a:lstStyle>
            <a:lvl1pPr marL="0" indent="0" algn="ctr">
              <a:buNone/>
              <a:defRPr sz="3200" cap="all" baseline="0">
                <a:solidFill>
                  <a:schemeClr val="bg2"/>
                </a:solidFill>
              </a:defRPr>
            </a:lvl1pPr>
            <a:lvl2pPr marL="342900" indent="0">
              <a:buNone/>
              <a:defRPr sz="2800"/>
            </a:lvl2pPr>
            <a:lvl3pPr marL="685800" indent="0">
              <a:buNone/>
              <a:defRPr sz="2400"/>
            </a:lvl3pPr>
            <a:lvl4pPr marL="1028700" indent="0">
              <a:buNone/>
              <a:defRPr sz="2000"/>
            </a:lvl4pPr>
            <a:lvl5pPr marL="1371600" indent="0">
              <a:buNone/>
              <a:defRPr sz="2000"/>
            </a:lvl5pPr>
            <a:lvl6pPr>
              <a:defRPr sz="2000"/>
            </a:lvl6pPr>
            <a:lvl7pPr>
              <a:defRPr sz="2000"/>
            </a:lvl7pPr>
            <a:lvl8pPr>
              <a:defRPr sz="2000"/>
            </a:lvl8pPr>
            <a:lvl9pPr>
              <a:defRPr sz="2000"/>
            </a:lvl9pPr>
          </a:lstStyle>
          <a:p>
            <a:pPr lvl="0"/>
            <a:r>
              <a:rPr lang="en-US"/>
              <a:t>Add Object</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600" y="2514600"/>
            <a:ext cx="3411538" cy="3657599"/>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3348212-BD3B-429B-854D-DCD29AC9B634}"/>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A49789-63B7-4EB2-9FC8-36229C782BBC}"/>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ABD905D8-0228-4BFC-8381-033CF0D94C0F}"/>
              </a:ext>
            </a:extLst>
          </p:cNvPr>
          <p:cNvSpPr>
            <a:spLocks noGrp="1"/>
          </p:cNvSpPr>
          <p:nvPr>
            <p:ph type="title"/>
          </p:nvPr>
        </p:nvSpPr>
        <p:spPr>
          <a:xfrm>
            <a:off x="609599" y="630777"/>
            <a:ext cx="3411539" cy="1569660"/>
          </a:xfrm>
        </p:spPr>
        <p:txBody>
          <a:bodyPr wrap="square">
            <a:spAutoFit/>
          </a:bodyPr>
          <a:lstStyle/>
          <a:p>
            <a:r>
              <a:rPr lang="en-US"/>
              <a:t>Click to edit Master title style</a:t>
            </a:r>
          </a:p>
        </p:txBody>
      </p:sp>
    </p:spTree>
    <p:extLst>
      <p:ext uri="{BB962C8B-B14F-4D97-AF65-F5344CB8AC3E}">
        <p14:creationId xmlns:p14="http://schemas.microsoft.com/office/powerpoint/2010/main" val="1494465405"/>
      </p:ext>
    </p:extLst>
  </p:cSld>
  <p:clrMapOvr>
    <a:masterClrMapping/>
  </p:clrMapOvr>
  <p:extLst>
    <p:ext uri="{DCECCB84-F9BA-43D5-87BE-67443E8EF086}">
      <p15:sldGuideLst xmlns:p15="http://schemas.microsoft.com/office/powerpoint/2012/main">
        <p15:guide id="1" pos="2535" userDrawn="1">
          <p15:clr>
            <a:srgbClr val="FBAE40"/>
          </p15:clr>
        </p15:guide>
        <p15:guide id="2" pos="2763" userDrawn="1">
          <p15:clr>
            <a:srgbClr val="FBAE40"/>
          </p15:clr>
        </p15:guide>
        <p15:guide id="3" orient="horz" pos="158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umn Callout ">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E0728B7E-F5C5-4D1D-9CEA-910DBA1D7510}"/>
              </a:ext>
            </a:extLst>
          </p:cNvPr>
          <p:cNvSpPr/>
          <p:nvPr userDrawn="1"/>
        </p:nvSpPr>
        <p:spPr>
          <a:xfrm rot="16200000" flipH="1">
            <a:off x="6659880" y="1325881"/>
            <a:ext cx="6858000" cy="420624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Diagonal Lines (white)" descr="Background pattern&#10;&#10;Description automatically generated">
            <a:extLst>
              <a:ext uri="{FF2B5EF4-FFF2-40B4-BE49-F238E27FC236}">
                <a16:creationId xmlns:a16="http://schemas.microsoft.com/office/drawing/2014/main" id="{DEC2AB5E-F70D-48BD-8B0B-D7331C336C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851639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609600" y="630777"/>
            <a:ext cx="6953250" cy="523220"/>
          </a:xfrm>
        </p:spPr>
        <p:txBody>
          <a:bodyPr wrap="square">
            <a:spAutoFit/>
          </a:bodyPr>
          <a:lstStyle/>
          <a:p>
            <a:r>
              <a:rPr lang="en-US"/>
              <a:t>Click to edit Master title style</a:t>
            </a:r>
          </a:p>
        </p:txBody>
      </p:sp>
    </p:spTree>
    <p:extLst>
      <p:ext uri="{BB962C8B-B14F-4D97-AF65-F5344CB8AC3E}">
        <p14:creationId xmlns:p14="http://schemas.microsoft.com/office/powerpoint/2010/main" val="4000953238"/>
      </p:ext>
    </p:extLst>
  </p:cSld>
  <p:clrMapOvr>
    <a:masterClrMapping/>
  </p:clrMapOvr>
  <p:extLst>
    <p:ext uri="{DCECCB84-F9BA-43D5-87BE-67443E8EF086}">
      <p15:sldGuideLst xmlns:p15="http://schemas.microsoft.com/office/powerpoint/2012/main">
        <p15:guide id="1" pos="536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9838D92B-2824-440C-8DE5-E2A9F6FE569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654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ith Diagonal">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Rectangle 1">
            <a:extLst>
              <a:ext uri="{FF2B5EF4-FFF2-40B4-BE49-F238E27FC236}">
                <a16:creationId xmlns:a16="http://schemas.microsoft.com/office/drawing/2014/main" id="{D9A79FA9-73A7-4C67-8309-EF26740CE824}"/>
              </a:ext>
            </a:extLst>
          </p:cNvPr>
          <p:cNvSpPr/>
          <p:nvPr userDrawn="1"/>
        </p:nvSpPr>
        <p:spPr>
          <a:xfrm>
            <a:off x="0" y="0"/>
            <a:ext cx="1828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1250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036881903"/>
      </p:ext>
    </p:extLst>
  </p:cSld>
  <p:clrMapOvr>
    <a:masterClrMapping/>
  </p:clrMapOvr>
  <p:hf hdr="0" dt="0"/>
  <p:extLst>
    <p:ext uri="{DCECCB84-F9BA-43D5-87BE-67443E8EF086}">
      <p15:sldGuideLst xmlns:p15="http://schemas.microsoft.com/office/powerpoint/2012/main">
        <p15:guide id="1" pos="3953" userDrawn="1">
          <p15:clr>
            <a:srgbClr val="FBAE40"/>
          </p15:clr>
        </p15:guide>
        <p15:guide id="2" pos="3726" userDrawn="1">
          <p15:clr>
            <a:srgbClr val="FBAE40"/>
          </p15:clr>
        </p15:guide>
        <p15:guide id="3" pos="2538" userDrawn="1">
          <p15:clr>
            <a:srgbClr val="FBAE40"/>
          </p15:clr>
        </p15:guide>
        <p15:guide id="4" pos="2760" userDrawn="1">
          <p15:clr>
            <a:srgbClr val="FBAE40"/>
          </p15:clr>
        </p15:guide>
        <p15:guide id="5" pos="4915" userDrawn="1">
          <p15:clr>
            <a:srgbClr val="FBAE40"/>
          </p15:clr>
        </p15:guide>
        <p15:guide id="6" pos="514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0" y="-1"/>
            <a:ext cx="12192000" cy="6857999"/>
          </a:xfrm>
          <a:solidFill>
            <a:srgbClr val="C0CAC7"/>
          </a:solidFill>
        </p:spPr>
        <p:txBody>
          <a:bodyPr tIns="1371600"/>
          <a:lstStyle>
            <a:lvl1pPr marL="0" indent="0" algn="ctr">
              <a:buNone/>
              <a:defRPr>
                <a:solidFill>
                  <a:schemeClr val="bg1"/>
                </a:solidFill>
              </a:defRPr>
            </a:lvl1pPr>
          </a:lstStyle>
          <a:p>
            <a:r>
              <a:rPr lang="en-US"/>
              <a:t>PHOTO</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390691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Objec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082525F-B732-41A9-8E4C-95F73EBFD6BC}"/>
              </a:ext>
            </a:extLst>
          </p:cNvPr>
          <p:cNvSpPr>
            <a:spLocks noGrp="1"/>
          </p:cNvSpPr>
          <p:nvPr>
            <p:ph sz="quarter" idx="12" hasCustomPrompt="1"/>
          </p:nvPr>
        </p:nvSpPr>
        <p:spPr>
          <a:xfrm>
            <a:off x="0" y="0"/>
            <a:ext cx="12192000" cy="6858000"/>
          </a:xfrm>
          <a:noFill/>
        </p:spPr>
        <p:txBody>
          <a:bodyPr tIns="1371600"/>
          <a:lstStyle>
            <a:lvl1pPr marL="0" indent="0" algn="ctr">
              <a:buNone/>
              <a:defRPr>
                <a:solidFill>
                  <a:schemeClr val="bg2"/>
                </a:solidFill>
              </a:defRPr>
            </a:lvl1pPr>
          </a:lstStyle>
          <a:p>
            <a:pPr lvl="0"/>
            <a:r>
              <a:rPr lang="en-US"/>
              <a:t>OBJECT</a:t>
            </a:r>
          </a:p>
        </p:txBody>
      </p:sp>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886497936"/>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Rectangle 44">
            <a:extLst>
              <a:ext uri="{FF2B5EF4-FFF2-40B4-BE49-F238E27FC236}">
                <a16:creationId xmlns:a16="http://schemas.microsoft.com/office/drawing/2014/main" id="{992E4E7A-A81B-4FD7-A62E-5F67AA4D8195}"/>
              </a:ext>
            </a:extLst>
          </p:cNvPr>
          <p:cNvSpPr/>
          <p:nvPr userDrawn="1"/>
        </p:nvSpPr>
        <p:spPr>
          <a:xfrm rot="16200000" flipH="1">
            <a:off x="2667000" y="-2667000"/>
            <a:ext cx="6858000" cy="12192000"/>
          </a:xfrm>
          <a:prstGeom prst="rect">
            <a:avLst/>
          </a:prstGeom>
          <a:solidFill>
            <a:srgbClr val="332A8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9" name="object 2">
            <a:extLst>
              <a:ext uri="{FF2B5EF4-FFF2-40B4-BE49-F238E27FC236}">
                <a16:creationId xmlns:a16="http://schemas.microsoft.com/office/drawing/2014/main" id="{FDFEE229-C73A-4A9D-82A4-A8F87E706027}"/>
              </a:ext>
            </a:extLst>
          </p:cNvPr>
          <p:cNvSpPr/>
          <p:nvPr userDrawn="1"/>
        </p:nvSpPr>
        <p:spPr>
          <a:xfrm>
            <a:off x="1219200" y="457200"/>
            <a:ext cx="2777712" cy="2720975"/>
          </a:xfrm>
          <a:custGeom>
            <a:avLst/>
            <a:gdLst/>
            <a:ahLst/>
            <a:cxnLst/>
            <a:rect l="l" t="t" r="r" b="b"/>
            <a:pathLst>
              <a:path w="2207260" h="2162175">
                <a:moveTo>
                  <a:pt x="2034311" y="0"/>
                </a:moveTo>
                <a:lnTo>
                  <a:pt x="1984425" y="24549"/>
                </a:lnTo>
                <a:lnTo>
                  <a:pt x="1936286" y="49970"/>
                </a:lnTo>
                <a:lnTo>
                  <a:pt x="1889894" y="76260"/>
                </a:lnTo>
                <a:lnTo>
                  <a:pt x="1845247" y="103422"/>
                </a:lnTo>
                <a:lnTo>
                  <a:pt x="1802346" y="131454"/>
                </a:lnTo>
                <a:lnTo>
                  <a:pt x="1761191" y="160357"/>
                </a:lnTo>
                <a:lnTo>
                  <a:pt x="1721782" y="190132"/>
                </a:lnTo>
                <a:lnTo>
                  <a:pt x="1684118" y="220778"/>
                </a:lnTo>
                <a:lnTo>
                  <a:pt x="1648199" y="252296"/>
                </a:lnTo>
                <a:lnTo>
                  <a:pt x="1614025" y="284685"/>
                </a:lnTo>
                <a:lnTo>
                  <a:pt x="1581596" y="317947"/>
                </a:lnTo>
                <a:lnTo>
                  <a:pt x="1550911" y="352081"/>
                </a:lnTo>
                <a:lnTo>
                  <a:pt x="1521971" y="387088"/>
                </a:lnTo>
                <a:lnTo>
                  <a:pt x="1494775" y="422967"/>
                </a:lnTo>
                <a:lnTo>
                  <a:pt x="1469323" y="459719"/>
                </a:lnTo>
                <a:lnTo>
                  <a:pt x="1445615" y="497344"/>
                </a:lnTo>
                <a:lnTo>
                  <a:pt x="1422066" y="538531"/>
                </a:lnTo>
                <a:lnTo>
                  <a:pt x="1400141" y="580894"/>
                </a:lnTo>
                <a:lnTo>
                  <a:pt x="1379841" y="624431"/>
                </a:lnTo>
                <a:lnTo>
                  <a:pt x="1361164" y="669142"/>
                </a:lnTo>
                <a:lnTo>
                  <a:pt x="1344112" y="715027"/>
                </a:lnTo>
                <a:lnTo>
                  <a:pt x="1328684" y="762085"/>
                </a:lnTo>
                <a:lnTo>
                  <a:pt x="1314880" y="810315"/>
                </a:lnTo>
                <a:lnTo>
                  <a:pt x="1302700" y="859716"/>
                </a:lnTo>
                <a:lnTo>
                  <a:pt x="1292144" y="910289"/>
                </a:lnTo>
                <a:lnTo>
                  <a:pt x="1283212" y="962032"/>
                </a:lnTo>
                <a:lnTo>
                  <a:pt x="1275904" y="1014946"/>
                </a:lnTo>
                <a:lnTo>
                  <a:pt x="1270221" y="1069029"/>
                </a:lnTo>
                <a:lnTo>
                  <a:pt x="1266161" y="1124280"/>
                </a:lnTo>
                <a:lnTo>
                  <a:pt x="1263725" y="1180700"/>
                </a:lnTo>
                <a:lnTo>
                  <a:pt x="1262913" y="1238288"/>
                </a:lnTo>
                <a:lnTo>
                  <a:pt x="1262913" y="2161933"/>
                </a:lnTo>
                <a:lnTo>
                  <a:pt x="2196706" y="2161933"/>
                </a:lnTo>
                <a:lnTo>
                  <a:pt x="2196706" y="1248448"/>
                </a:lnTo>
                <a:lnTo>
                  <a:pt x="1638465" y="1248448"/>
                </a:lnTo>
                <a:lnTo>
                  <a:pt x="1639310" y="1187041"/>
                </a:lnTo>
                <a:lnTo>
                  <a:pt x="1641848" y="1127955"/>
                </a:lnTo>
                <a:lnTo>
                  <a:pt x="1646077" y="1071190"/>
                </a:lnTo>
                <a:lnTo>
                  <a:pt x="1651998" y="1016746"/>
                </a:lnTo>
                <a:lnTo>
                  <a:pt x="1659611" y="964623"/>
                </a:lnTo>
                <a:lnTo>
                  <a:pt x="1668914" y="914823"/>
                </a:lnTo>
                <a:lnTo>
                  <a:pt x="1679910" y="867346"/>
                </a:lnTo>
                <a:lnTo>
                  <a:pt x="1692597" y="822192"/>
                </a:lnTo>
                <a:lnTo>
                  <a:pt x="1706975" y="779362"/>
                </a:lnTo>
                <a:lnTo>
                  <a:pt x="1723045" y="738856"/>
                </a:lnTo>
                <a:lnTo>
                  <a:pt x="1740805" y="700675"/>
                </a:lnTo>
                <a:lnTo>
                  <a:pt x="1760258" y="664819"/>
                </a:lnTo>
                <a:lnTo>
                  <a:pt x="1781966" y="630412"/>
                </a:lnTo>
                <a:lnTo>
                  <a:pt x="1806490" y="596493"/>
                </a:lnTo>
                <a:lnTo>
                  <a:pt x="1833832" y="563064"/>
                </a:lnTo>
                <a:lnTo>
                  <a:pt x="1863991" y="530123"/>
                </a:lnTo>
                <a:lnTo>
                  <a:pt x="1896970" y="497671"/>
                </a:lnTo>
                <a:lnTo>
                  <a:pt x="1932770" y="465709"/>
                </a:lnTo>
                <a:lnTo>
                  <a:pt x="1971391" y="434235"/>
                </a:lnTo>
                <a:lnTo>
                  <a:pt x="2012835" y="403250"/>
                </a:lnTo>
                <a:lnTo>
                  <a:pt x="2057104" y="372754"/>
                </a:lnTo>
                <a:lnTo>
                  <a:pt x="2104197" y="342747"/>
                </a:lnTo>
                <a:lnTo>
                  <a:pt x="2154118" y="313229"/>
                </a:lnTo>
                <a:lnTo>
                  <a:pt x="2206866" y="284200"/>
                </a:lnTo>
                <a:lnTo>
                  <a:pt x="2034311" y="0"/>
                </a:lnTo>
                <a:close/>
              </a:path>
              <a:path w="2207260" h="2162175">
                <a:moveTo>
                  <a:pt x="771397" y="0"/>
                </a:moveTo>
                <a:lnTo>
                  <a:pt x="721512" y="24549"/>
                </a:lnTo>
                <a:lnTo>
                  <a:pt x="673374" y="49970"/>
                </a:lnTo>
                <a:lnTo>
                  <a:pt x="626981" y="76260"/>
                </a:lnTo>
                <a:lnTo>
                  <a:pt x="582336" y="103422"/>
                </a:lnTo>
                <a:lnTo>
                  <a:pt x="539436" y="131454"/>
                </a:lnTo>
                <a:lnTo>
                  <a:pt x="498281" y="160357"/>
                </a:lnTo>
                <a:lnTo>
                  <a:pt x="458873" y="190132"/>
                </a:lnTo>
                <a:lnTo>
                  <a:pt x="421209" y="220778"/>
                </a:lnTo>
                <a:lnTo>
                  <a:pt x="385291" y="252296"/>
                </a:lnTo>
                <a:lnTo>
                  <a:pt x="351117" y="284685"/>
                </a:lnTo>
                <a:lnTo>
                  <a:pt x="318688" y="317947"/>
                </a:lnTo>
                <a:lnTo>
                  <a:pt x="288003" y="352081"/>
                </a:lnTo>
                <a:lnTo>
                  <a:pt x="259062" y="387088"/>
                </a:lnTo>
                <a:lnTo>
                  <a:pt x="231865" y="422967"/>
                </a:lnTo>
                <a:lnTo>
                  <a:pt x="206412" y="459719"/>
                </a:lnTo>
                <a:lnTo>
                  <a:pt x="182702" y="497344"/>
                </a:lnTo>
                <a:lnTo>
                  <a:pt x="159155" y="538531"/>
                </a:lnTo>
                <a:lnTo>
                  <a:pt x="137232" y="580894"/>
                </a:lnTo>
                <a:lnTo>
                  <a:pt x="116932" y="624431"/>
                </a:lnTo>
                <a:lnTo>
                  <a:pt x="98256" y="669142"/>
                </a:lnTo>
                <a:lnTo>
                  <a:pt x="81204" y="715027"/>
                </a:lnTo>
                <a:lnTo>
                  <a:pt x="65776" y="762085"/>
                </a:lnTo>
                <a:lnTo>
                  <a:pt x="51971" y="810315"/>
                </a:lnTo>
                <a:lnTo>
                  <a:pt x="39791" y="859716"/>
                </a:lnTo>
                <a:lnTo>
                  <a:pt x="29234" y="910289"/>
                </a:lnTo>
                <a:lnTo>
                  <a:pt x="20302" y="962032"/>
                </a:lnTo>
                <a:lnTo>
                  <a:pt x="12993" y="1014946"/>
                </a:lnTo>
                <a:lnTo>
                  <a:pt x="7308" y="1069029"/>
                </a:lnTo>
                <a:lnTo>
                  <a:pt x="3248" y="1124280"/>
                </a:lnTo>
                <a:lnTo>
                  <a:pt x="812" y="1180700"/>
                </a:lnTo>
                <a:lnTo>
                  <a:pt x="0" y="1238288"/>
                </a:lnTo>
                <a:lnTo>
                  <a:pt x="0" y="2161933"/>
                </a:lnTo>
                <a:lnTo>
                  <a:pt x="933805" y="2161933"/>
                </a:lnTo>
                <a:lnTo>
                  <a:pt x="933805" y="1248448"/>
                </a:lnTo>
                <a:lnTo>
                  <a:pt x="375551" y="1248448"/>
                </a:lnTo>
                <a:lnTo>
                  <a:pt x="376397" y="1187041"/>
                </a:lnTo>
                <a:lnTo>
                  <a:pt x="378935" y="1127955"/>
                </a:lnTo>
                <a:lnTo>
                  <a:pt x="383164" y="1071190"/>
                </a:lnTo>
                <a:lnTo>
                  <a:pt x="389085" y="1016746"/>
                </a:lnTo>
                <a:lnTo>
                  <a:pt x="396698" y="964623"/>
                </a:lnTo>
                <a:lnTo>
                  <a:pt x="406003" y="914823"/>
                </a:lnTo>
                <a:lnTo>
                  <a:pt x="416999" y="867346"/>
                </a:lnTo>
                <a:lnTo>
                  <a:pt x="429687" y="822192"/>
                </a:lnTo>
                <a:lnTo>
                  <a:pt x="444067" y="779362"/>
                </a:lnTo>
                <a:lnTo>
                  <a:pt x="460138" y="738856"/>
                </a:lnTo>
                <a:lnTo>
                  <a:pt x="477902" y="700675"/>
                </a:lnTo>
                <a:lnTo>
                  <a:pt x="497357" y="664819"/>
                </a:lnTo>
                <a:lnTo>
                  <a:pt x="519063" y="630412"/>
                </a:lnTo>
                <a:lnTo>
                  <a:pt x="543585" y="596493"/>
                </a:lnTo>
                <a:lnTo>
                  <a:pt x="570925" y="563064"/>
                </a:lnTo>
                <a:lnTo>
                  <a:pt x="601084" y="530123"/>
                </a:lnTo>
                <a:lnTo>
                  <a:pt x="634063" y="497671"/>
                </a:lnTo>
                <a:lnTo>
                  <a:pt x="669863" y="465709"/>
                </a:lnTo>
                <a:lnTo>
                  <a:pt x="708484" y="434235"/>
                </a:lnTo>
                <a:lnTo>
                  <a:pt x="749928" y="403250"/>
                </a:lnTo>
                <a:lnTo>
                  <a:pt x="794196" y="372754"/>
                </a:lnTo>
                <a:lnTo>
                  <a:pt x="841288" y="342747"/>
                </a:lnTo>
                <a:lnTo>
                  <a:pt x="891207" y="313229"/>
                </a:lnTo>
                <a:lnTo>
                  <a:pt x="943952" y="284200"/>
                </a:lnTo>
                <a:lnTo>
                  <a:pt x="771397" y="0"/>
                </a:lnTo>
                <a:close/>
              </a:path>
            </a:pathLst>
          </a:custGeom>
          <a:solidFill>
            <a:srgbClr val="F1F2F2">
              <a:alpha val="24000"/>
            </a:srgbClr>
          </a:solidFill>
        </p:spPr>
        <p:txBody>
          <a:bodyPr wrap="square" lIns="0" tIns="0" rIns="0" bIns="0" rtlCol="0"/>
          <a:lstStyle/>
          <a:p>
            <a:endParaRPr/>
          </a:p>
        </p:txBody>
      </p:sp>
      <p:sp>
        <p:nvSpPr>
          <p:cNvPr id="3" name="Footer Placeholder 2">
            <a:extLst>
              <a:ext uri="{FF2B5EF4-FFF2-40B4-BE49-F238E27FC236}">
                <a16:creationId xmlns:a16="http://schemas.microsoft.com/office/drawing/2014/main" id="{B9B034F1-F2DA-4FA0-9701-236D01BB969A}"/>
              </a:ext>
            </a:extLst>
          </p:cNvPr>
          <p:cNvSpPr>
            <a:spLocks noGrp="1"/>
          </p:cNvSpPr>
          <p:nvPr>
            <p:ph type="ftr" sz="quarter" idx="10"/>
          </p:nvPr>
        </p:nvSpPr>
        <p:spPr>
          <a:xfrm>
            <a:off x="609600" y="6356350"/>
            <a:ext cx="7543800" cy="365125"/>
          </a:xfrm>
          <a:prstGeom prst="rect">
            <a:avLst/>
          </a:prstGeom>
        </p:spPr>
        <p:txBody>
          <a:bodyPr/>
          <a:lstStyle>
            <a:lvl1pPr>
              <a:defRPr>
                <a:solidFill>
                  <a:schemeClr val="bg1"/>
                </a:solidFill>
              </a:defRPr>
            </a:lvl1pPr>
          </a:lstStyle>
          <a:p>
            <a:r>
              <a:rPr lang="en-US"/>
              <a:t>Brown and Caldwell</a:t>
            </a:r>
          </a:p>
        </p:txBody>
      </p:sp>
      <p:sp>
        <p:nvSpPr>
          <p:cNvPr id="4" name="Slide Number Placeholder 3">
            <a:extLst>
              <a:ext uri="{FF2B5EF4-FFF2-40B4-BE49-F238E27FC236}">
                <a16:creationId xmlns:a16="http://schemas.microsoft.com/office/drawing/2014/main" id="{E94556A7-63F2-414C-BEF1-D0C3FCAFF1DD}"/>
              </a:ext>
            </a:extLst>
          </p:cNvPr>
          <p:cNvSpPr>
            <a:spLocks noGrp="1"/>
          </p:cNvSpPr>
          <p:nvPr>
            <p:ph type="sldNum" sz="quarter" idx="11"/>
          </p:nvPr>
        </p:nvSpPr>
        <p:spPr>
          <a:xfrm>
            <a:off x="8610600" y="6356350"/>
            <a:ext cx="2971800" cy="365125"/>
          </a:xfrm>
          <a:prstGeom prst="rect">
            <a:avLst/>
          </a:prstGeom>
        </p:spPr>
        <p:txBody>
          <a:bodyPr/>
          <a:lstStyle>
            <a:lvl1pPr>
              <a:defRPr>
                <a:solidFill>
                  <a:schemeClr val="bg1"/>
                </a:solidFill>
              </a:defRPr>
            </a:lvl1pPr>
          </a:lstStyle>
          <a:p>
            <a:fld id="{04E9CEDC-B5D7-4E9A-BA46-5FD30BEA372C}" type="slidenum">
              <a:rPr lang="en-US" smtClean="0"/>
              <a:pPr/>
              <a:t>‹#›</a:t>
            </a:fld>
            <a:endParaRPr lang="en-US"/>
          </a:p>
        </p:txBody>
      </p:sp>
      <p:sp>
        <p:nvSpPr>
          <p:cNvPr id="6" name="Text Placeholder 5">
            <a:extLst>
              <a:ext uri="{FF2B5EF4-FFF2-40B4-BE49-F238E27FC236}">
                <a16:creationId xmlns:a16="http://schemas.microsoft.com/office/drawing/2014/main" id="{5B5CBA7D-1C23-4B98-A975-321CAB3510DA}"/>
              </a:ext>
            </a:extLst>
          </p:cNvPr>
          <p:cNvSpPr>
            <a:spLocks noGrp="1"/>
          </p:cNvSpPr>
          <p:nvPr>
            <p:ph type="body" sz="quarter" idx="12" hasCustomPrompt="1"/>
          </p:nvPr>
        </p:nvSpPr>
        <p:spPr>
          <a:xfrm>
            <a:off x="609601" y="1854958"/>
            <a:ext cx="10972800" cy="3783842"/>
          </a:xfrm>
          <a:prstGeom prst="rect">
            <a:avLst/>
          </a:prstGeom>
        </p:spPr>
        <p:txBody>
          <a:bodyPr lIns="0" tIns="0" rIns="0" bIns="0" anchor="ctr" anchorCtr="0">
            <a:normAutofit/>
          </a:bodyPr>
          <a:lstStyle>
            <a:lvl1pPr marL="0" indent="0" algn="ctr">
              <a:lnSpc>
                <a:spcPct val="110000"/>
              </a:lnSpc>
              <a:spcBef>
                <a:spcPts val="0"/>
              </a:spcBef>
              <a:buNone/>
              <a:defRPr sz="8800" i="0" spc="-200" baseline="0">
                <a:solidFill>
                  <a:schemeClr val="bg1"/>
                </a:solidFill>
              </a:defRPr>
            </a:lvl1pPr>
            <a:lvl2pPr marL="0" indent="0" algn="ctr">
              <a:lnSpc>
                <a:spcPct val="110000"/>
              </a:lnSpc>
              <a:spcBef>
                <a:spcPts val="0"/>
              </a:spcBef>
              <a:buNone/>
              <a:defRPr sz="5400" i="0" spc="-200" baseline="0">
                <a:solidFill>
                  <a:schemeClr val="bg1"/>
                </a:solidFill>
              </a:defRPr>
            </a:lvl2pPr>
            <a:lvl3pPr marL="0" indent="0" algn="ctr">
              <a:lnSpc>
                <a:spcPct val="110000"/>
              </a:lnSpc>
              <a:spcBef>
                <a:spcPts val="0"/>
              </a:spcBef>
              <a:buNone/>
              <a:defRPr sz="4800" i="0" spc="-100" baseline="0">
                <a:solidFill>
                  <a:schemeClr val="bg1"/>
                </a:solidFill>
              </a:defRPr>
            </a:lvl3pPr>
            <a:lvl4pPr marL="1371600" indent="0" algn="ctr">
              <a:lnSpc>
                <a:spcPct val="85000"/>
              </a:lnSpc>
              <a:buNone/>
              <a:defRPr sz="2800" i="1" spc="-50" baseline="0">
                <a:solidFill>
                  <a:schemeClr val="bg1"/>
                </a:solidFill>
              </a:defRPr>
            </a:lvl4pPr>
            <a:lvl5pPr marL="1828800" indent="0" algn="ctr">
              <a:lnSpc>
                <a:spcPct val="85000"/>
              </a:lnSpc>
              <a:buNone/>
              <a:defRPr sz="2800" i="1" spc="-50" baseline="0">
                <a:solidFill>
                  <a:schemeClr val="bg1"/>
                </a:solidFill>
              </a:defRPr>
            </a:lvl5pPr>
          </a:lstStyle>
          <a:p>
            <a:pPr lvl="0"/>
            <a:r>
              <a:rPr lang="en-US"/>
              <a:t>Big quote here</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76541A6D-5BA2-462F-A751-E5153DDE18E5}"/>
              </a:ext>
            </a:extLst>
          </p:cNvPr>
          <p:cNvSpPr>
            <a:spLocks noGrp="1"/>
          </p:cNvSpPr>
          <p:nvPr>
            <p:ph type="body" sz="quarter" idx="13" hasCustomPrompt="1"/>
          </p:nvPr>
        </p:nvSpPr>
        <p:spPr>
          <a:xfrm>
            <a:off x="2438401" y="5791200"/>
            <a:ext cx="9144000" cy="609600"/>
          </a:xfrm>
          <a:prstGeom prst="rect">
            <a:avLst/>
          </a:prstGeom>
        </p:spPr>
        <p:txBody>
          <a:bodyPr lIns="0" tIns="0" rIns="0" bIns="0">
            <a:normAutofit/>
          </a:bodyPr>
          <a:lstStyle>
            <a:lvl1pPr algn="r">
              <a:buClr>
                <a:schemeClr val="bg1"/>
              </a:buClr>
              <a:defRPr sz="2400" i="1" cap="none" baseline="0">
                <a:solidFill>
                  <a:schemeClr val="bg1"/>
                </a:solidFill>
                <a:latin typeface="+mn-lt"/>
              </a:defRPr>
            </a:lvl1pPr>
          </a:lstStyle>
          <a:p>
            <a:pPr lvl="0"/>
            <a:r>
              <a:rPr lang="en-US"/>
              <a:t>Name reference here</a:t>
            </a:r>
          </a:p>
        </p:txBody>
      </p:sp>
    </p:spTree>
    <p:extLst>
      <p:ext uri="{BB962C8B-B14F-4D97-AF65-F5344CB8AC3E}">
        <p14:creationId xmlns:p14="http://schemas.microsoft.com/office/powerpoint/2010/main" val="8485955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ue">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46902829-D5D1-4F00-A1B9-EF14BCD064FF}"/>
              </a:ext>
            </a:extLst>
          </p:cNvPr>
          <p:cNvSpPr/>
          <p:nvPr userDrawn="1"/>
        </p:nvSpPr>
        <p:spPr>
          <a:xfrm rot="16200000" flipH="1">
            <a:off x="2667000" y="-2667000"/>
            <a:ext cx="6858000" cy="12192000"/>
          </a:xfrm>
          <a:prstGeom prst="rect">
            <a:avLst/>
          </a:prstGeom>
          <a:gradFill flip="none" rotWithShape="1">
            <a:gsLst>
              <a:gs pos="0">
                <a:srgbClr val="332A86"/>
              </a:gs>
              <a:gs pos="9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BF0782B8-5272-420C-8DAE-70E09C81F5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3" name="Graphic 12">
            <a:extLst>
              <a:ext uri="{FF2B5EF4-FFF2-40B4-BE49-F238E27FC236}">
                <a16:creationId xmlns:a16="http://schemas.microsoft.com/office/drawing/2014/main" id="{087513A4-C855-4E73-81CA-494CAB4E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886F3037-7F32-417A-A0C3-B25F6685577C}"/>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244340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D7D10-4005-C83B-239B-685E999C67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7BE843-831A-F6F1-511F-8AAD5A3D12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078763-E8CE-EE28-9FF8-4B85FC417A76}"/>
              </a:ext>
            </a:extLst>
          </p:cNvPr>
          <p:cNvSpPr>
            <a:spLocks noGrp="1"/>
          </p:cNvSpPr>
          <p:nvPr>
            <p:ph type="dt" sz="half" idx="10"/>
          </p:nvPr>
        </p:nvSpPr>
        <p:spPr/>
        <p:txBody>
          <a:bodyPr/>
          <a:lstStyle/>
          <a:p>
            <a:fld id="{34D573F4-AF40-4042-AACF-7650B6A1FB4D}" type="datetimeFigureOut">
              <a:rPr lang="en-US" smtClean="0"/>
              <a:t>6/4/2026</a:t>
            </a:fld>
            <a:endParaRPr lang="en-US"/>
          </a:p>
        </p:txBody>
      </p:sp>
      <p:sp>
        <p:nvSpPr>
          <p:cNvPr id="5" name="Footer Placeholder 4">
            <a:extLst>
              <a:ext uri="{FF2B5EF4-FFF2-40B4-BE49-F238E27FC236}">
                <a16:creationId xmlns:a16="http://schemas.microsoft.com/office/drawing/2014/main" id="{A97CECA2-38CF-273A-17C1-00F4A3394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DB94D-4266-B64F-B766-C141CF6F07F0}"/>
              </a:ext>
            </a:extLst>
          </p:cNvPr>
          <p:cNvSpPr>
            <a:spLocks noGrp="1"/>
          </p:cNvSpPr>
          <p:nvPr>
            <p:ph type="sldNum" sz="quarter" idx="12"/>
          </p:nvPr>
        </p:nvSpPr>
        <p:spPr/>
        <p:txBody>
          <a:bodyPr/>
          <a:lstStyle/>
          <a:p>
            <a:fld id="{9C89C0AA-3429-4203-B347-906610C9A15B}" type="slidenum">
              <a:rPr lang="en-US" smtClean="0"/>
              <a:t>‹#›</a:t>
            </a:fld>
            <a:endParaRPr lang="en-US"/>
          </a:p>
        </p:txBody>
      </p:sp>
    </p:spTree>
    <p:extLst>
      <p:ext uri="{BB962C8B-B14F-4D97-AF65-F5344CB8AC3E}">
        <p14:creationId xmlns:p14="http://schemas.microsoft.com/office/powerpoint/2010/main" val="2301408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27603230-F4BF-4235-87F3-11E12CBBEE53}"/>
              </a:ext>
            </a:extLst>
          </p:cNvPr>
          <p:cNvSpPr>
            <a:spLocks noGrp="1"/>
          </p:cNvSpPr>
          <p:nvPr>
            <p:ph type="body" sz="quarter" idx="12" hasCustomPrompt="1"/>
          </p:nvPr>
        </p:nvSpPr>
        <p:spPr>
          <a:xfrm>
            <a:off x="609600"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
        <p:nvSpPr>
          <p:cNvPr id="9" name="Text Placeholder 7">
            <a:extLst>
              <a:ext uri="{FF2B5EF4-FFF2-40B4-BE49-F238E27FC236}">
                <a16:creationId xmlns:a16="http://schemas.microsoft.com/office/drawing/2014/main" id="{72752BDE-54E7-4945-A686-64FA3CBCD4E1}"/>
              </a:ext>
            </a:extLst>
          </p:cNvPr>
          <p:cNvSpPr>
            <a:spLocks noGrp="1"/>
          </p:cNvSpPr>
          <p:nvPr>
            <p:ph type="body" sz="quarter" idx="13" hasCustomPrompt="1"/>
          </p:nvPr>
        </p:nvSpPr>
        <p:spPr>
          <a:xfrm>
            <a:off x="6278502"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Tree>
    <p:extLst>
      <p:ext uri="{BB962C8B-B14F-4D97-AF65-F5344CB8AC3E}">
        <p14:creationId xmlns:p14="http://schemas.microsoft.com/office/powerpoint/2010/main" val="312802475"/>
      </p:ext>
    </p:extLst>
  </p:cSld>
  <p:clrMapOvr>
    <a:masterClrMapping/>
  </p:clrMapOvr>
  <p:extLst>
    <p:ext uri="{DCECCB84-F9BA-43D5-87BE-67443E8EF086}">
      <p15:sldGuideLst xmlns:p15="http://schemas.microsoft.com/office/powerpoint/2012/main">
        <p15:guide id="1" pos="3936">
          <p15:clr>
            <a:srgbClr val="FBAE40"/>
          </p15:clr>
        </p15:guide>
        <p15:guide id="2" pos="372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BA9E-FA5B-6AC5-77C9-A546B3827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9BB3C1-D076-AA02-99C1-CFB122393C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5B8CFE-4E9A-9807-D34A-BA67A744FD55}"/>
              </a:ext>
            </a:extLst>
          </p:cNvPr>
          <p:cNvSpPr>
            <a:spLocks noGrp="1"/>
          </p:cNvSpPr>
          <p:nvPr>
            <p:ph type="dt" sz="half" idx="10"/>
          </p:nvPr>
        </p:nvSpPr>
        <p:spPr/>
        <p:txBody>
          <a:bodyPr/>
          <a:lstStyle/>
          <a:p>
            <a:fld id="{716DA726-7C34-4696-9355-AF8A0016F4E8}" type="datetimeFigureOut">
              <a:rPr lang="en-US" smtClean="0"/>
              <a:t>6/4/2026</a:t>
            </a:fld>
            <a:endParaRPr lang="en-US"/>
          </a:p>
        </p:txBody>
      </p:sp>
      <p:sp>
        <p:nvSpPr>
          <p:cNvPr id="5" name="Footer Placeholder 4">
            <a:extLst>
              <a:ext uri="{FF2B5EF4-FFF2-40B4-BE49-F238E27FC236}">
                <a16:creationId xmlns:a16="http://schemas.microsoft.com/office/drawing/2014/main" id="{210EA13A-0442-CC9F-63C6-52249CC0F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2772A-EC1A-7C9B-DABD-0CD25DFE5590}"/>
              </a:ext>
            </a:extLst>
          </p:cNvPr>
          <p:cNvSpPr>
            <a:spLocks noGrp="1"/>
          </p:cNvSpPr>
          <p:nvPr>
            <p:ph type="sldNum" sz="quarter" idx="12"/>
          </p:nvPr>
        </p:nvSpPr>
        <p:spPr/>
        <p:txBody>
          <a:bodyPr/>
          <a:lstStyle/>
          <a:p>
            <a:fld id="{A0AF6480-7852-4DF2-9BB6-48E7FD992DAB}" type="slidenum">
              <a:rPr lang="en-US" smtClean="0"/>
              <a:t>‹#›</a:t>
            </a:fld>
            <a:endParaRPr lang="en-US"/>
          </a:p>
        </p:txBody>
      </p:sp>
    </p:spTree>
    <p:extLst>
      <p:ext uri="{BB962C8B-B14F-4D97-AF65-F5344CB8AC3E}">
        <p14:creationId xmlns:p14="http://schemas.microsoft.com/office/powerpoint/2010/main" val="17477528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88A5C-85E6-48AE-0579-12CC9294B0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4247EB-E5A8-F848-1649-6EEB7360C5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E4DE57-FF91-C77C-B874-BD7785153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F5568B-8C34-25B5-DBCE-01A48E2F7438}"/>
              </a:ext>
            </a:extLst>
          </p:cNvPr>
          <p:cNvSpPr>
            <a:spLocks noGrp="1"/>
          </p:cNvSpPr>
          <p:nvPr>
            <p:ph type="dt" sz="half" idx="10"/>
          </p:nvPr>
        </p:nvSpPr>
        <p:spPr/>
        <p:txBody>
          <a:bodyPr/>
          <a:lstStyle/>
          <a:p>
            <a:fld id="{C17C2C3D-9C15-4B88-BC4C-AE7188442E0A}" type="datetimeFigureOut">
              <a:rPr lang="en-US" smtClean="0"/>
              <a:t>6/4/2026</a:t>
            </a:fld>
            <a:endParaRPr lang="en-US"/>
          </a:p>
        </p:txBody>
      </p:sp>
      <p:sp>
        <p:nvSpPr>
          <p:cNvPr id="6" name="Footer Placeholder 5">
            <a:extLst>
              <a:ext uri="{FF2B5EF4-FFF2-40B4-BE49-F238E27FC236}">
                <a16:creationId xmlns:a16="http://schemas.microsoft.com/office/drawing/2014/main" id="{B2F8F83C-65DE-D3CE-42B3-345B3934EF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60374-6059-20BC-8E32-52EE508BDA6B}"/>
              </a:ext>
            </a:extLst>
          </p:cNvPr>
          <p:cNvSpPr>
            <a:spLocks noGrp="1"/>
          </p:cNvSpPr>
          <p:nvPr>
            <p:ph type="sldNum" sz="quarter" idx="12"/>
          </p:nvPr>
        </p:nvSpPr>
        <p:spPr/>
        <p:txBody>
          <a:bodyPr/>
          <a:lstStyle/>
          <a:p>
            <a:fld id="{83DFD583-BED9-4807-823C-FF817C248372}" type="slidenum">
              <a:rPr lang="en-US" smtClean="0"/>
              <a:t>‹#›</a:t>
            </a:fld>
            <a:endParaRPr lang="en-US"/>
          </a:p>
        </p:txBody>
      </p:sp>
    </p:spTree>
    <p:extLst>
      <p:ext uri="{BB962C8B-B14F-4D97-AF65-F5344CB8AC3E}">
        <p14:creationId xmlns:p14="http://schemas.microsoft.com/office/powerpoint/2010/main" val="1504714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eal">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0E01A9E5-E62D-461C-AE5C-5D2207236E49}"/>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1" name="Picture 10" descr="Background pattern&#10;&#10;Description automatically generated">
            <a:extLst>
              <a:ext uri="{FF2B5EF4-FFF2-40B4-BE49-F238E27FC236}">
                <a16:creationId xmlns:a16="http://schemas.microsoft.com/office/drawing/2014/main" id="{3CA8531E-4D73-4698-84BE-40DD961F057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cxnSp>
        <p:nvCxnSpPr>
          <p:cNvPr id="8" name="Anchor Line (Teal)">
            <a:extLst>
              <a:ext uri="{FF2B5EF4-FFF2-40B4-BE49-F238E27FC236}">
                <a16:creationId xmlns:a16="http://schemas.microsoft.com/office/drawing/2014/main" id="{D01064B8-AE22-4EF2-B988-EE5C7EEBED14}"/>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9138780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115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2B9EA-19B0-40DF-8159-96184708FD3D}"/>
              </a:ext>
            </a:extLst>
          </p:cNvPr>
          <p:cNvSpPr>
            <a:spLocks noGrp="1"/>
          </p:cNvSpPr>
          <p:nvPr>
            <p:ph type="title"/>
          </p:nvPr>
        </p:nvSpPr>
        <p:spPr>
          <a:xfrm>
            <a:off x="736270" y="438911"/>
            <a:ext cx="9025128" cy="1161287"/>
          </a:xfrm>
        </p:spPr>
        <p:txBody>
          <a:bodyPr lIns="0"/>
          <a:lstStyle/>
          <a:p>
            <a:r>
              <a:rPr lang="en-US"/>
              <a:t>Click to edit Master title style</a:t>
            </a:r>
          </a:p>
        </p:txBody>
      </p:sp>
    </p:spTree>
    <p:extLst>
      <p:ext uri="{BB962C8B-B14F-4D97-AF65-F5344CB8AC3E}">
        <p14:creationId xmlns:p14="http://schemas.microsoft.com/office/powerpoint/2010/main" val="2962540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2B9EA-19B0-40DF-8159-96184708FD3D}"/>
              </a:ext>
            </a:extLst>
          </p:cNvPr>
          <p:cNvSpPr>
            <a:spLocks noGrp="1"/>
          </p:cNvSpPr>
          <p:nvPr>
            <p:ph type="title"/>
          </p:nvPr>
        </p:nvSpPr>
        <p:spPr/>
        <p:txBody>
          <a:bodyPr lIns="0"/>
          <a:lstStyle/>
          <a:p>
            <a:r>
              <a:rPr lang="en-US"/>
              <a:t>Click to edit Master title style</a:t>
            </a:r>
          </a:p>
        </p:txBody>
      </p:sp>
      <p:sp>
        <p:nvSpPr>
          <p:cNvPr id="10" name="Content Placeholder 9">
            <a:extLst>
              <a:ext uri="{FF2B5EF4-FFF2-40B4-BE49-F238E27FC236}">
                <a16:creationId xmlns:a16="http://schemas.microsoft.com/office/drawing/2014/main" id="{1460AE04-911C-4E41-A9EA-B1868F696D2B}"/>
              </a:ext>
            </a:extLst>
          </p:cNvPr>
          <p:cNvSpPr>
            <a:spLocks noGrp="1"/>
          </p:cNvSpPr>
          <p:nvPr>
            <p:ph sz="quarter" idx="12" hasCustomPrompt="1"/>
          </p:nvPr>
        </p:nvSpPr>
        <p:spPr>
          <a:xfrm>
            <a:off x="1024128" y="1801368"/>
            <a:ext cx="8737270" cy="2047740"/>
          </a:xfrm>
        </p:spPr>
        <p:txBody>
          <a:bodyPr wrap="square">
            <a:spAutoFit/>
          </a:bodyPr>
          <a:lstStyle>
            <a:lvl1pPr>
              <a:defRPr sz="2400"/>
            </a:lvl1pPr>
            <a:lvl2pPr>
              <a:defRPr sz="2400"/>
            </a:lvl2pPr>
            <a:lvl3pPr>
              <a:defRPr sz="2000"/>
            </a:lvl3pPr>
            <a:lvl4pPr>
              <a:defRPr sz="1800"/>
            </a:lvl4pPr>
            <a:lvl5pPr>
              <a:defRPr sz="1800"/>
            </a:lvl5pPr>
          </a:lstStyle>
          <a:p>
            <a:pPr lvl="0"/>
            <a:r>
              <a:rPr lang="en-US"/>
              <a:t>Click to add bullets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58661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rgbClr val="909D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rgbClr val="C0CAC7"/>
            </a:solidFill>
            <a:prstDash val="solid"/>
            <a:round/>
            <a:headEnd type="none" w="med" len="med"/>
            <a:tailEnd type="none" w="med" len="med"/>
          </a:ln>
          <a:effectLst/>
        </p:spPr>
      </p:cxnSp>
      <p:pic>
        <p:nvPicPr>
          <p:cNvPr id="3" name="Graphic 2">
            <a:extLst>
              <a:ext uri="{FF2B5EF4-FFF2-40B4-BE49-F238E27FC236}">
                <a16:creationId xmlns:a16="http://schemas.microsoft.com/office/drawing/2014/main" id="{276F2A2C-0BC0-405F-A230-6A70DFB7AA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5" name="Title 4">
            <a:extLst>
              <a:ext uri="{FF2B5EF4-FFF2-40B4-BE49-F238E27FC236}">
                <a16:creationId xmlns:a16="http://schemas.microsoft.com/office/drawing/2014/main" id="{DBDAAC73-5A85-4DBA-9A0E-4466BAF44D89}"/>
              </a:ext>
            </a:extLst>
          </p:cNvPr>
          <p:cNvSpPr>
            <a:spLocks noGrp="1"/>
          </p:cNvSpPr>
          <p:nvPr>
            <p:ph type="title"/>
          </p:nvPr>
        </p:nvSpPr>
        <p:spPr>
          <a:xfrm>
            <a:off x="609600" y="1529394"/>
            <a:ext cx="8869680" cy="1472885"/>
          </a:xfrm>
        </p:spPr>
        <p:txBody>
          <a:bodyPr/>
          <a:lstStyle/>
          <a:p>
            <a:r>
              <a:rPr lang="en-US"/>
              <a:t>Click to edit Master title style</a:t>
            </a:r>
          </a:p>
        </p:txBody>
      </p:sp>
    </p:spTree>
    <p:extLst>
      <p:ext uri="{BB962C8B-B14F-4D97-AF65-F5344CB8AC3E}">
        <p14:creationId xmlns:p14="http://schemas.microsoft.com/office/powerpoint/2010/main" val="3763140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2640A7-3374-4B52-8B22-48386BD54EF6}"/>
              </a:ext>
            </a:extLst>
          </p:cNvPr>
          <p:cNvSpPr/>
          <p:nvPr userDrawn="1"/>
        </p:nvSpPr>
        <p:spPr>
          <a:xfrm>
            <a:off x="0" y="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1"/>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a:ln>
            <a:noFill/>
          </a:ln>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chemeClr val="bg1"/>
            </a:solidFill>
            <a:prstDash val="solid"/>
            <a:round/>
            <a:headEnd type="none" w="med" len="med"/>
            <a:tailEnd type="none" w="med" len="med"/>
          </a:ln>
          <a:effectLst/>
        </p:spPr>
      </p:cxnSp>
      <p:pic>
        <p:nvPicPr>
          <p:cNvPr id="13" name="Picture 12" descr="Background pattern&#10;&#10;Description automatically generated">
            <a:extLst>
              <a:ext uri="{FF2B5EF4-FFF2-40B4-BE49-F238E27FC236}">
                <a16:creationId xmlns:a16="http://schemas.microsoft.com/office/drawing/2014/main" id="{F9911F24-8262-4467-A6FE-FD8F23F6150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pic>
        <p:nvPicPr>
          <p:cNvPr id="19" name="Graphic 18">
            <a:extLst>
              <a:ext uri="{FF2B5EF4-FFF2-40B4-BE49-F238E27FC236}">
                <a16:creationId xmlns:a16="http://schemas.microsoft.com/office/drawing/2014/main" id="{031016BF-B334-4510-96DE-52AE45C1C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468FBBC8-1BF9-49AE-A383-EDE1460450AC}"/>
              </a:ext>
            </a:extLst>
          </p:cNvPr>
          <p:cNvSpPr>
            <a:spLocks noGrp="1"/>
          </p:cNvSpPr>
          <p:nvPr>
            <p:ph type="title"/>
          </p:nvPr>
        </p:nvSpPr>
        <p:spPr>
          <a:xfrm>
            <a:off x="609600" y="1529394"/>
            <a:ext cx="8869680" cy="1472885"/>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8479510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ference Title Blo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6F1452-F202-4BF1-838E-9B6A0C113817}"/>
              </a:ext>
            </a:extLst>
          </p:cNvPr>
          <p:cNvSpPr/>
          <p:nvPr userDrawn="1"/>
        </p:nvSpPr>
        <p:spPr>
          <a:xfrm>
            <a:off x="0" y="685800"/>
            <a:ext cx="12192000" cy="4114800"/>
          </a:xfrm>
          <a:prstGeom prst="rect">
            <a:avLst/>
          </a:prstGeom>
          <a:solidFill>
            <a:srgbClr val="C0CA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graphical user interface&#10;&#10;Description automatically generated">
            <a:extLst>
              <a:ext uri="{FF2B5EF4-FFF2-40B4-BE49-F238E27FC236}">
                <a16:creationId xmlns:a16="http://schemas.microsoft.com/office/drawing/2014/main" id="{F0F6C279-1165-4357-911D-38C0013EF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411419"/>
            <a:ext cx="1097280" cy="607161"/>
          </a:xfrm>
          <a:prstGeom prst="rect">
            <a:avLst/>
          </a:prstGeom>
        </p:spPr>
      </p:pic>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4815854"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8387317" y="1143000"/>
            <a:ext cx="3200400" cy="32004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1956501" y="5411419"/>
            <a:ext cx="2310720"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Author Name</a:t>
            </a:r>
          </a:p>
          <a:p>
            <a:pPr lvl="1"/>
            <a:r>
              <a:rPr lang="en-US"/>
              <a:t>000.000.000</a:t>
            </a:r>
          </a:p>
          <a:p>
            <a:pPr lvl="1"/>
            <a:r>
              <a:rPr lang="en-US"/>
              <a:t>Email@email.com</a:t>
            </a:r>
          </a:p>
        </p:txBody>
      </p:sp>
      <p:sp>
        <p:nvSpPr>
          <p:cNvPr id="11" name="Text Placeholder 16">
            <a:extLst>
              <a:ext uri="{FF2B5EF4-FFF2-40B4-BE49-F238E27FC236}">
                <a16:creationId xmlns:a16="http://schemas.microsoft.com/office/drawing/2014/main" id="{B5CEDDEC-E159-4D5A-A30E-5DFC9CA8F9D0}"/>
              </a:ext>
            </a:extLst>
          </p:cNvPr>
          <p:cNvSpPr>
            <a:spLocks noGrp="1"/>
          </p:cNvSpPr>
          <p:nvPr>
            <p:ph type="body" sz="quarter" idx="16" hasCustomPrompt="1"/>
          </p:nvPr>
        </p:nvSpPr>
        <p:spPr>
          <a:xfrm>
            <a:off x="6220811"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sp>
        <p:nvSpPr>
          <p:cNvPr id="19" name="Picture Placeholder 9">
            <a:extLst>
              <a:ext uri="{FF2B5EF4-FFF2-40B4-BE49-F238E27FC236}">
                <a16:creationId xmlns:a16="http://schemas.microsoft.com/office/drawing/2014/main" id="{6E4D2E5C-68D2-4E8A-B949-85CA4E752E1C}"/>
              </a:ext>
            </a:extLst>
          </p:cNvPr>
          <p:cNvSpPr>
            <a:spLocks noGrp="1"/>
          </p:cNvSpPr>
          <p:nvPr>
            <p:ph type="pic" sz="quarter" idx="17" hasCustomPrompt="1"/>
          </p:nvPr>
        </p:nvSpPr>
        <p:spPr>
          <a:xfrm>
            <a:off x="8622920"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20" name="Text Placeholder 16">
            <a:extLst>
              <a:ext uri="{FF2B5EF4-FFF2-40B4-BE49-F238E27FC236}">
                <a16:creationId xmlns:a16="http://schemas.microsoft.com/office/drawing/2014/main" id="{3A870265-D4C4-4728-BC43-EDC04B805826}"/>
              </a:ext>
            </a:extLst>
          </p:cNvPr>
          <p:cNvSpPr>
            <a:spLocks noGrp="1"/>
          </p:cNvSpPr>
          <p:nvPr>
            <p:ph type="body" sz="quarter" idx="18" hasCustomPrompt="1"/>
          </p:nvPr>
        </p:nvSpPr>
        <p:spPr>
          <a:xfrm>
            <a:off x="10027877"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cxnSp>
        <p:nvCxnSpPr>
          <p:cNvPr id="14" name="Anchor Line (Teal)">
            <a:extLst>
              <a:ext uri="{FF2B5EF4-FFF2-40B4-BE49-F238E27FC236}">
                <a16:creationId xmlns:a16="http://schemas.microsoft.com/office/drawing/2014/main" id="{26DB4D2A-C732-4710-BFF2-128CEC8BB755}"/>
              </a:ext>
            </a:extLst>
          </p:cNvPr>
          <p:cNvCxnSpPr>
            <a:cxnSpLocks/>
          </p:cNvCxnSpPr>
          <p:nvPr userDrawn="1"/>
        </p:nvCxnSpPr>
        <p:spPr bwMode="auto">
          <a:xfrm>
            <a:off x="609600" y="1212986"/>
            <a:ext cx="685800" cy="0"/>
          </a:xfrm>
          <a:prstGeom prst="line">
            <a:avLst/>
          </a:prstGeom>
          <a:noFill/>
          <a:ln w="38100" cap="flat" cmpd="sng" algn="ctr">
            <a:solidFill>
              <a:srgbClr val="909D93"/>
            </a:solidFill>
            <a:prstDash val="solid"/>
            <a:round/>
            <a:headEnd type="none" w="med" len="med"/>
            <a:tailEnd type="none" w="med" len="med"/>
          </a:ln>
          <a:effectLst/>
        </p:spPr>
      </p:cxnSp>
      <p:sp>
        <p:nvSpPr>
          <p:cNvPr id="4" name="Title 3">
            <a:extLst>
              <a:ext uri="{FF2B5EF4-FFF2-40B4-BE49-F238E27FC236}">
                <a16:creationId xmlns:a16="http://schemas.microsoft.com/office/drawing/2014/main" id="{975E4359-0B47-4AA2-81D3-370D9A683A2A}"/>
              </a:ext>
            </a:extLst>
          </p:cNvPr>
          <p:cNvSpPr>
            <a:spLocks noGrp="1"/>
          </p:cNvSpPr>
          <p:nvPr>
            <p:ph type="title"/>
          </p:nvPr>
        </p:nvSpPr>
        <p:spPr>
          <a:xfrm>
            <a:off x="609600" y="1529394"/>
            <a:ext cx="7315200" cy="1472885"/>
          </a:xfrm>
        </p:spPr>
        <p:txBody>
          <a:bodyPr/>
          <a:lstStyle/>
          <a:p>
            <a:r>
              <a:rPr lang="en-US"/>
              <a:t>Click to edit Master title style</a:t>
            </a:r>
          </a:p>
        </p:txBody>
      </p:sp>
    </p:spTree>
    <p:extLst>
      <p:ext uri="{BB962C8B-B14F-4D97-AF65-F5344CB8AC3E}">
        <p14:creationId xmlns:p14="http://schemas.microsoft.com/office/powerpoint/2010/main" val="27672862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lid Color">
    <p:spTree>
      <p:nvGrpSpPr>
        <p:cNvPr id="1" name=""/>
        <p:cNvGrpSpPr/>
        <p:nvPr/>
      </p:nvGrpSpPr>
      <p:grpSpPr>
        <a:xfrm>
          <a:off x="0" y="0"/>
          <a:ext cx="0" cy="0"/>
          <a:chOff x="0" y="0"/>
          <a:chExt cx="0" cy="0"/>
        </a:xfrm>
      </p:grpSpPr>
      <p:sp>
        <p:nvSpPr>
          <p:cNvPr id="15" name="Rectangle 44">
            <a:extLst>
              <a:ext uri="{FF2B5EF4-FFF2-40B4-BE49-F238E27FC236}">
                <a16:creationId xmlns:a16="http://schemas.microsoft.com/office/drawing/2014/main" id="{8B67DCF5-A9EC-4521-AF7B-8EF1A809A4ED}"/>
              </a:ext>
            </a:extLst>
          </p:cNvPr>
          <p:cNvSpPr/>
          <p:nvPr userDrawn="1"/>
        </p:nvSpPr>
        <p:spPr>
          <a:xfrm rot="16200000" flipH="1">
            <a:off x="3565556" y="-3565556"/>
            <a:ext cx="5060887"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14" name="Oval 13">
            <a:extLst>
              <a:ext uri="{FF2B5EF4-FFF2-40B4-BE49-F238E27FC236}">
                <a16:creationId xmlns:a16="http://schemas.microsoft.com/office/drawing/2014/main" id="{09EEBC67-357C-4D73-8A8C-80F63065BE29}"/>
              </a:ext>
            </a:extLst>
          </p:cNvPr>
          <p:cNvSpPr/>
          <p:nvPr userDrawn="1"/>
        </p:nvSpPr>
        <p:spPr>
          <a:xfrm>
            <a:off x="6559218"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DA73BAE-FD0A-4A2C-8A01-FA8569121DFD}"/>
              </a:ext>
            </a:extLst>
          </p:cNvPr>
          <p:cNvCxnSpPr>
            <a:cxnSpLocks/>
          </p:cNvCxnSpPr>
          <p:nvPr userDrawn="1"/>
        </p:nvCxnSpPr>
        <p:spPr bwMode="auto">
          <a:xfrm>
            <a:off x="609600" y="2073711"/>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4" name="Picture Placeholder 3">
            <a:extLst>
              <a:ext uri="{FF2B5EF4-FFF2-40B4-BE49-F238E27FC236}">
                <a16:creationId xmlns:a16="http://schemas.microsoft.com/office/drawing/2014/main" id="{86321A85-0ED0-46E5-AA0C-068C77B220A3}"/>
              </a:ext>
            </a:extLst>
          </p:cNvPr>
          <p:cNvSpPr>
            <a:spLocks noGrp="1"/>
          </p:cNvSpPr>
          <p:nvPr>
            <p:ph type="pic" sz="quarter" idx="11" hasCustomPrompt="1"/>
          </p:nvPr>
        </p:nvSpPr>
        <p:spPr>
          <a:xfrm>
            <a:off x="6694366"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22" name="Picture 21" descr="Background pattern&#10;&#10;Description automatically generated">
            <a:extLst>
              <a:ext uri="{FF2B5EF4-FFF2-40B4-BE49-F238E27FC236}">
                <a16:creationId xmlns:a16="http://schemas.microsoft.com/office/drawing/2014/main" id="{A158985E-B9A7-42D2-8622-DCF95FA8E8C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26" name="Oval 25">
            <a:extLst>
              <a:ext uri="{FF2B5EF4-FFF2-40B4-BE49-F238E27FC236}">
                <a16:creationId xmlns:a16="http://schemas.microsoft.com/office/drawing/2014/main" id="{6764E626-D386-4D32-A417-9B845F1A8DEB}"/>
              </a:ext>
            </a:extLst>
          </p:cNvPr>
          <p:cNvSpPr/>
          <p:nvPr userDrawn="1"/>
        </p:nvSpPr>
        <p:spPr>
          <a:xfrm>
            <a:off x="8338266"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3">
            <a:extLst>
              <a:ext uri="{FF2B5EF4-FFF2-40B4-BE49-F238E27FC236}">
                <a16:creationId xmlns:a16="http://schemas.microsoft.com/office/drawing/2014/main" id="{B80FD3BD-D8F0-418E-8B47-2ABB3675B0E8}"/>
              </a:ext>
            </a:extLst>
          </p:cNvPr>
          <p:cNvSpPr>
            <a:spLocks noGrp="1"/>
          </p:cNvSpPr>
          <p:nvPr>
            <p:ph type="pic" sz="quarter" idx="12" hasCustomPrompt="1"/>
          </p:nvPr>
        </p:nvSpPr>
        <p:spPr>
          <a:xfrm>
            <a:off x="8473414"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sp>
        <p:nvSpPr>
          <p:cNvPr id="28" name="Oval 27">
            <a:extLst>
              <a:ext uri="{FF2B5EF4-FFF2-40B4-BE49-F238E27FC236}">
                <a16:creationId xmlns:a16="http://schemas.microsoft.com/office/drawing/2014/main" id="{6DF3693E-9C5E-459F-BF99-167C92ADF586}"/>
              </a:ext>
            </a:extLst>
          </p:cNvPr>
          <p:cNvSpPr/>
          <p:nvPr userDrawn="1"/>
        </p:nvSpPr>
        <p:spPr>
          <a:xfrm>
            <a:off x="10115311"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icture Placeholder 3">
            <a:extLst>
              <a:ext uri="{FF2B5EF4-FFF2-40B4-BE49-F238E27FC236}">
                <a16:creationId xmlns:a16="http://schemas.microsoft.com/office/drawing/2014/main" id="{6866D1FB-89E0-4B62-BE3A-8DC17857F68A}"/>
              </a:ext>
            </a:extLst>
          </p:cNvPr>
          <p:cNvSpPr>
            <a:spLocks noGrp="1"/>
          </p:cNvSpPr>
          <p:nvPr>
            <p:ph type="pic" sz="quarter" idx="13" hasCustomPrompt="1"/>
          </p:nvPr>
        </p:nvSpPr>
        <p:spPr>
          <a:xfrm>
            <a:off x="10250459"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17" name="Graphic 16">
            <a:extLst>
              <a:ext uri="{FF2B5EF4-FFF2-40B4-BE49-F238E27FC236}">
                <a16:creationId xmlns:a16="http://schemas.microsoft.com/office/drawing/2014/main" id="{8B4BAA8C-E1DD-4D69-BDE2-74B913491D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21E5BC9B-201B-46A0-AC52-57A9C6389A5F}"/>
              </a:ext>
            </a:extLst>
          </p:cNvPr>
          <p:cNvSpPr>
            <a:spLocks noGrp="1"/>
          </p:cNvSpPr>
          <p:nvPr>
            <p:ph type="title"/>
          </p:nvPr>
        </p:nvSpPr>
        <p:spPr>
          <a:xfrm>
            <a:off x="609600" y="2299192"/>
            <a:ext cx="10972800" cy="161209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9217530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
        <p:nvSpPr>
          <p:cNvPr id="13" name="Gradient Background">
            <a:extLst>
              <a:ext uri="{FF2B5EF4-FFF2-40B4-BE49-F238E27FC236}">
                <a16:creationId xmlns:a16="http://schemas.microsoft.com/office/drawing/2014/main" id="{AF077148-9C18-47FF-BAB6-4ACE29EF0279}"/>
              </a:ext>
            </a:extLst>
          </p:cNvPr>
          <p:cNvSpPr/>
          <p:nvPr userDrawn="1"/>
        </p:nvSpPr>
        <p:spPr>
          <a:xfrm rot="16200000" flipH="1">
            <a:off x="2666999" y="-2666998"/>
            <a:ext cx="6858001"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25" name="Anchor Line (Teal)">
            <a:extLst>
              <a:ext uri="{FF2B5EF4-FFF2-40B4-BE49-F238E27FC236}">
                <a16:creationId xmlns:a16="http://schemas.microsoft.com/office/drawing/2014/main" id="{1DA73BAE-FD0A-4A2C-8A01-FA8569121DFD}"/>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Background pattern&#10;&#10;Description automatically generated">
            <a:extLst>
              <a:ext uri="{FF2B5EF4-FFF2-40B4-BE49-F238E27FC236}">
                <a16:creationId xmlns:a16="http://schemas.microsoft.com/office/drawing/2014/main" id="{5C049E40-EF68-4B1B-BCD7-6D2A24D8DF0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1" name="Graphic 10">
            <a:extLst>
              <a:ext uri="{FF2B5EF4-FFF2-40B4-BE49-F238E27FC236}">
                <a16:creationId xmlns:a16="http://schemas.microsoft.com/office/drawing/2014/main" id="{A415B23C-5D82-4DE4-94C7-F7A0367F0A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sp>
        <p:nvSpPr>
          <p:cNvPr id="3" name="Title 2">
            <a:extLst>
              <a:ext uri="{FF2B5EF4-FFF2-40B4-BE49-F238E27FC236}">
                <a16:creationId xmlns:a16="http://schemas.microsoft.com/office/drawing/2014/main" id="{CA4CB275-ABCF-466B-BDDA-5C2D261BF6C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0480490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ue">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46902829-D5D1-4F00-A1B9-EF14BCD064FF}"/>
              </a:ext>
            </a:extLst>
          </p:cNvPr>
          <p:cNvSpPr/>
          <p:nvPr userDrawn="1"/>
        </p:nvSpPr>
        <p:spPr>
          <a:xfrm rot="16200000" flipH="1">
            <a:off x="2667000" y="-2667000"/>
            <a:ext cx="6858000" cy="12192000"/>
          </a:xfrm>
          <a:prstGeom prst="rect">
            <a:avLst/>
          </a:prstGeom>
          <a:gradFill flip="none" rotWithShape="1">
            <a:gsLst>
              <a:gs pos="0">
                <a:srgbClr val="332A86"/>
              </a:gs>
              <a:gs pos="9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BF0782B8-5272-420C-8DAE-70E09C81F5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3" name="Graphic 12">
            <a:extLst>
              <a:ext uri="{FF2B5EF4-FFF2-40B4-BE49-F238E27FC236}">
                <a16:creationId xmlns:a16="http://schemas.microsoft.com/office/drawing/2014/main" id="{087513A4-C855-4E73-81CA-494CAB4E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886F3037-7F32-417A-A0C3-B25F6685577C}"/>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514823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l">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0E01A9E5-E62D-461C-AE5C-5D2207236E49}"/>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1" name="Picture 10" descr="Background pattern&#10;&#10;Description automatically generated">
            <a:extLst>
              <a:ext uri="{FF2B5EF4-FFF2-40B4-BE49-F238E27FC236}">
                <a16:creationId xmlns:a16="http://schemas.microsoft.com/office/drawing/2014/main" id="{3CA8531E-4D73-4698-84BE-40DD961F057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2" name="Graphic 11">
            <a:extLst>
              <a:ext uri="{FF2B5EF4-FFF2-40B4-BE49-F238E27FC236}">
                <a16:creationId xmlns:a16="http://schemas.microsoft.com/office/drawing/2014/main" id="{9EEF3970-0883-4EC6-8D57-7F0D7910D28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01064B8-AE22-4EF2-B988-EE5C7EEBED14}"/>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560995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een">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BCEBB715-ABFF-4A55-914D-2450BA5C9952}"/>
              </a:ext>
            </a:extLst>
          </p:cNvPr>
          <p:cNvSpPr/>
          <p:nvPr userDrawn="1"/>
        </p:nvSpPr>
        <p:spPr>
          <a:xfrm rot="16200000" flipH="1">
            <a:off x="2667000" y="-2667000"/>
            <a:ext cx="6858000" cy="12192000"/>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AF5D5338-D316-4FC2-9DCF-9A170A4BCE0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A0AF4861-01B3-4710-BDF9-22737616EA7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735FA4D-9839-46B4-9490-0DE7C7241F12}"/>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6594649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rey">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71F8AED0-8B9B-4922-A54F-39626014887E}"/>
              </a:ext>
            </a:extLst>
          </p:cNvPr>
          <p:cNvSpPr/>
          <p:nvPr userDrawn="1"/>
        </p:nvSpPr>
        <p:spPr>
          <a:xfrm rot="16200000" flipH="1">
            <a:off x="2667000" y="-2667000"/>
            <a:ext cx="6858000" cy="12192000"/>
          </a:xfrm>
          <a:prstGeom prst="rect">
            <a:avLst/>
          </a:prstGeom>
          <a:gradFill flip="none" rotWithShape="1">
            <a:gsLst>
              <a:gs pos="100000">
                <a:srgbClr val="909D93"/>
              </a:gs>
              <a:gs pos="20000">
                <a:srgbClr val="43525A"/>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2" name="Picture 11" descr="Background pattern&#10;&#10;Description automatically generated">
            <a:extLst>
              <a:ext uri="{FF2B5EF4-FFF2-40B4-BE49-F238E27FC236}">
                <a16:creationId xmlns:a16="http://schemas.microsoft.com/office/drawing/2014/main" id="{29F7D90A-3943-49D0-A60A-D1FB7F48724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5C5A7027-59BC-478B-9B1A-96443AE96E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E0741744-C7D7-4CC4-A6D7-D08966652C37}"/>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142228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rgbClr val="909D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rgbClr val="C0CAC7"/>
            </a:solidFill>
            <a:prstDash val="solid"/>
            <a:round/>
            <a:headEnd type="none" w="med" len="med"/>
            <a:tailEnd type="none" w="med" len="med"/>
          </a:ln>
          <a:effectLst/>
        </p:spPr>
      </p:cxnSp>
      <p:pic>
        <p:nvPicPr>
          <p:cNvPr id="3" name="Graphic 2">
            <a:extLst>
              <a:ext uri="{FF2B5EF4-FFF2-40B4-BE49-F238E27FC236}">
                <a16:creationId xmlns:a16="http://schemas.microsoft.com/office/drawing/2014/main" id="{276F2A2C-0BC0-405F-A230-6A70DFB7AA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5" name="Title 4">
            <a:extLst>
              <a:ext uri="{FF2B5EF4-FFF2-40B4-BE49-F238E27FC236}">
                <a16:creationId xmlns:a16="http://schemas.microsoft.com/office/drawing/2014/main" id="{DBDAAC73-5A85-4DBA-9A0E-4466BAF44D89}"/>
              </a:ext>
            </a:extLst>
          </p:cNvPr>
          <p:cNvSpPr>
            <a:spLocks noGrp="1"/>
          </p:cNvSpPr>
          <p:nvPr>
            <p:ph type="title"/>
          </p:nvPr>
        </p:nvSpPr>
        <p:spPr>
          <a:xfrm>
            <a:off x="609600" y="1529394"/>
            <a:ext cx="8869680" cy="1472885"/>
          </a:xfrm>
        </p:spPr>
        <p:txBody>
          <a:bodyPr/>
          <a:lstStyle/>
          <a:p>
            <a:r>
              <a:rPr lang="en-US"/>
              <a:t>Click to edit Master title style</a:t>
            </a:r>
          </a:p>
        </p:txBody>
      </p:sp>
    </p:spTree>
    <p:extLst>
      <p:ext uri="{BB962C8B-B14F-4D97-AF65-F5344CB8AC3E}">
        <p14:creationId xmlns:p14="http://schemas.microsoft.com/office/powerpoint/2010/main" val="86935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2-Column Photo (lef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0" y="0"/>
            <a:ext cx="5915025" cy="6858000"/>
          </a:xfrm>
          <a:solidFill>
            <a:srgbClr val="C0CAC7"/>
          </a:solidFill>
        </p:spPr>
        <p:txBody>
          <a:bodyPr tIns="137160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2D5057D0-81AB-4F64-B78A-AC19A489E59F}"/>
              </a:ext>
            </a:extLst>
          </p:cNvPr>
          <p:cNvSpPr>
            <a:spLocks noGrp="1"/>
          </p:cNvSpPr>
          <p:nvPr>
            <p:ph type="ftr" sz="quarter" idx="26"/>
          </p:nvPr>
        </p:nvSpPr>
        <p:spPr/>
        <p:txBody>
          <a:bodyPr/>
          <a:lstStyle>
            <a:lvl1pPr>
              <a:defRPr>
                <a:solidFill>
                  <a:schemeClr val="bg1">
                    <a:lumMod val="95000"/>
                  </a:schemeClr>
                </a:solidFill>
              </a:defRPr>
            </a:lvl1pPr>
          </a:lstStyle>
          <a:p>
            <a:r>
              <a:rPr lang="en-US"/>
              <a:t>Brown and Caldwell</a:t>
            </a:r>
          </a:p>
        </p:txBody>
      </p:sp>
      <p:sp>
        <p:nvSpPr>
          <p:cNvPr id="3" name="Slide Number Placeholder 2">
            <a:extLst>
              <a:ext uri="{FF2B5EF4-FFF2-40B4-BE49-F238E27FC236}">
                <a16:creationId xmlns:a16="http://schemas.microsoft.com/office/drawing/2014/main" id="{3D5B860A-DE42-4098-BEAB-8D3A6F4D2C46}"/>
              </a:ext>
            </a:extLst>
          </p:cNvPr>
          <p:cNvSpPr>
            <a:spLocks noGrp="1"/>
          </p:cNvSpPr>
          <p:nvPr>
            <p:ph type="sldNum" sz="quarter" idx="27"/>
          </p:nvPr>
        </p:nvSpPr>
        <p:spPr/>
        <p:txBody>
          <a:bodyPr/>
          <a:lstStyle/>
          <a:p>
            <a:fld id="{04E9CEDC-B5D7-4E9A-BA46-5FD30BEA372C}" type="slidenum">
              <a:rPr lang="en-US" smtClean="0"/>
              <a:pPr/>
              <a:t>‹#›</a:t>
            </a:fld>
            <a:endParaRPr lang="en-US"/>
          </a:p>
        </p:txBody>
      </p:sp>
      <p:sp>
        <p:nvSpPr>
          <p:cNvPr id="5" name="Text Placeholder 4">
            <a:extLst>
              <a:ext uri="{FF2B5EF4-FFF2-40B4-BE49-F238E27FC236}">
                <a16:creationId xmlns:a16="http://schemas.microsoft.com/office/drawing/2014/main" id="{C5B043A2-0B4C-49E8-82E2-A119976A5D2B}"/>
              </a:ext>
            </a:extLst>
          </p:cNvPr>
          <p:cNvSpPr>
            <a:spLocks noGrp="1"/>
          </p:cNvSpPr>
          <p:nvPr>
            <p:ph type="body" sz="quarter" idx="28"/>
          </p:nvPr>
        </p:nvSpPr>
        <p:spPr>
          <a:xfrm>
            <a:off x="6275388" y="2514599"/>
            <a:ext cx="5307012" cy="3657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422E7CAA-2B2D-4D36-BCA8-D77CD98C2D4C}"/>
              </a:ext>
            </a:extLst>
          </p:cNvPr>
          <p:cNvSpPr>
            <a:spLocks noGrp="1"/>
          </p:cNvSpPr>
          <p:nvPr>
            <p:ph type="title"/>
          </p:nvPr>
        </p:nvSpPr>
        <p:spPr>
          <a:xfrm>
            <a:off x="6275388" y="630777"/>
            <a:ext cx="5307012" cy="1046440"/>
          </a:xfrm>
        </p:spPr>
        <p:txBody>
          <a:bodyPr wrap="square">
            <a:spAutoFit/>
          </a:bodyPr>
          <a:lstStyle/>
          <a:p>
            <a:r>
              <a:rPr lang="en-US"/>
              <a:t>Click to edit Master title style</a:t>
            </a:r>
          </a:p>
        </p:txBody>
      </p:sp>
      <p:cxnSp>
        <p:nvCxnSpPr>
          <p:cNvPr id="9" name="Anchor Line (Gray)">
            <a:extLst>
              <a:ext uri="{FF2B5EF4-FFF2-40B4-BE49-F238E27FC236}">
                <a16:creationId xmlns:a16="http://schemas.microsoft.com/office/drawing/2014/main" id="{BFBBE376-8623-4115-8884-88804011E9A3}"/>
              </a:ext>
            </a:extLst>
          </p:cNvPr>
          <p:cNvCxnSpPr>
            <a:cxnSpLocks/>
          </p:cNvCxnSpPr>
          <p:nvPr userDrawn="1"/>
        </p:nvCxnSpPr>
        <p:spPr bwMode="auto">
          <a:xfrm>
            <a:off x="6276975"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4151735495"/>
      </p:ext>
    </p:extLst>
  </p:cSld>
  <p:clrMapOvr>
    <a:masterClrMapping/>
  </p:clrMapOvr>
  <p:extLst>
    <p:ext uri="{DCECCB84-F9BA-43D5-87BE-67443E8EF086}">
      <p15:sldGuideLst xmlns:p15="http://schemas.microsoft.com/office/powerpoint/2012/main">
        <p15:guide id="1" pos="3954">
          <p15:clr>
            <a:srgbClr val="FBAE40"/>
          </p15:clr>
        </p15:guide>
        <p15:guide id="2" orient="horz" pos="1584">
          <p15:clr>
            <a:srgbClr val="FBAE40"/>
          </p15:clr>
        </p15:guide>
        <p15:guide id="3" pos="372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B5BF-A1CE-4281-B132-2D0EFF04A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6C9C8B2-A844-4336-BB69-E4FC5C0CDA8C}"/>
              </a:ext>
            </a:extLst>
          </p:cNvPr>
          <p:cNvSpPr>
            <a:spLocks noGrp="1"/>
          </p:cNvSpPr>
          <p:nvPr>
            <p:ph type="title"/>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56AAF97E-E486-4FCC-A6C9-9E270D984E83}"/>
              </a:ext>
            </a:extLst>
          </p:cNvPr>
          <p:cNvSpPr>
            <a:spLocks noGrp="1"/>
          </p:cNvSpPr>
          <p:nvPr>
            <p:ph type="ftr" sz="quarter" idx="10"/>
          </p:nvPr>
        </p:nvSpPr>
        <p:spPr/>
        <p:txBody>
          <a:bodyPr/>
          <a:lstStyle/>
          <a:p>
            <a:r>
              <a:rPr lang="en-US"/>
              <a:t>Brown and Caldwell</a:t>
            </a:r>
          </a:p>
        </p:txBody>
      </p:sp>
      <p:sp>
        <p:nvSpPr>
          <p:cNvPr id="10" name="Slide Number Placeholder 9">
            <a:extLst>
              <a:ext uri="{FF2B5EF4-FFF2-40B4-BE49-F238E27FC236}">
                <a16:creationId xmlns:a16="http://schemas.microsoft.com/office/drawing/2014/main" id="{943AA6E3-9EF1-4B78-92E4-A100012844C1}"/>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5006829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Column Callou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462915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rgbClr val="909D93"/>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4629150" y="630777"/>
            <a:ext cx="6953250" cy="523220"/>
          </a:xfrm>
        </p:spPr>
        <p:txBody>
          <a:bodyPr wrap="square">
            <a:spAutoFit/>
          </a:bodyPr>
          <a:lstStyle/>
          <a:p>
            <a:r>
              <a:rPr lang="en-US"/>
              <a:t>Click to edit Master title style</a:t>
            </a:r>
          </a:p>
        </p:txBody>
      </p:sp>
      <p:sp>
        <p:nvSpPr>
          <p:cNvPr id="10" name="Gradient Background">
            <a:extLst>
              <a:ext uri="{FF2B5EF4-FFF2-40B4-BE49-F238E27FC236}">
                <a16:creationId xmlns:a16="http://schemas.microsoft.com/office/drawing/2014/main" id="{E0728B7E-F5C5-4D1D-9CEA-910DBA1D7510}"/>
              </a:ext>
            </a:extLst>
          </p:cNvPr>
          <p:cNvSpPr/>
          <p:nvPr userDrawn="1"/>
        </p:nvSpPr>
        <p:spPr>
          <a:xfrm rot="16200000" flipH="1">
            <a:off x="-1325879" y="1325881"/>
            <a:ext cx="6858000" cy="420624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53063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cxnSp>
        <p:nvCxnSpPr>
          <p:cNvPr id="9" name="Anchor Line (Gray)">
            <a:extLst>
              <a:ext uri="{FF2B5EF4-FFF2-40B4-BE49-F238E27FC236}">
                <a16:creationId xmlns:a16="http://schemas.microsoft.com/office/drawing/2014/main" id="{322F252D-C66F-4DFF-BE5F-A1BC45B520C5}"/>
              </a:ext>
            </a:extLst>
          </p:cNvPr>
          <p:cNvCxnSpPr>
            <a:cxnSpLocks/>
          </p:cNvCxnSpPr>
          <p:nvPr userDrawn="1"/>
        </p:nvCxnSpPr>
        <p:spPr bwMode="auto">
          <a:xfrm>
            <a:off x="4629150"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116399190"/>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Column Callout (right)">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E0728B7E-F5C5-4D1D-9CEA-910DBA1D7510}"/>
              </a:ext>
            </a:extLst>
          </p:cNvPr>
          <p:cNvSpPr/>
          <p:nvPr userDrawn="1"/>
        </p:nvSpPr>
        <p:spPr>
          <a:xfrm rot="16200000" flipH="1">
            <a:off x="6659880" y="1325881"/>
            <a:ext cx="6858000" cy="420624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Diagonal Lines (white)" descr="Background pattern&#10;&#10;Description automatically generated">
            <a:extLst>
              <a:ext uri="{FF2B5EF4-FFF2-40B4-BE49-F238E27FC236}">
                <a16:creationId xmlns:a16="http://schemas.microsoft.com/office/drawing/2014/main" id="{DEC2AB5E-F70D-48BD-8B0B-D7331C336C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851639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609600" y="630777"/>
            <a:ext cx="6953250" cy="523220"/>
          </a:xfrm>
        </p:spPr>
        <p:txBody>
          <a:bodyPr wrap="square">
            <a:spAutoFit/>
          </a:bodyPr>
          <a:lstStyle/>
          <a:p>
            <a:r>
              <a:rPr lang="en-US"/>
              <a:t>Click to edit Master title style</a:t>
            </a:r>
          </a:p>
        </p:txBody>
      </p:sp>
    </p:spTree>
    <p:extLst>
      <p:ext uri="{BB962C8B-B14F-4D97-AF65-F5344CB8AC3E}">
        <p14:creationId xmlns:p14="http://schemas.microsoft.com/office/powerpoint/2010/main" val="1928347592"/>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16" name="purple coverup"/>
          <p:cNvSpPr/>
          <p:nvPr userDrawn="1"/>
        </p:nvSpPr>
        <p:spPr bwMode="auto">
          <a:xfrm>
            <a:off x="0" y="1"/>
            <a:ext cx="12192000" cy="40277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9" name="Rectangle 4"/>
          <p:cNvSpPr>
            <a:spLocks noGrp="1" noChangeArrowheads="1"/>
          </p:cNvSpPr>
          <p:nvPr>
            <p:ph type="title"/>
          </p:nvPr>
        </p:nvSpPr>
        <p:spPr bwMode="auto">
          <a:xfrm>
            <a:off x="448496" y="1295400"/>
            <a:ext cx="9305104" cy="1295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normAutofit/>
          </a:bodyPr>
          <a:lstStyle>
            <a:lvl1pPr>
              <a:defRPr sz="4400" b="0">
                <a:solidFill>
                  <a:schemeClr val="tx1"/>
                </a:solidFill>
                <a:latin typeface="Franklin Gothic Medium" panose="020B0603020102020204" pitchFamily="34" charset="0"/>
              </a:defRPr>
            </a:lvl1pPr>
          </a:lstStyle>
          <a:p>
            <a:pPr lvl="0"/>
            <a:r>
              <a:rPr lang="en-US"/>
              <a:t>Click to edit Master title style</a:t>
            </a:r>
          </a:p>
        </p:txBody>
      </p:sp>
      <p:sp>
        <p:nvSpPr>
          <p:cNvPr id="17" name="Text Placeholder 2"/>
          <p:cNvSpPr>
            <a:spLocks noGrp="1"/>
          </p:cNvSpPr>
          <p:nvPr>
            <p:ph type="body" idx="14"/>
          </p:nvPr>
        </p:nvSpPr>
        <p:spPr>
          <a:xfrm>
            <a:off x="448496" y="990600"/>
            <a:ext cx="9305104" cy="228600"/>
          </a:xfrm>
        </p:spPr>
        <p:txBody>
          <a:bodyPr lIns="0" anchor="b">
            <a:normAutofit/>
          </a:bodyPr>
          <a:lstStyle>
            <a:lvl1pPr marL="0" indent="0">
              <a:buNone/>
              <a:defRPr sz="1600" b="0">
                <a:solidFill>
                  <a:schemeClr val="accent5"/>
                </a:solidFill>
                <a:latin typeface="Franklin Gothic Medium"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8" name="Text Placeholder 2"/>
          <p:cNvSpPr>
            <a:spLocks noGrp="1"/>
          </p:cNvSpPr>
          <p:nvPr>
            <p:ph type="body" idx="15"/>
          </p:nvPr>
        </p:nvSpPr>
        <p:spPr>
          <a:xfrm>
            <a:off x="448496" y="2667000"/>
            <a:ext cx="9305104" cy="152400"/>
          </a:xfrm>
        </p:spPr>
        <p:txBody>
          <a:bodyPr lIns="0" anchor="t">
            <a:normAutofit/>
          </a:bodyPr>
          <a:lstStyle>
            <a:lvl1pPr marL="0" indent="0">
              <a:buNone/>
              <a:defRPr sz="1200" b="0">
                <a:solidFill>
                  <a:schemeClr val="accent5"/>
                </a:solidFill>
                <a:latin typeface="Franklin Gothic Book"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23" name="Picture Placeholder 2"/>
          <p:cNvSpPr>
            <a:spLocks noGrp="1"/>
          </p:cNvSpPr>
          <p:nvPr>
            <p:ph type="pic" idx="10" hasCustomPrompt="1"/>
          </p:nvPr>
        </p:nvSpPr>
        <p:spPr>
          <a:xfrm>
            <a:off x="9027885" y="3048000"/>
            <a:ext cx="2783115" cy="1729791"/>
          </a:xfrm>
        </p:spPr>
        <p:txBody>
          <a:bodyPr anchor="ctr" anchorCtr="0">
            <a:normAutofit/>
          </a:bodyPr>
          <a:lstStyle>
            <a:lvl1pPr marL="0" indent="0" algn="ctr">
              <a:buNone/>
              <a:defRPr sz="2000">
                <a:solidFill>
                  <a:schemeClr val="accent5"/>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t>
            </a:r>
            <a:br>
              <a:rPr lang="en-US"/>
            </a:br>
            <a:r>
              <a:rPr lang="en-US"/>
              <a:t>ADD PICTURE</a:t>
            </a:r>
          </a:p>
        </p:txBody>
      </p:sp>
      <p:sp>
        <p:nvSpPr>
          <p:cNvPr id="24" name="Picture Placeholder 2"/>
          <p:cNvSpPr>
            <a:spLocks noGrp="1"/>
          </p:cNvSpPr>
          <p:nvPr>
            <p:ph type="pic" idx="11" hasCustomPrompt="1"/>
          </p:nvPr>
        </p:nvSpPr>
        <p:spPr>
          <a:xfrm>
            <a:off x="9027885" y="4942115"/>
            <a:ext cx="2783115" cy="1752600"/>
          </a:xfrm>
        </p:spPr>
        <p:txBody>
          <a:bodyPr anchor="ctr" anchorCtr="0">
            <a:normAutofit/>
          </a:bodyPr>
          <a:lstStyle>
            <a:lvl1pPr marL="0" indent="0" algn="ctr">
              <a:buNone/>
              <a:defRPr sz="2000">
                <a:solidFill>
                  <a:schemeClr val="accent5"/>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t>
            </a:r>
            <a:br>
              <a:rPr lang="en-US"/>
            </a:br>
            <a:r>
              <a:rPr lang="en-US"/>
              <a:t>ADD PICTURE</a:t>
            </a:r>
          </a:p>
        </p:txBody>
      </p:sp>
      <p:sp>
        <p:nvSpPr>
          <p:cNvPr id="25" name="Picture Placeholder 2"/>
          <p:cNvSpPr>
            <a:spLocks noGrp="1"/>
          </p:cNvSpPr>
          <p:nvPr>
            <p:ph type="pic" idx="12" hasCustomPrompt="1"/>
          </p:nvPr>
        </p:nvSpPr>
        <p:spPr>
          <a:xfrm>
            <a:off x="444182" y="3048000"/>
            <a:ext cx="8351474" cy="3646714"/>
          </a:xfrm>
        </p:spPr>
        <p:txBody>
          <a:bodyPr anchor="ctr" anchorCtr="0">
            <a:normAutofit/>
          </a:bodyPr>
          <a:lstStyle>
            <a:lvl1pPr marL="0" indent="0" algn="ctr">
              <a:buNone/>
              <a:defRPr sz="2000">
                <a:solidFill>
                  <a:schemeClr val="accent5"/>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12" name="Diagonal Lines"/>
          <p:cNvPicPr>
            <a:picLocks noChangeAspect="1"/>
          </p:cNvPicPr>
          <p:nvPr userDrawn="1"/>
        </p:nvPicPr>
        <p:blipFill rotWithShape="1">
          <a:blip r:embed="rId2" cstate="email">
            <a:extLst>
              <a:ext uri="{28A0092B-C50C-407E-A947-70E740481C1C}">
                <a14:useLocalDpi xmlns:a14="http://schemas.microsoft.com/office/drawing/2010/main"/>
              </a:ext>
            </a:extLst>
          </a:blip>
          <a:srcRect b="12537"/>
          <a:stretch/>
        </p:blipFill>
        <p:spPr>
          <a:xfrm>
            <a:off x="0" y="210791"/>
            <a:ext cx="12192000" cy="609600"/>
          </a:xfrm>
          <a:prstGeom prst="rect">
            <a:avLst/>
          </a:prstGeom>
        </p:spPr>
      </p:pic>
      <p:grpSp>
        <p:nvGrpSpPr>
          <p:cNvPr id="6" name="Group 5"/>
          <p:cNvGrpSpPr/>
          <p:nvPr userDrawn="1"/>
        </p:nvGrpSpPr>
        <p:grpSpPr>
          <a:xfrm>
            <a:off x="381000" y="201386"/>
            <a:ext cx="1219200" cy="636814"/>
            <a:chOff x="304800" y="201386"/>
            <a:chExt cx="1219200" cy="636814"/>
          </a:xfrm>
        </p:grpSpPr>
        <p:sp>
          <p:nvSpPr>
            <p:cNvPr id="2" name="Rectangle 1"/>
            <p:cNvSpPr/>
            <p:nvPr userDrawn="1"/>
          </p:nvSpPr>
          <p:spPr bwMode="auto">
            <a:xfrm>
              <a:off x="304800" y="201386"/>
              <a:ext cx="1219200" cy="636814"/>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3557" y="219075"/>
              <a:ext cx="1101686" cy="609600"/>
            </a:xfrm>
            <a:prstGeom prst="rect">
              <a:avLst/>
            </a:prstGeom>
          </p:spPr>
        </p:pic>
      </p:grpSp>
    </p:spTree>
    <p:extLst>
      <p:ext uri="{BB962C8B-B14F-4D97-AF65-F5344CB8AC3E}">
        <p14:creationId xmlns:p14="http://schemas.microsoft.com/office/powerpoint/2010/main" val="355257688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Photo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1" y="0"/>
            <a:ext cx="12192001" cy="6858000"/>
          </a:xfrm>
          <a:solidFill>
            <a:schemeClr val="accent3"/>
          </a:solidFill>
        </p:spPr>
        <p:txBody>
          <a:bodyPr anchor="ctr" anchorCtr="0">
            <a:normAutofit/>
          </a:bodyPr>
          <a:lstStyle>
            <a:lvl1pPr marL="0" indent="0" algn="ctr">
              <a:buNone/>
              <a:defRPr sz="2000">
                <a:solidFill>
                  <a:schemeClr val="accent5">
                    <a:lumMod val="75000"/>
                  </a:schemeClr>
                </a:solidFill>
              </a:defRPr>
            </a:lvl1pPr>
          </a:lstStyle>
          <a:p>
            <a:r>
              <a:rPr lang="en-US"/>
              <a:t>CLICK ICON TO ADD PICTURE</a:t>
            </a:r>
          </a:p>
          <a:p>
            <a:endParaRPr lang="en-US"/>
          </a:p>
          <a:p>
            <a:endParaRPr lang="en-US"/>
          </a:p>
          <a:p>
            <a:endParaRPr lang="en-US"/>
          </a:p>
        </p:txBody>
      </p:sp>
      <p:sp>
        <p:nvSpPr>
          <p:cNvPr id="3167237" name="Rectangle 5"/>
          <p:cNvSpPr>
            <a:spLocks noGrp="1" noChangeArrowheads="1"/>
          </p:cNvSpPr>
          <p:nvPr>
            <p:ph type="ctrTitle"/>
          </p:nvPr>
        </p:nvSpPr>
        <p:spPr>
          <a:xfrm>
            <a:off x="1066800" y="4572000"/>
            <a:ext cx="10210277" cy="1828800"/>
          </a:xfrm>
        </p:spPr>
        <p:txBody>
          <a:bodyPr lIns="0" rIns="0" anchor="b">
            <a:normAutofit/>
          </a:bodyPr>
          <a:lstStyle>
            <a:lvl1pPr algn="l">
              <a:defRPr sz="6000" b="0">
                <a:solidFill>
                  <a:schemeClr val="bg1"/>
                </a:solidFill>
                <a:effectLst>
                  <a:outerShdw blurRad="38100" dist="38100" dir="2700000" algn="tl">
                    <a:srgbClr val="000000">
                      <a:alpha val="43137"/>
                    </a:srgbClr>
                  </a:outerShdw>
                </a:effectLst>
                <a:latin typeface="Franklin Gothic Book" panose="020B0503020102020204" pitchFamily="34" charset="0"/>
              </a:defRPr>
            </a:lvl1pPr>
          </a:lstStyle>
          <a:p>
            <a:r>
              <a:rPr lang="en-US"/>
              <a:t>Click to edit Master title style</a:t>
            </a:r>
          </a:p>
        </p:txBody>
      </p:sp>
    </p:spTree>
    <p:extLst>
      <p:ext uri="{BB962C8B-B14F-4D97-AF65-F5344CB8AC3E}">
        <p14:creationId xmlns:p14="http://schemas.microsoft.com/office/powerpoint/2010/main" val="320652245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Rectangle 3"/>
          <p:cNvSpPr>
            <a:spLocks noChangeArrowheads="1"/>
          </p:cNvSpPr>
          <p:nvPr userDrawn="1"/>
        </p:nvSpPr>
        <p:spPr bwMode="auto">
          <a:xfrm>
            <a:off x="0" y="1"/>
            <a:ext cx="12192000" cy="6857999"/>
          </a:xfrm>
          <a:prstGeom prst="rect">
            <a:avLst/>
          </a:prstGeom>
          <a:solidFill>
            <a:schemeClr val="accent6"/>
          </a:solidFill>
          <a:ln w="9525" algn="ctr">
            <a:noFill/>
            <a:miter lim="800000"/>
            <a:headEnd/>
            <a:tailEnd/>
          </a:ln>
          <a:effectLst/>
        </p:spPr>
        <p:txBody>
          <a:bodyPr wrap="none" anchor="ctr"/>
          <a:lstStyle/>
          <a:p>
            <a:endParaRPr lang="en-US" sz="1800"/>
          </a:p>
        </p:txBody>
      </p:sp>
      <p:sp>
        <p:nvSpPr>
          <p:cNvPr id="3167237" name="Rectangle 5"/>
          <p:cNvSpPr>
            <a:spLocks noGrp="1" noChangeArrowheads="1"/>
          </p:cNvSpPr>
          <p:nvPr>
            <p:ph type="ctrTitle"/>
          </p:nvPr>
        </p:nvSpPr>
        <p:spPr>
          <a:xfrm>
            <a:off x="1066800" y="2514600"/>
            <a:ext cx="10210277" cy="1828800"/>
          </a:xfrm>
        </p:spPr>
        <p:txBody>
          <a:bodyPr lIns="0" rIns="0" anchor="b">
            <a:normAutofit/>
          </a:bodyPr>
          <a:lstStyle>
            <a:lvl1pPr algn="l">
              <a:defRPr sz="4800" b="0">
                <a:solidFill>
                  <a:schemeClr val="bg1"/>
                </a:solidFill>
                <a:latin typeface="Franklin Gothic Medium" panose="020B0603020102020204" pitchFamily="34" charset="0"/>
              </a:defRPr>
            </a:lvl1pPr>
          </a:lstStyle>
          <a:p>
            <a:r>
              <a:rPr lang="en-US"/>
              <a:t>Click to edit Master title style</a:t>
            </a:r>
          </a:p>
        </p:txBody>
      </p:sp>
      <p:sp>
        <p:nvSpPr>
          <p:cNvPr id="3167239" name="Rectangle 7"/>
          <p:cNvSpPr>
            <a:spLocks noGrp="1" noChangeArrowheads="1"/>
          </p:cNvSpPr>
          <p:nvPr>
            <p:ph type="subTitle" idx="1"/>
          </p:nvPr>
        </p:nvSpPr>
        <p:spPr>
          <a:xfrm>
            <a:off x="1066800" y="4495800"/>
            <a:ext cx="10224937" cy="762000"/>
          </a:xfrm>
        </p:spPr>
        <p:txBody>
          <a:bodyPr lIns="0" rIns="0">
            <a:normAutofit/>
          </a:bodyPr>
          <a:lstStyle>
            <a:lvl1pPr marL="0" indent="0">
              <a:buFont typeface="Wingdings" pitchFamily="2" charset="2"/>
              <a:buNone/>
              <a:defRPr sz="2400">
                <a:solidFill>
                  <a:schemeClr val="bg1"/>
                </a:solidFill>
                <a:latin typeface="Franklin Gothic Book" pitchFamily="34" charset="0"/>
              </a:defRPr>
            </a:lvl1pPr>
          </a:lstStyle>
          <a:p>
            <a:r>
              <a:rPr lang="en-US"/>
              <a:t>Click to edit Master subtitle style</a:t>
            </a:r>
          </a:p>
        </p:txBody>
      </p:sp>
      <p:grpSp>
        <p:nvGrpSpPr>
          <p:cNvPr id="7" name="Group 6"/>
          <p:cNvGrpSpPr/>
          <p:nvPr userDrawn="1"/>
        </p:nvGrpSpPr>
        <p:grpSpPr>
          <a:xfrm>
            <a:off x="0" y="5943601"/>
            <a:ext cx="12191999" cy="552540"/>
            <a:chOff x="0" y="5943601"/>
            <a:chExt cx="12191999" cy="55254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1" y="5943601"/>
              <a:ext cx="1000071" cy="552539"/>
            </a:xfrm>
            <a:prstGeom prst="rect">
              <a:avLst/>
            </a:prstGeom>
          </p:spPr>
        </p:pic>
        <p:pic>
          <p:nvPicPr>
            <p:cNvPr id="11" name="Picture 10"/>
            <p:cNvPicPr>
              <a:picLocks noChangeAspect="1"/>
            </p:cNvPicPr>
            <p:nvPr userDrawn="1"/>
          </p:nvPicPr>
          <p:blipFill rotWithShape="1">
            <a:blip r:embed="rId3" cstate="print">
              <a:extLst>
                <a:ext uri="{28A0092B-C50C-407E-A947-70E740481C1C}">
                  <a14:useLocalDpi xmlns:a14="http://schemas.microsoft.com/office/drawing/2010/main" val="0"/>
                </a:ext>
              </a:extLst>
            </a:blip>
            <a:srcRect l="16584" t="51920" r="41509" b="16551"/>
            <a:stretch/>
          </p:blipFill>
          <p:spPr>
            <a:xfrm>
              <a:off x="2146190" y="5943601"/>
              <a:ext cx="10045809" cy="552540"/>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8585" t="51919" r="87297" b="16552"/>
            <a:stretch/>
          </p:blipFill>
          <p:spPr>
            <a:xfrm>
              <a:off x="0" y="5943601"/>
              <a:ext cx="987482" cy="552539"/>
            </a:xfrm>
            <a:prstGeom prst="rect">
              <a:avLst/>
            </a:prstGeom>
          </p:spPr>
        </p:pic>
      </p:grpSp>
      <p:sp>
        <p:nvSpPr>
          <p:cNvPr id="10" name="Picture Placeholder 4"/>
          <p:cNvSpPr>
            <a:spLocks noGrp="1"/>
          </p:cNvSpPr>
          <p:nvPr>
            <p:ph type="pic" sz="quarter" idx="16" hasCustomPrompt="1"/>
          </p:nvPr>
        </p:nvSpPr>
        <p:spPr>
          <a:xfrm>
            <a:off x="9905477" y="762000"/>
            <a:ext cx="1371600" cy="1371600"/>
          </a:xfrm>
          <a:prstGeom prst="ellipse">
            <a:avLst/>
          </a:prstGeom>
          <a:noFill/>
          <a:ln>
            <a:noFill/>
          </a:ln>
        </p:spPr>
        <p:txBody>
          <a:bodyPr wrap="none" anchor="ctr" anchorCtr="0">
            <a:normAutofit/>
          </a:bodyPr>
          <a:lstStyle>
            <a:lvl1pPr marL="0" indent="0" algn="ctr">
              <a:lnSpc>
                <a:spcPts val="2000"/>
              </a:lnSpc>
              <a:spcBef>
                <a:spcPts val="0"/>
              </a:spcBef>
              <a:buNone/>
              <a:defRPr sz="2000">
                <a:solidFill>
                  <a:schemeClr val="bg1"/>
                </a:solidFill>
              </a:defRPr>
            </a:lvl1pPr>
          </a:lstStyle>
          <a:p>
            <a:r>
              <a:rPr lang="en-US"/>
              <a:t>OPTION TO</a:t>
            </a:r>
            <a:br>
              <a:rPr lang="en-US"/>
            </a:br>
            <a:r>
              <a:rPr lang="en-US"/>
              <a:t>INCLUDE</a:t>
            </a:r>
            <a:br>
              <a:rPr lang="en-US"/>
            </a:br>
            <a:r>
              <a:rPr lang="en-US"/>
              <a:t>CIRCULAR</a:t>
            </a:r>
            <a:br>
              <a:rPr lang="en-US"/>
            </a:br>
            <a:r>
              <a:rPr lang="en-US"/>
              <a:t>BC ICON</a:t>
            </a:r>
          </a:p>
        </p:txBody>
      </p:sp>
      <p:pic>
        <p:nvPicPr>
          <p:cNvPr id="13" name="Picture 12" descr="A picture containing logo&#10;&#10;Description automatically generated">
            <a:extLst>
              <a:ext uri="{FF2B5EF4-FFF2-40B4-BE49-F238E27FC236}">
                <a16:creationId xmlns:a16="http://schemas.microsoft.com/office/drawing/2014/main" id="{C85C7E8A-765B-4619-AB9E-77096CE4909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268200" y="990600"/>
            <a:ext cx="1124719" cy="622175"/>
          </a:xfrm>
          <a:prstGeom prst="rect">
            <a:avLst/>
          </a:prstGeom>
        </p:spPr>
      </p:pic>
    </p:spTree>
    <p:extLst>
      <p:ext uri="{BB962C8B-B14F-4D97-AF65-F5344CB8AC3E}">
        <p14:creationId xmlns:p14="http://schemas.microsoft.com/office/powerpoint/2010/main" val="22139783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600200"/>
            <a:ext cx="11379200" cy="4800600"/>
          </a:xfrm>
        </p:spPr>
        <p:txBody>
          <a:bodyPr lIns="0" tIns="0">
            <a:normAutofit/>
          </a:bodyPr>
          <a:lstStyle>
            <a:lvl1pPr>
              <a:buClr>
                <a:schemeClr val="accent5"/>
              </a:buClr>
              <a:defRPr b="0">
                <a:solidFill>
                  <a:schemeClr val="tx1">
                    <a:lumMod val="75000"/>
                    <a:lumOff val="25000"/>
                  </a:schemeClr>
                </a:solidFill>
                <a:latin typeface="Franklin Gothic Book" pitchFamily="34" charset="0"/>
              </a:defRPr>
            </a:lvl1pPr>
            <a:lvl2pPr>
              <a:buClr>
                <a:schemeClr val="accent5"/>
              </a:buClr>
              <a:defRPr b="0">
                <a:solidFill>
                  <a:schemeClr val="tx1">
                    <a:lumMod val="75000"/>
                    <a:lumOff val="25000"/>
                  </a:schemeClr>
                </a:solidFill>
                <a:latin typeface="Franklin Gothic Book" pitchFamily="34" charset="0"/>
              </a:defRPr>
            </a:lvl2pPr>
            <a:lvl3pPr>
              <a:buClr>
                <a:schemeClr val="accent5"/>
              </a:buClr>
              <a:defRPr b="0">
                <a:solidFill>
                  <a:schemeClr val="tx1">
                    <a:lumMod val="75000"/>
                    <a:lumOff val="25000"/>
                  </a:schemeClr>
                </a:solidFill>
                <a:latin typeface="Franklin Gothic Book" pitchFamily="34" charset="0"/>
              </a:defRPr>
            </a:lvl3pPr>
            <a:lvl4pPr>
              <a:buClr>
                <a:schemeClr val="accent5"/>
              </a:buClr>
              <a:defRPr b="0">
                <a:solidFill>
                  <a:schemeClr val="tx1">
                    <a:lumMod val="75000"/>
                    <a:lumOff val="25000"/>
                  </a:schemeClr>
                </a:solidFill>
                <a:latin typeface="Franklin Gothic Book" pitchFamily="34" charset="0"/>
              </a:defRPr>
            </a:lvl4pPr>
            <a:lvl5pPr>
              <a:buClr>
                <a:srgbClr val="7C93A0"/>
              </a:buClr>
              <a:defRPr b="0">
                <a:solidFill>
                  <a:schemeClr val="tx1">
                    <a:lumMod val="95000"/>
                    <a:lumOff val="5000"/>
                  </a:schemeClr>
                </a:solidFill>
                <a:latin typeface="Franklin Gothic Book"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Rectangle 4"/>
          <p:cNvSpPr>
            <a:spLocks noGrp="1" noChangeArrowheads="1"/>
          </p:cNvSpPr>
          <p:nvPr>
            <p:ph type="title"/>
          </p:nvPr>
        </p:nvSpPr>
        <p:spPr bwMode="auto">
          <a:xfrm>
            <a:off x="406400" y="457200"/>
            <a:ext cx="11379201"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normAutofit/>
          </a:bodyPr>
          <a:lstStyle>
            <a:lvl1pPr>
              <a:defRPr>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6"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8"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52059834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ub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1600200"/>
            <a:ext cx="11480800" cy="2514600"/>
          </a:xfrm>
        </p:spPr>
        <p:txBody>
          <a:bodyPr lIns="0" anchor="t">
            <a:normAutofit/>
          </a:bodyPr>
          <a:lstStyle>
            <a:lvl1pPr algn="l">
              <a:defRPr sz="4000" b="0" cap="none" baseline="0">
                <a:solidFill>
                  <a:schemeClr val="tx1">
                    <a:lumMod val="85000"/>
                    <a:lumOff val="15000"/>
                  </a:schemeClr>
                </a:solidFill>
                <a:latin typeface="Franklin Gothic Medium" panose="020B0603020102020204" pitchFamily="34" charset="0"/>
              </a:defRPr>
            </a:lvl1pPr>
          </a:lstStyle>
          <a:p>
            <a:r>
              <a:rPr lang="en-US"/>
              <a:t>Click to Edit Subtitle</a:t>
            </a:r>
          </a:p>
        </p:txBody>
      </p:sp>
      <p:sp>
        <p:nvSpPr>
          <p:cNvPr id="3" name="Text Placeholder 2"/>
          <p:cNvSpPr>
            <a:spLocks noGrp="1"/>
          </p:cNvSpPr>
          <p:nvPr>
            <p:ph type="body" idx="1"/>
          </p:nvPr>
        </p:nvSpPr>
        <p:spPr>
          <a:xfrm>
            <a:off x="406401" y="914401"/>
            <a:ext cx="11493500" cy="457201"/>
          </a:xfrm>
        </p:spPr>
        <p:txBody>
          <a:bodyPr lIns="0" anchor="b">
            <a:normAutofit/>
          </a:bodyPr>
          <a:lstStyle>
            <a:lvl1pPr marL="0" indent="0">
              <a:buNone/>
              <a:defRPr sz="2000">
                <a:solidFill>
                  <a:srgbClr val="262626"/>
                </a:solidFill>
                <a:latin typeface="Franklin Gothic Book"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9"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86323655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tro Sentence Before Bullets">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06400" y="1598240"/>
            <a:ext cx="7924801" cy="742189"/>
          </a:xfrm>
        </p:spPr>
        <p:txBody>
          <a:bodyPr lIns="0" tIns="0" anchor="b" anchorCtr="0">
            <a:normAutofit/>
          </a:bodyPr>
          <a:lstStyle>
            <a:lvl1pPr marL="0" indent="0">
              <a:lnSpc>
                <a:spcPct val="85000"/>
              </a:lnSpc>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4" name="Content Placeholder 3"/>
          <p:cNvSpPr>
            <a:spLocks noGrp="1"/>
          </p:cNvSpPr>
          <p:nvPr>
            <p:ph sz="half" idx="2"/>
          </p:nvPr>
        </p:nvSpPr>
        <p:spPr>
          <a:xfrm>
            <a:off x="406400" y="2514600"/>
            <a:ext cx="7924800" cy="3875315"/>
          </a:xfrm>
        </p:spPr>
        <p:txBody>
          <a:bodyPr l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marL="1031875" indent="-228600">
              <a:defRPr sz="2000">
                <a:solidFill>
                  <a:schemeClr val="tx1">
                    <a:lumMod val="75000"/>
                    <a:lumOff val="25000"/>
                  </a:schemeClr>
                </a:solidFill>
              </a:defRPr>
            </a:lvl4pPr>
            <a:lvl5pPr marL="1201738" indent="-169863">
              <a:defRPr sz="2000">
                <a:solidFill>
                  <a:srgbClr val="262626"/>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3"/>
          <p:cNvSpPr>
            <a:spLocks noGrp="1"/>
          </p:cNvSpPr>
          <p:nvPr>
            <p:ph type="body" sz="half" idx="11"/>
          </p:nvPr>
        </p:nvSpPr>
        <p:spPr>
          <a:xfrm>
            <a:off x="8534400" y="6086573"/>
            <a:ext cx="3251200" cy="304800"/>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Rectangle 4"/>
          <p:cNvSpPr>
            <a:spLocks noGrp="1" noChangeArrowheads="1"/>
          </p:cNvSpPr>
          <p:nvPr>
            <p:ph type="title"/>
          </p:nvPr>
        </p:nvSpPr>
        <p:spPr bwMode="auto">
          <a:xfrm>
            <a:off x="406400" y="457200"/>
            <a:ext cx="11364685"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9" name="Picture Placeholder 2"/>
          <p:cNvSpPr>
            <a:spLocks noGrp="1"/>
          </p:cNvSpPr>
          <p:nvPr>
            <p:ph type="pic" idx="10"/>
          </p:nvPr>
        </p:nvSpPr>
        <p:spPr>
          <a:xfrm>
            <a:off x="8534400" y="1600201"/>
            <a:ext cx="3236685" cy="4419599"/>
          </a:xfrm>
        </p:spPr>
        <p:txBody>
          <a:bodyPr/>
          <a:lstStyle>
            <a:lvl1pPr marL="0" indent="0" algn="l">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4"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60153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Bullets, Two Side Photos">
    <p:spTree>
      <p:nvGrpSpPr>
        <p:cNvPr id="1" name=""/>
        <p:cNvGrpSpPr/>
        <p:nvPr/>
      </p:nvGrpSpPr>
      <p:grpSpPr>
        <a:xfrm>
          <a:off x="0" y="0"/>
          <a:ext cx="0" cy="0"/>
          <a:chOff x="0" y="0"/>
          <a:chExt cx="0" cy="0"/>
        </a:xfrm>
      </p:grpSpPr>
      <p:sp>
        <p:nvSpPr>
          <p:cNvPr id="10" name="Text Placeholder 3"/>
          <p:cNvSpPr>
            <a:spLocks noGrp="1"/>
          </p:cNvSpPr>
          <p:nvPr>
            <p:ph type="body" sz="half" idx="2"/>
          </p:nvPr>
        </p:nvSpPr>
        <p:spPr>
          <a:xfrm>
            <a:off x="8505504" y="3413480"/>
            <a:ext cx="3251200" cy="377471"/>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3"/>
          <p:cNvSpPr>
            <a:spLocks noGrp="1"/>
          </p:cNvSpPr>
          <p:nvPr>
            <p:ph type="body" sz="half" idx="12"/>
          </p:nvPr>
        </p:nvSpPr>
        <p:spPr>
          <a:xfrm>
            <a:off x="8505504" y="6018342"/>
            <a:ext cx="3251200" cy="371573"/>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Rectangle 4"/>
          <p:cNvSpPr>
            <a:spLocks noGrp="1" noChangeArrowheads="1"/>
          </p:cNvSpPr>
          <p:nvPr>
            <p:ph type="title"/>
          </p:nvPr>
        </p:nvSpPr>
        <p:spPr bwMode="auto">
          <a:xfrm>
            <a:off x="406400" y="457200"/>
            <a:ext cx="11364685"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18" name="Content Placeholder 2"/>
          <p:cNvSpPr>
            <a:spLocks noGrp="1"/>
          </p:cNvSpPr>
          <p:nvPr>
            <p:ph idx="1"/>
          </p:nvPr>
        </p:nvSpPr>
        <p:spPr>
          <a:xfrm>
            <a:off x="406400" y="1589314"/>
            <a:ext cx="7721600" cy="4800601"/>
          </a:xfrm>
        </p:spPr>
        <p:txBody>
          <a:bodyPr lIns="0" tIns="0" bIns="0"/>
          <a:lstStyle>
            <a:lvl1pPr>
              <a:lnSpc>
                <a:spcPct val="85000"/>
              </a:lnSpc>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marL="1031875" indent="-228600">
              <a:defRPr>
                <a:solidFill>
                  <a:schemeClr val="tx1">
                    <a:lumMod val="75000"/>
                    <a:lumOff val="25000"/>
                  </a:schemeClr>
                </a:solidFill>
              </a:defRPr>
            </a:lvl4pPr>
            <a:lvl5pPr marL="1201738" indent="-169863">
              <a:defRPr>
                <a:solidFill>
                  <a:srgbClr val="262626"/>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2"/>
          <p:cNvSpPr>
            <a:spLocks noGrp="1"/>
          </p:cNvSpPr>
          <p:nvPr>
            <p:ph type="pic" idx="10"/>
          </p:nvPr>
        </p:nvSpPr>
        <p:spPr>
          <a:xfrm>
            <a:off x="8505373" y="1600003"/>
            <a:ext cx="3251200" cy="1733746"/>
          </a:xfrm>
        </p:spPr>
        <p:txBody>
          <a:bodyPr/>
          <a:lstStyle>
            <a:lvl1pPr marL="0" indent="0">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Picture Placeholder 2"/>
          <p:cNvSpPr>
            <a:spLocks noGrp="1"/>
          </p:cNvSpPr>
          <p:nvPr>
            <p:ph type="pic" idx="11"/>
          </p:nvPr>
        </p:nvSpPr>
        <p:spPr>
          <a:xfrm>
            <a:off x="8505373" y="4198968"/>
            <a:ext cx="3251200" cy="1733746"/>
          </a:xfrm>
        </p:spPr>
        <p:txBody>
          <a:bodyPr/>
          <a:lstStyle>
            <a:lvl1pPr marL="0" indent="0">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9"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268844837"/>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4"/>
          <p:cNvSpPr>
            <a:spLocks noGrp="1" noChangeArrowheads="1"/>
          </p:cNvSpPr>
          <p:nvPr>
            <p:ph type="title"/>
          </p:nvPr>
        </p:nvSpPr>
        <p:spPr bwMode="auto">
          <a:xfrm>
            <a:off x="406400" y="457200"/>
            <a:ext cx="11502787"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5"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8"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905075247"/>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600200"/>
            <a:ext cx="5547360" cy="4800600"/>
          </a:xfrm>
        </p:spPr>
        <p:txBody>
          <a:bodyPr tIns="0" b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rgbClr val="262626"/>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Rectangle 4"/>
          <p:cNvSpPr>
            <a:spLocks noGrp="1" noChangeArrowheads="1"/>
          </p:cNvSpPr>
          <p:nvPr>
            <p:ph type="title"/>
          </p:nvPr>
        </p:nvSpPr>
        <p:spPr bwMode="auto">
          <a:xfrm>
            <a:off x="406400" y="457200"/>
            <a:ext cx="11502787"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7" name="Content Placeholder 2"/>
          <p:cNvSpPr>
            <a:spLocks noGrp="1"/>
          </p:cNvSpPr>
          <p:nvPr>
            <p:ph sz="half" idx="10"/>
          </p:nvPr>
        </p:nvSpPr>
        <p:spPr>
          <a:xfrm>
            <a:off x="6223725" y="1600200"/>
            <a:ext cx="5547360" cy="4800601"/>
          </a:xfrm>
        </p:spPr>
        <p:txBody>
          <a:bodyPr tIns="0" b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rgbClr val="262626"/>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0"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960222338"/>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399" y="1590098"/>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06400" y="2057400"/>
            <a:ext cx="5547360" cy="43434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Rectangle 4"/>
          <p:cNvSpPr>
            <a:spLocks noGrp="1" noChangeArrowheads="1"/>
          </p:cNvSpPr>
          <p:nvPr>
            <p:ph type="title"/>
          </p:nvPr>
        </p:nvSpPr>
        <p:spPr bwMode="auto">
          <a:xfrm>
            <a:off x="406400" y="457200"/>
            <a:ext cx="11379200"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9" name="Text Placeholder 2"/>
          <p:cNvSpPr>
            <a:spLocks noGrp="1"/>
          </p:cNvSpPr>
          <p:nvPr>
            <p:ph type="body" idx="14"/>
          </p:nvPr>
        </p:nvSpPr>
        <p:spPr>
          <a:xfrm>
            <a:off x="6226628" y="1590098"/>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p:cNvSpPr>
            <a:spLocks noGrp="1"/>
          </p:cNvSpPr>
          <p:nvPr>
            <p:ph sz="half" idx="15"/>
          </p:nvPr>
        </p:nvSpPr>
        <p:spPr>
          <a:xfrm>
            <a:off x="6226628" y="2057400"/>
            <a:ext cx="5547360" cy="43434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3"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377877955"/>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Brown and Caldwell  |  Health and Safety</a:t>
            </a:r>
          </a:p>
        </p:txBody>
      </p:sp>
      <p:sp>
        <p:nvSpPr>
          <p:cNvPr id="4" name="Slide Number Placeholder 3"/>
          <p:cNvSpPr>
            <a:spLocks noGrp="1"/>
          </p:cNvSpPr>
          <p:nvPr>
            <p:ph type="sldNum" sz="quarter" idx="11"/>
          </p:nvPr>
        </p:nvSpPr>
        <p:spPr/>
        <p:txBody>
          <a:bodyPr/>
          <a:lstStyle/>
          <a:p>
            <a:fld id="{83D12EE2-0A52-405F-9235-0A5D75AB581D}" type="slidenum">
              <a:rPr lang="en-US" smtClean="0"/>
              <a:pPr/>
              <a:t>‹#›</a:t>
            </a:fld>
            <a:endParaRPr lang="en-US"/>
          </a:p>
        </p:txBody>
      </p:sp>
    </p:spTree>
    <p:extLst>
      <p:ext uri="{BB962C8B-B14F-4D97-AF65-F5344CB8AC3E}">
        <p14:creationId xmlns:p14="http://schemas.microsoft.com/office/powerpoint/2010/main" val="1215403127"/>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A26FF6-DDF7-4331-8A01-7956E5FFF8EF}"/>
              </a:ext>
            </a:extLst>
          </p:cNvPr>
          <p:cNvSpPr/>
          <p:nvPr userDrawn="1"/>
        </p:nvSpPr>
        <p:spPr bwMode="auto">
          <a:xfrm>
            <a:off x="0" y="0"/>
            <a:ext cx="12192000" cy="6858000"/>
          </a:xfrm>
          <a:prstGeom prst="rect">
            <a:avLst/>
          </a:prstGeom>
          <a:solidFill>
            <a:srgbClr val="171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lvl="0" indent="0" fontAlgn="base">
              <a:lnSpc>
                <a:spcPct val="100000"/>
              </a:lnSpc>
              <a:spcBef>
                <a:spcPct val="0"/>
              </a:spcBef>
              <a:spcAft>
                <a:spcPct val="0"/>
              </a:spcAft>
              <a:buClrTx/>
              <a:buSzTx/>
              <a:buFontTx/>
              <a:buNone/>
              <a:tabLst/>
            </a:pPr>
            <a:endParaRPr kumimoji="0" lang="en-US" b="0" i="0" u="none" strike="noStrike" cap="none" normalizeH="0" baseline="0">
              <a:ln>
                <a:noFill/>
              </a:ln>
              <a:effectLst/>
              <a:latin typeface="Arial" charset="0"/>
            </a:endParaRPr>
          </a:p>
        </p:txBody>
      </p:sp>
    </p:spTree>
    <p:extLst>
      <p:ext uri="{BB962C8B-B14F-4D97-AF65-F5344CB8AC3E}">
        <p14:creationId xmlns:p14="http://schemas.microsoft.com/office/powerpoint/2010/main" val="1082139364"/>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A26FF6-DDF7-4331-8A01-7956E5FFF8EF}"/>
              </a:ext>
            </a:extLst>
          </p:cNvPr>
          <p:cNvSpPr/>
          <p:nvPr userDrawn="1"/>
        </p:nvSpPr>
        <p:spPr bwMode="auto">
          <a:xfrm>
            <a:off x="0" y="0"/>
            <a:ext cx="12192000" cy="6858000"/>
          </a:xfrm>
          <a:prstGeom prst="rect">
            <a:avLst/>
          </a:prstGeom>
          <a:solidFill>
            <a:srgbClr val="4352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cxnSp>
        <p:nvCxnSpPr>
          <p:cNvPr id="21" name="Straight Connector 20">
            <a:extLst>
              <a:ext uri="{FF2B5EF4-FFF2-40B4-BE49-F238E27FC236}">
                <a16:creationId xmlns:a16="http://schemas.microsoft.com/office/drawing/2014/main" id="{C83AEB8F-1973-4F07-AF41-EC4CE2E82D6D}"/>
              </a:ext>
            </a:extLst>
          </p:cNvPr>
          <p:cNvCxnSpPr>
            <a:cxnSpLocks/>
          </p:cNvCxnSpPr>
          <p:nvPr userDrawn="1"/>
        </p:nvCxnSpPr>
        <p:spPr bwMode="auto">
          <a:xfrm>
            <a:off x="1066800" y="2819400"/>
            <a:ext cx="762000" cy="0"/>
          </a:xfrm>
          <a:prstGeom prst="line">
            <a:avLst/>
          </a:prstGeom>
          <a:noFill/>
          <a:ln w="38100" cap="flat" cmpd="sng" algn="ctr">
            <a:solidFill>
              <a:srgbClr val="FFC233"/>
            </a:solidFill>
            <a:prstDash val="solid"/>
            <a:round/>
            <a:headEnd type="none" w="med" len="med"/>
            <a:tailEnd type="none" w="med" len="med"/>
          </a:ln>
          <a:effectLst/>
        </p:spPr>
      </p:cxnSp>
      <p:pic>
        <p:nvPicPr>
          <p:cNvPr id="6" name="Picture 5" descr="A picture containing logo&#10;&#10;Description automatically generated">
            <a:extLst>
              <a:ext uri="{FF2B5EF4-FFF2-40B4-BE49-F238E27FC236}">
                <a16:creationId xmlns:a16="http://schemas.microsoft.com/office/drawing/2014/main" id="{1F4E4588-BE22-4603-949B-131747A431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9400" y="5804815"/>
            <a:ext cx="1124719" cy="622175"/>
          </a:xfrm>
          <a:prstGeom prst="rect">
            <a:avLst/>
          </a:prstGeom>
        </p:spPr>
      </p:pic>
    </p:spTree>
    <p:extLst>
      <p:ext uri="{BB962C8B-B14F-4D97-AF65-F5344CB8AC3E}">
        <p14:creationId xmlns:p14="http://schemas.microsoft.com/office/powerpoint/2010/main" val="3543065511"/>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26" name="Rectangle 44">
            <a:extLst>
              <a:ext uri="{FF2B5EF4-FFF2-40B4-BE49-F238E27FC236}">
                <a16:creationId xmlns:a16="http://schemas.microsoft.com/office/drawing/2014/main" id="{678EB6F1-AFB0-4597-8554-A319BA3E11D9}"/>
              </a:ext>
            </a:extLst>
          </p:cNvPr>
          <p:cNvSpPr/>
          <p:nvPr userDrawn="1"/>
        </p:nvSpPr>
        <p:spPr>
          <a:xfrm rot="16200000" flipH="1">
            <a:off x="2667000" y="-2667000"/>
            <a:ext cx="6858000" cy="12192000"/>
          </a:xfrm>
          <a:prstGeom prst="rect">
            <a:avLst/>
          </a:prstGeom>
          <a:gradFill flip="none" rotWithShape="1">
            <a:gsLst>
              <a:gs pos="9000">
                <a:srgbClr val="171021"/>
              </a:gs>
              <a:gs pos="78000">
                <a:schemeClr val="accent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27" name="Straight Connector 26">
            <a:extLst>
              <a:ext uri="{FF2B5EF4-FFF2-40B4-BE49-F238E27FC236}">
                <a16:creationId xmlns:a16="http://schemas.microsoft.com/office/drawing/2014/main" id="{A6EE32D8-27DA-45AB-9CBE-3E4035899B23}"/>
              </a:ext>
            </a:extLst>
          </p:cNvPr>
          <p:cNvCxnSpPr>
            <a:cxnSpLocks/>
          </p:cNvCxnSpPr>
          <p:nvPr userDrawn="1"/>
        </p:nvCxnSpPr>
        <p:spPr bwMode="auto">
          <a:xfrm>
            <a:off x="1066800" y="2819400"/>
            <a:ext cx="762000" cy="0"/>
          </a:xfrm>
          <a:prstGeom prst="line">
            <a:avLst/>
          </a:prstGeom>
          <a:noFill/>
          <a:ln w="38100" cap="flat" cmpd="sng" algn="ctr">
            <a:solidFill>
              <a:srgbClr val="FFC233"/>
            </a:solidFill>
            <a:prstDash val="solid"/>
            <a:round/>
            <a:headEnd type="none" w="med" len="med"/>
            <a:tailEnd type="none" w="med" len="med"/>
          </a:ln>
          <a:effectLst/>
        </p:spPr>
      </p:cxnSp>
      <p:grpSp>
        <p:nvGrpSpPr>
          <p:cNvPr id="28" name="Group 27">
            <a:extLst>
              <a:ext uri="{FF2B5EF4-FFF2-40B4-BE49-F238E27FC236}">
                <a16:creationId xmlns:a16="http://schemas.microsoft.com/office/drawing/2014/main" id="{3EB625C6-6290-4E27-9C89-8ECB0D4675EA}"/>
              </a:ext>
            </a:extLst>
          </p:cNvPr>
          <p:cNvGrpSpPr/>
          <p:nvPr userDrawn="1"/>
        </p:nvGrpSpPr>
        <p:grpSpPr>
          <a:xfrm>
            <a:off x="8406142" y="-3786377"/>
            <a:ext cx="2687693" cy="5484003"/>
            <a:chOff x="8857237" y="-800748"/>
            <a:chExt cx="1951077" cy="3981002"/>
          </a:xfrm>
          <a:solidFill>
            <a:schemeClr val="accent3"/>
          </a:solidFill>
        </p:grpSpPr>
        <p:grpSp>
          <p:nvGrpSpPr>
            <p:cNvPr id="29" name="Graphic 14">
              <a:extLst>
                <a:ext uri="{FF2B5EF4-FFF2-40B4-BE49-F238E27FC236}">
                  <a16:creationId xmlns:a16="http://schemas.microsoft.com/office/drawing/2014/main" id="{AA6D93F3-1014-4A54-A7F2-70FC90147BDC}"/>
                </a:ext>
              </a:extLst>
            </p:cNvPr>
            <p:cNvGrpSpPr/>
            <p:nvPr/>
          </p:nvGrpSpPr>
          <p:grpSpPr>
            <a:xfrm rot="10800000">
              <a:off x="8857237" y="1315546"/>
              <a:ext cx="1934260" cy="1864708"/>
              <a:chOff x="4810125" y="2114549"/>
              <a:chExt cx="1811845" cy="1746694"/>
            </a:xfrm>
            <a:grpFill/>
          </p:grpSpPr>
          <p:grpSp>
            <p:nvGrpSpPr>
              <p:cNvPr id="79" name="Graphic 14">
                <a:extLst>
                  <a:ext uri="{FF2B5EF4-FFF2-40B4-BE49-F238E27FC236}">
                    <a16:creationId xmlns:a16="http://schemas.microsoft.com/office/drawing/2014/main" id="{9AF71A0F-2A5D-4123-970A-3CE2E0DBB5A9}"/>
                  </a:ext>
                </a:extLst>
              </p:cNvPr>
              <p:cNvGrpSpPr/>
              <p:nvPr/>
            </p:nvGrpSpPr>
            <p:grpSpPr>
              <a:xfrm>
                <a:off x="4810125" y="2114549"/>
                <a:ext cx="1811845" cy="44196"/>
                <a:chOff x="4810125" y="2114549"/>
                <a:chExt cx="1811845" cy="44196"/>
              </a:xfrm>
              <a:grpFill/>
            </p:grpSpPr>
            <p:sp>
              <p:nvSpPr>
                <p:cNvPr id="120" name="Freeform: Shape 119">
                  <a:extLst>
                    <a:ext uri="{FF2B5EF4-FFF2-40B4-BE49-F238E27FC236}">
                      <a16:creationId xmlns:a16="http://schemas.microsoft.com/office/drawing/2014/main" id="{58840F02-97F8-465E-8DD3-7394077BBD92}"/>
                    </a:ext>
                  </a:extLst>
                </p:cNvPr>
                <p:cNvSpPr/>
                <p:nvPr/>
              </p:nvSpPr>
              <p:spPr>
                <a:xfrm>
                  <a:off x="4810125"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7E75E50-F49A-4E1B-B2D3-6A4514BA1118}"/>
                    </a:ext>
                  </a:extLst>
                </p:cNvPr>
                <p:cNvSpPr/>
                <p:nvPr/>
              </p:nvSpPr>
              <p:spPr>
                <a:xfrm>
                  <a:off x="5104733"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CC01A0C-4741-4B14-A789-EE22DAFC303D}"/>
                    </a:ext>
                  </a:extLst>
                </p:cNvPr>
                <p:cNvSpPr/>
                <p:nvPr/>
              </p:nvSpPr>
              <p:spPr>
                <a:xfrm>
                  <a:off x="5988558"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A0AB3D9-D995-42D9-B7C7-F497F3D8EFFE}"/>
                    </a:ext>
                  </a:extLst>
                </p:cNvPr>
                <p:cNvSpPr/>
                <p:nvPr/>
              </p:nvSpPr>
              <p:spPr>
                <a:xfrm>
                  <a:off x="5693949"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B61F3FE-59F3-4DC0-89CF-944044AC619E}"/>
                    </a:ext>
                  </a:extLst>
                </p:cNvPr>
                <p:cNvSpPr/>
                <p:nvPr/>
              </p:nvSpPr>
              <p:spPr>
                <a:xfrm>
                  <a:off x="5399341"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0AE7675F-B7A4-42EC-8328-54EC956DE865}"/>
                    </a:ext>
                  </a:extLst>
                </p:cNvPr>
                <p:cNvSpPr/>
                <p:nvPr/>
              </p:nvSpPr>
              <p:spPr>
                <a:xfrm>
                  <a:off x="6283166"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603924FC-D647-4913-8768-D350D1422F86}"/>
                    </a:ext>
                  </a:extLst>
                </p:cNvPr>
                <p:cNvSpPr/>
                <p:nvPr/>
              </p:nvSpPr>
              <p:spPr>
                <a:xfrm>
                  <a:off x="6577774"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80" name="Graphic 14">
                <a:extLst>
                  <a:ext uri="{FF2B5EF4-FFF2-40B4-BE49-F238E27FC236}">
                    <a16:creationId xmlns:a16="http://schemas.microsoft.com/office/drawing/2014/main" id="{955C4CF3-D422-4820-A503-BCD82B686C4C}"/>
                  </a:ext>
                </a:extLst>
              </p:cNvPr>
              <p:cNvGrpSpPr/>
              <p:nvPr/>
            </p:nvGrpSpPr>
            <p:grpSpPr>
              <a:xfrm>
                <a:off x="4810125" y="2455067"/>
                <a:ext cx="1811845" cy="44196"/>
                <a:chOff x="4810125" y="2455067"/>
                <a:chExt cx="1811845" cy="44196"/>
              </a:xfrm>
              <a:grpFill/>
            </p:grpSpPr>
            <p:sp>
              <p:nvSpPr>
                <p:cNvPr id="113" name="Freeform: Shape 112">
                  <a:extLst>
                    <a:ext uri="{FF2B5EF4-FFF2-40B4-BE49-F238E27FC236}">
                      <a16:creationId xmlns:a16="http://schemas.microsoft.com/office/drawing/2014/main" id="{AB4D3C5C-B675-4CBA-876E-79C1D426CA5B}"/>
                    </a:ext>
                  </a:extLst>
                </p:cNvPr>
                <p:cNvSpPr/>
                <p:nvPr/>
              </p:nvSpPr>
              <p:spPr>
                <a:xfrm>
                  <a:off x="4810125"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FBF4D0B-7DAB-40D9-BB9D-76258AA32779}"/>
                    </a:ext>
                  </a:extLst>
                </p:cNvPr>
                <p:cNvSpPr/>
                <p:nvPr/>
              </p:nvSpPr>
              <p:spPr>
                <a:xfrm>
                  <a:off x="5104733"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0A9854D-F89B-4902-B10A-6440F12131A8}"/>
                    </a:ext>
                  </a:extLst>
                </p:cNvPr>
                <p:cNvSpPr/>
                <p:nvPr/>
              </p:nvSpPr>
              <p:spPr>
                <a:xfrm>
                  <a:off x="5988558"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9338C72-E493-4F07-B40E-AC993F0A38B9}"/>
                    </a:ext>
                  </a:extLst>
                </p:cNvPr>
                <p:cNvSpPr/>
                <p:nvPr/>
              </p:nvSpPr>
              <p:spPr>
                <a:xfrm>
                  <a:off x="5693949"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43B4CFE-060E-426F-9884-29EB31BA5369}"/>
                    </a:ext>
                  </a:extLst>
                </p:cNvPr>
                <p:cNvSpPr/>
                <p:nvPr/>
              </p:nvSpPr>
              <p:spPr>
                <a:xfrm>
                  <a:off x="5399341"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261A30F-65BF-4F93-99F7-6B40C4EC6E02}"/>
                    </a:ext>
                  </a:extLst>
                </p:cNvPr>
                <p:cNvSpPr/>
                <p:nvPr/>
              </p:nvSpPr>
              <p:spPr>
                <a:xfrm>
                  <a:off x="6283166"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1D28C946-FFF1-4613-8F16-AE897918A56C}"/>
                    </a:ext>
                  </a:extLst>
                </p:cNvPr>
                <p:cNvSpPr/>
                <p:nvPr/>
              </p:nvSpPr>
              <p:spPr>
                <a:xfrm>
                  <a:off x="6577774"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81" name="Graphic 14">
                <a:extLst>
                  <a:ext uri="{FF2B5EF4-FFF2-40B4-BE49-F238E27FC236}">
                    <a16:creationId xmlns:a16="http://schemas.microsoft.com/office/drawing/2014/main" id="{C0ADE3DB-1A00-4B8F-995A-0A383ED83479}"/>
                  </a:ext>
                </a:extLst>
              </p:cNvPr>
              <p:cNvGrpSpPr/>
              <p:nvPr/>
            </p:nvGrpSpPr>
            <p:grpSpPr>
              <a:xfrm>
                <a:off x="4810125" y="2795586"/>
                <a:ext cx="1811845" cy="44195"/>
                <a:chOff x="4810125" y="2795586"/>
                <a:chExt cx="1811845" cy="44195"/>
              </a:xfrm>
              <a:grpFill/>
            </p:grpSpPr>
            <p:sp>
              <p:nvSpPr>
                <p:cNvPr id="106" name="Freeform: Shape 105">
                  <a:extLst>
                    <a:ext uri="{FF2B5EF4-FFF2-40B4-BE49-F238E27FC236}">
                      <a16:creationId xmlns:a16="http://schemas.microsoft.com/office/drawing/2014/main" id="{C89AFE84-4748-4F08-A11B-413DF8CDF3CE}"/>
                    </a:ext>
                  </a:extLst>
                </p:cNvPr>
                <p:cNvSpPr/>
                <p:nvPr/>
              </p:nvSpPr>
              <p:spPr>
                <a:xfrm>
                  <a:off x="4810125"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6E1EBF8-8A86-448B-B34F-52098D1FA98C}"/>
                    </a:ext>
                  </a:extLst>
                </p:cNvPr>
                <p:cNvSpPr/>
                <p:nvPr/>
              </p:nvSpPr>
              <p:spPr>
                <a:xfrm>
                  <a:off x="5104733"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5031AB7-E550-4262-9476-2F2BBADE26CD}"/>
                    </a:ext>
                  </a:extLst>
                </p:cNvPr>
                <p:cNvSpPr/>
                <p:nvPr/>
              </p:nvSpPr>
              <p:spPr>
                <a:xfrm>
                  <a:off x="5988558"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D95DD508-0289-4807-B75F-93E0B3FE0C35}"/>
                    </a:ext>
                  </a:extLst>
                </p:cNvPr>
                <p:cNvSpPr/>
                <p:nvPr/>
              </p:nvSpPr>
              <p:spPr>
                <a:xfrm>
                  <a:off x="5693949"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40831B5-7F0F-4D43-8A4F-954D58F76F08}"/>
                    </a:ext>
                  </a:extLst>
                </p:cNvPr>
                <p:cNvSpPr/>
                <p:nvPr/>
              </p:nvSpPr>
              <p:spPr>
                <a:xfrm>
                  <a:off x="5399341"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317B1EB-48BB-4DFA-87F4-925C9343622E}"/>
                    </a:ext>
                  </a:extLst>
                </p:cNvPr>
                <p:cNvSpPr/>
                <p:nvPr/>
              </p:nvSpPr>
              <p:spPr>
                <a:xfrm>
                  <a:off x="6283166"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758A6D-2A65-49A0-B76E-69AA8D7C0E3D}"/>
                    </a:ext>
                  </a:extLst>
                </p:cNvPr>
                <p:cNvSpPr/>
                <p:nvPr/>
              </p:nvSpPr>
              <p:spPr>
                <a:xfrm>
                  <a:off x="6577774"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82" name="Graphic 14">
                <a:extLst>
                  <a:ext uri="{FF2B5EF4-FFF2-40B4-BE49-F238E27FC236}">
                    <a16:creationId xmlns:a16="http://schemas.microsoft.com/office/drawing/2014/main" id="{CE0BB87D-B0F6-4E3D-8267-BECBABF3ACC7}"/>
                  </a:ext>
                </a:extLst>
              </p:cNvPr>
              <p:cNvGrpSpPr/>
              <p:nvPr/>
            </p:nvGrpSpPr>
            <p:grpSpPr>
              <a:xfrm>
                <a:off x="4810125" y="3136010"/>
                <a:ext cx="1811845" cy="44195"/>
                <a:chOff x="4810125" y="3136010"/>
                <a:chExt cx="1811845" cy="44195"/>
              </a:xfrm>
              <a:grpFill/>
            </p:grpSpPr>
            <p:sp>
              <p:nvSpPr>
                <p:cNvPr id="99" name="Freeform: Shape 98">
                  <a:extLst>
                    <a:ext uri="{FF2B5EF4-FFF2-40B4-BE49-F238E27FC236}">
                      <a16:creationId xmlns:a16="http://schemas.microsoft.com/office/drawing/2014/main" id="{A3C20E96-9C79-48A2-AFE5-7F862AAE813F}"/>
                    </a:ext>
                  </a:extLst>
                </p:cNvPr>
                <p:cNvSpPr/>
                <p:nvPr/>
              </p:nvSpPr>
              <p:spPr>
                <a:xfrm>
                  <a:off x="4810125"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8DD0CAC2-BC99-4804-88BE-CF0EED0DE065}"/>
                    </a:ext>
                  </a:extLst>
                </p:cNvPr>
                <p:cNvSpPr/>
                <p:nvPr/>
              </p:nvSpPr>
              <p:spPr>
                <a:xfrm>
                  <a:off x="5104733"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C4A7ABF4-BF84-46EE-A5F4-7601745CF123}"/>
                    </a:ext>
                  </a:extLst>
                </p:cNvPr>
                <p:cNvSpPr/>
                <p:nvPr/>
              </p:nvSpPr>
              <p:spPr>
                <a:xfrm>
                  <a:off x="5988558"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ABCA8D1-E4F6-4A46-9117-8503F9693E42}"/>
                    </a:ext>
                  </a:extLst>
                </p:cNvPr>
                <p:cNvSpPr/>
                <p:nvPr/>
              </p:nvSpPr>
              <p:spPr>
                <a:xfrm>
                  <a:off x="5693949"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C269AF19-891D-484B-90B3-584DCB3B3438}"/>
                    </a:ext>
                  </a:extLst>
                </p:cNvPr>
                <p:cNvSpPr/>
                <p:nvPr/>
              </p:nvSpPr>
              <p:spPr>
                <a:xfrm>
                  <a:off x="5399341"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523ED37-EBDD-4963-B9B4-ED2585BABA37}"/>
                    </a:ext>
                  </a:extLst>
                </p:cNvPr>
                <p:cNvSpPr/>
                <p:nvPr/>
              </p:nvSpPr>
              <p:spPr>
                <a:xfrm>
                  <a:off x="6283166"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FE049DD9-94BE-44A9-A0EA-0E13812ACF09}"/>
                    </a:ext>
                  </a:extLst>
                </p:cNvPr>
                <p:cNvSpPr/>
                <p:nvPr/>
              </p:nvSpPr>
              <p:spPr>
                <a:xfrm>
                  <a:off x="6577774"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83" name="Graphic 14">
                <a:extLst>
                  <a:ext uri="{FF2B5EF4-FFF2-40B4-BE49-F238E27FC236}">
                    <a16:creationId xmlns:a16="http://schemas.microsoft.com/office/drawing/2014/main" id="{92BE918D-618D-491A-804F-CFDB681B2E36}"/>
                  </a:ext>
                </a:extLst>
              </p:cNvPr>
              <p:cNvGrpSpPr/>
              <p:nvPr/>
            </p:nvGrpSpPr>
            <p:grpSpPr>
              <a:xfrm>
                <a:off x="4810125" y="3476528"/>
                <a:ext cx="1811845" cy="44195"/>
                <a:chOff x="4810125" y="3476528"/>
                <a:chExt cx="1811845" cy="44195"/>
              </a:xfrm>
              <a:grpFill/>
            </p:grpSpPr>
            <p:sp>
              <p:nvSpPr>
                <p:cNvPr id="92" name="Freeform: Shape 91">
                  <a:extLst>
                    <a:ext uri="{FF2B5EF4-FFF2-40B4-BE49-F238E27FC236}">
                      <a16:creationId xmlns:a16="http://schemas.microsoft.com/office/drawing/2014/main" id="{77776FCF-4CA0-44C0-862B-62A4D012D355}"/>
                    </a:ext>
                  </a:extLst>
                </p:cNvPr>
                <p:cNvSpPr/>
                <p:nvPr/>
              </p:nvSpPr>
              <p:spPr>
                <a:xfrm>
                  <a:off x="4810125"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17DCF44D-0ACF-443B-953A-D5970B986750}"/>
                    </a:ext>
                  </a:extLst>
                </p:cNvPr>
                <p:cNvSpPr/>
                <p:nvPr/>
              </p:nvSpPr>
              <p:spPr>
                <a:xfrm>
                  <a:off x="5104733"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85A7CE-2984-432D-A876-4C2B2FAA3D5A}"/>
                    </a:ext>
                  </a:extLst>
                </p:cNvPr>
                <p:cNvSpPr/>
                <p:nvPr/>
              </p:nvSpPr>
              <p:spPr>
                <a:xfrm>
                  <a:off x="5988558"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183B5366-3D51-4A9F-8087-82FFFBEE00B9}"/>
                    </a:ext>
                  </a:extLst>
                </p:cNvPr>
                <p:cNvSpPr/>
                <p:nvPr/>
              </p:nvSpPr>
              <p:spPr>
                <a:xfrm>
                  <a:off x="5693949"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A3B06E64-D970-4443-AF46-E2A5B229CEAD}"/>
                    </a:ext>
                  </a:extLst>
                </p:cNvPr>
                <p:cNvSpPr/>
                <p:nvPr/>
              </p:nvSpPr>
              <p:spPr>
                <a:xfrm>
                  <a:off x="5399341"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DA61CAA-4C03-4D82-9160-8A97E2E6FE8D}"/>
                    </a:ext>
                  </a:extLst>
                </p:cNvPr>
                <p:cNvSpPr/>
                <p:nvPr/>
              </p:nvSpPr>
              <p:spPr>
                <a:xfrm>
                  <a:off x="6283166"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5484B1F-BD41-45F1-8F91-E45F2F8C006D}"/>
                    </a:ext>
                  </a:extLst>
                </p:cNvPr>
                <p:cNvSpPr/>
                <p:nvPr/>
              </p:nvSpPr>
              <p:spPr>
                <a:xfrm>
                  <a:off x="6577774"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nvGrpSpPr>
              <p:cNvPr id="84" name="Graphic 14">
                <a:extLst>
                  <a:ext uri="{FF2B5EF4-FFF2-40B4-BE49-F238E27FC236}">
                    <a16:creationId xmlns:a16="http://schemas.microsoft.com/office/drawing/2014/main" id="{49EA8301-56BE-424A-99E3-B57DA3E21319}"/>
                  </a:ext>
                </a:extLst>
              </p:cNvPr>
              <p:cNvGrpSpPr/>
              <p:nvPr/>
            </p:nvGrpSpPr>
            <p:grpSpPr>
              <a:xfrm>
                <a:off x="4810125" y="3817047"/>
                <a:ext cx="1811845" cy="44195"/>
                <a:chOff x="4810125" y="3817047"/>
                <a:chExt cx="1811845" cy="44195"/>
              </a:xfrm>
              <a:grpFill/>
            </p:grpSpPr>
            <p:sp>
              <p:nvSpPr>
                <p:cNvPr id="85" name="Freeform: Shape 84">
                  <a:extLst>
                    <a:ext uri="{FF2B5EF4-FFF2-40B4-BE49-F238E27FC236}">
                      <a16:creationId xmlns:a16="http://schemas.microsoft.com/office/drawing/2014/main" id="{AD87C665-1970-4DED-8413-EA5F8BE2667F}"/>
                    </a:ext>
                  </a:extLst>
                </p:cNvPr>
                <p:cNvSpPr/>
                <p:nvPr/>
              </p:nvSpPr>
              <p:spPr>
                <a:xfrm>
                  <a:off x="4810125"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B5FE65F-08A8-41A8-A442-4A9054418A52}"/>
                    </a:ext>
                  </a:extLst>
                </p:cNvPr>
                <p:cNvSpPr/>
                <p:nvPr/>
              </p:nvSpPr>
              <p:spPr>
                <a:xfrm>
                  <a:off x="5104733"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2539091-D5CF-4111-9C42-43A6E5A2C1BF}"/>
                    </a:ext>
                  </a:extLst>
                </p:cNvPr>
                <p:cNvSpPr/>
                <p:nvPr/>
              </p:nvSpPr>
              <p:spPr>
                <a:xfrm>
                  <a:off x="5988558"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8C34FBCE-B458-40AA-A3F2-3A0BDBF81424}"/>
                    </a:ext>
                  </a:extLst>
                </p:cNvPr>
                <p:cNvSpPr/>
                <p:nvPr/>
              </p:nvSpPr>
              <p:spPr>
                <a:xfrm>
                  <a:off x="5693949"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431BC1D-0BE6-4DAB-9437-459864D21A10}"/>
                    </a:ext>
                  </a:extLst>
                </p:cNvPr>
                <p:cNvSpPr/>
                <p:nvPr/>
              </p:nvSpPr>
              <p:spPr>
                <a:xfrm>
                  <a:off x="5399341"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E9B393D2-B681-4C2D-A147-E1B4C12AEAC3}"/>
                    </a:ext>
                  </a:extLst>
                </p:cNvPr>
                <p:cNvSpPr/>
                <p:nvPr/>
              </p:nvSpPr>
              <p:spPr>
                <a:xfrm>
                  <a:off x="6283166"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D5FF09B-529A-4EE5-8BD8-8594F839EA02}"/>
                    </a:ext>
                  </a:extLst>
                </p:cNvPr>
                <p:cNvSpPr/>
                <p:nvPr/>
              </p:nvSpPr>
              <p:spPr>
                <a:xfrm>
                  <a:off x="6577774"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grpSp>
          <p:nvGrpSpPr>
            <p:cNvPr id="30" name="Graphic 14">
              <a:extLst>
                <a:ext uri="{FF2B5EF4-FFF2-40B4-BE49-F238E27FC236}">
                  <a16:creationId xmlns:a16="http://schemas.microsoft.com/office/drawing/2014/main" id="{A51D5730-A5D3-4494-9972-D05F0626DC40}"/>
                </a:ext>
              </a:extLst>
            </p:cNvPr>
            <p:cNvGrpSpPr/>
            <p:nvPr/>
          </p:nvGrpSpPr>
          <p:grpSpPr>
            <a:xfrm rot="10800000">
              <a:off x="8874054" y="-800748"/>
              <a:ext cx="1934260" cy="1864708"/>
              <a:chOff x="4810125" y="2114549"/>
              <a:chExt cx="1811845" cy="1746694"/>
            </a:xfrm>
            <a:grpFill/>
          </p:grpSpPr>
          <p:grpSp>
            <p:nvGrpSpPr>
              <p:cNvPr id="31" name="Graphic 14">
                <a:extLst>
                  <a:ext uri="{FF2B5EF4-FFF2-40B4-BE49-F238E27FC236}">
                    <a16:creationId xmlns:a16="http://schemas.microsoft.com/office/drawing/2014/main" id="{7406A3EE-64EC-4C0E-8C3D-5D359CF8F05C}"/>
                  </a:ext>
                </a:extLst>
              </p:cNvPr>
              <p:cNvGrpSpPr/>
              <p:nvPr/>
            </p:nvGrpSpPr>
            <p:grpSpPr>
              <a:xfrm>
                <a:off x="4810125" y="2114549"/>
                <a:ext cx="1811845" cy="44196"/>
                <a:chOff x="4810125" y="2114549"/>
                <a:chExt cx="1811845" cy="44196"/>
              </a:xfrm>
              <a:grpFill/>
            </p:grpSpPr>
            <p:sp>
              <p:nvSpPr>
                <p:cNvPr id="72" name="Freeform: Shape 71">
                  <a:extLst>
                    <a:ext uri="{FF2B5EF4-FFF2-40B4-BE49-F238E27FC236}">
                      <a16:creationId xmlns:a16="http://schemas.microsoft.com/office/drawing/2014/main" id="{ECF73CCA-7ABF-4F27-A9EC-5D238F1905F1}"/>
                    </a:ext>
                  </a:extLst>
                </p:cNvPr>
                <p:cNvSpPr/>
                <p:nvPr/>
              </p:nvSpPr>
              <p:spPr>
                <a:xfrm>
                  <a:off x="4810125"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D93C21E-9883-4F1A-BB27-916D556800B6}"/>
                    </a:ext>
                  </a:extLst>
                </p:cNvPr>
                <p:cNvSpPr/>
                <p:nvPr/>
              </p:nvSpPr>
              <p:spPr>
                <a:xfrm>
                  <a:off x="5104733"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2DF49F5-3C83-4C1A-9869-2E4C0AB73357}"/>
                    </a:ext>
                  </a:extLst>
                </p:cNvPr>
                <p:cNvSpPr/>
                <p:nvPr/>
              </p:nvSpPr>
              <p:spPr>
                <a:xfrm>
                  <a:off x="5988558"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9188D136-1142-45CB-85BC-63F0102EE69D}"/>
                    </a:ext>
                  </a:extLst>
                </p:cNvPr>
                <p:cNvSpPr/>
                <p:nvPr/>
              </p:nvSpPr>
              <p:spPr>
                <a:xfrm>
                  <a:off x="5693949"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7129221-0332-49AC-85A0-5399D83F699D}"/>
                    </a:ext>
                  </a:extLst>
                </p:cNvPr>
                <p:cNvSpPr/>
                <p:nvPr/>
              </p:nvSpPr>
              <p:spPr>
                <a:xfrm>
                  <a:off x="5399341"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DC566E4C-5331-49A8-AE59-827844EBFD4A}"/>
                    </a:ext>
                  </a:extLst>
                </p:cNvPr>
                <p:cNvSpPr/>
                <p:nvPr/>
              </p:nvSpPr>
              <p:spPr>
                <a:xfrm>
                  <a:off x="6283166"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D934712-C204-4EFC-9D55-AE5BA4EC1CC0}"/>
                    </a:ext>
                  </a:extLst>
                </p:cNvPr>
                <p:cNvSpPr/>
                <p:nvPr/>
              </p:nvSpPr>
              <p:spPr>
                <a:xfrm>
                  <a:off x="6577774"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32" name="Graphic 14">
                <a:extLst>
                  <a:ext uri="{FF2B5EF4-FFF2-40B4-BE49-F238E27FC236}">
                    <a16:creationId xmlns:a16="http://schemas.microsoft.com/office/drawing/2014/main" id="{0C3244CA-C714-47D0-884B-FFC621DABB1F}"/>
                  </a:ext>
                </a:extLst>
              </p:cNvPr>
              <p:cNvGrpSpPr/>
              <p:nvPr/>
            </p:nvGrpSpPr>
            <p:grpSpPr>
              <a:xfrm>
                <a:off x="4810125" y="2455067"/>
                <a:ext cx="1811845" cy="44196"/>
                <a:chOff x="4810125" y="2455067"/>
                <a:chExt cx="1811845" cy="44196"/>
              </a:xfrm>
              <a:grpFill/>
            </p:grpSpPr>
            <p:sp>
              <p:nvSpPr>
                <p:cNvPr id="65" name="Freeform: Shape 64">
                  <a:extLst>
                    <a:ext uri="{FF2B5EF4-FFF2-40B4-BE49-F238E27FC236}">
                      <a16:creationId xmlns:a16="http://schemas.microsoft.com/office/drawing/2014/main" id="{BA9DE5C8-CB83-430B-B146-3A7F46E16E4D}"/>
                    </a:ext>
                  </a:extLst>
                </p:cNvPr>
                <p:cNvSpPr/>
                <p:nvPr/>
              </p:nvSpPr>
              <p:spPr>
                <a:xfrm>
                  <a:off x="4810125"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9ACD11B9-02F1-4130-8691-5C96E59623A1}"/>
                    </a:ext>
                  </a:extLst>
                </p:cNvPr>
                <p:cNvSpPr/>
                <p:nvPr/>
              </p:nvSpPr>
              <p:spPr>
                <a:xfrm>
                  <a:off x="5104733"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4DF44A03-94F5-492D-BB5F-59AFB07776FE}"/>
                    </a:ext>
                  </a:extLst>
                </p:cNvPr>
                <p:cNvSpPr/>
                <p:nvPr/>
              </p:nvSpPr>
              <p:spPr>
                <a:xfrm>
                  <a:off x="5988558"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787844E9-58C1-49AD-BDEE-AD60B6AB7BBE}"/>
                    </a:ext>
                  </a:extLst>
                </p:cNvPr>
                <p:cNvSpPr/>
                <p:nvPr/>
              </p:nvSpPr>
              <p:spPr>
                <a:xfrm>
                  <a:off x="5693949"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4F0F4EF8-9A39-4425-A8DF-2B3FC7EBD70C}"/>
                    </a:ext>
                  </a:extLst>
                </p:cNvPr>
                <p:cNvSpPr/>
                <p:nvPr/>
              </p:nvSpPr>
              <p:spPr>
                <a:xfrm>
                  <a:off x="5399341"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D72CA20-A468-448D-A1AD-758B3D2E6368}"/>
                    </a:ext>
                  </a:extLst>
                </p:cNvPr>
                <p:cNvSpPr/>
                <p:nvPr/>
              </p:nvSpPr>
              <p:spPr>
                <a:xfrm>
                  <a:off x="6283166"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AF31AEA4-4D13-4F07-BB92-4AA464F2E08F}"/>
                    </a:ext>
                  </a:extLst>
                </p:cNvPr>
                <p:cNvSpPr/>
                <p:nvPr/>
              </p:nvSpPr>
              <p:spPr>
                <a:xfrm>
                  <a:off x="6577774"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33" name="Graphic 14">
                <a:extLst>
                  <a:ext uri="{FF2B5EF4-FFF2-40B4-BE49-F238E27FC236}">
                    <a16:creationId xmlns:a16="http://schemas.microsoft.com/office/drawing/2014/main" id="{C5FEB373-1FA4-4192-940B-4276233E07ED}"/>
                  </a:ext>
                </a:extLst>
              </p:cNvPr>
              <p:cNvGrpSpPr/>
              <p:nvPr/>
            </p:nvGrpSpPr>
            <p:grpSpPr>
              <a:xfrm>
                <a:off x="4810125" y="2795586"/>
                <a:ext cx="1811845" cy="44195"/>
                <a:chOff x="4810125" y="2795586"/>
                <a:chExt cx="1811845" cy="44195"/>
              </a:xfrm>
              <a:grpFill/>
            </p:grpSpPr>
            <p:sp>
              <p:nvSpPr>
                <p:cNvPr id="58" name="Freeform: Shape 57">
                  <a:extLst>
                    <a:ext uri="{FF2B5EF4-FFF2-40B4-BE49-F238E27FC236}">
                      <a16:creationId xmlns:a16="http://schemas.microsoft.com/office/drawing/2014/main" id="{DF522CF8-AB25-4C86-B396-1C5B63BF8A42}"/>
                    </a:ext>
                  </a:extLst>
                </p:cNvPr>
                <p:cNvSpPr/>
                <p:nvPr/>
              </p:nvSpPr>
              <p:spPr>
                <a:xfrm>
                  <a:off x="4810125"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C698B5A-AD06-4A39-87BE-0EA1960D99C4}"/>
                    </a:ext>
                  </a:extLst>
                </p:cNvPr>
                <p:cNvSpPr/>
                <p:nvPr/>
              </p:nvSpPr>
              <p:spPr>
                <a:xfrm>
                  <a:off x="5104733"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9C5FB5ED-7389-42AB-A53C-D5B4380952CE}"/>
                    </a:ext>
                  </a:extLst>
                </p:cNvPr>
                <p:cNvSpPr/>
                <p:nvPr/>
              </p:nvSpPr>
              <p:spPr>
                <a:xfrm>
                  <a:off x="5988558"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D1556BB-80B6-4FA4-A1F3-661D64CAE83D}"/>
                    </a:ext>
                  </a:extLst>
                </p:cNvPr>
                <p:cNvSpPr/>
                <p:nvPr/>
              </p:nvSpPr>
              <p:spPr>
                <a:xfrm>
                  <a:off x="5693949"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C5DEC51-CC91-40C6-A1B3-B9CEF6975EE4}"/>
                    </a:ext>
                  </a:extLst>
                </p:cNvPr>
                <p:cNvSpPr/>
                <p:nvPr/>
              </p:nvSpPr>
              <p:spPr>
                <a:xfrm>
                  <a:off x="5399341"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6700527A-9033-45FA-B3B3-4E4A500A0D70}"/>
                    </a:ext>
                  </a:extLst>
                </p:cNvPr>
                <p:cNvSpPr/>
                <p:nvPr/>
              </p:nvSpPr>
              <p:spPr>
                <a:xfrm>
                  <a:off x="6283166"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628B3CF-1D45-4A1D-9CC7-2E3A58B5A97B}"/>
                    </a:ext>
                  </a:extLst>
                </p:cNvPr>
                <p:cNvSpPr/>
                <p:nvPr/>
              </p:nvSpPr>
              <p:spPr>
                <a:xfrm>
                  <a:off x="6577774"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34" name="Graphic 14">
                <a:extLst>
                  <a:ext uri="{FF2B5EF4-FFF2-40B4-BE49-F238E27FC236}">
                    <a16:creationId xmlns:a16="http://schemas.microsoft.com/office/drawing/2014/main" id="{5D171A8F-EC19-4D43-9E46-BC68E98A96DD}"/>
                  </a:ext>
                </a:extLst>
              </p:cNvPr>
              <p:cNvGrpSpPr/>
              <p:nvPr/>
            </p:nvGrpSpPr>
            <p:grpSpPr>
              <a:xfrm>
                <a:off x="4810125" y="3136010"/>
                <a:ext cx="1811845" cy="44195"/>
                <a:chOff x="4810125" y="3136010"/>
                <a:chExt cx="1811845" cy="44195"/>
              </a:xfrm>
              <a:grpFill/>
            </p:grpSpPr>
            <p:sp>
              <p:nvSpPr>
                <p:cNvPr id="51" name="Freeform: Shape 50">
                  <a:extLst>
                    <a:ext uri="{FF2B5EF4-FFF2-40B4-BE49-F238E27FC236}">
                      <a16:creationId xmlns:a16="http://schemas.microsoft.com/office/drawing/2014/main" id="{90116D92-FB01-436A-B2D3-C4B42ABC233B}"/>
                    </a:ext>
                  </a:extLst>
                </p:cNvPr>
                <p:cNvSpPr/>
                <p:nvPr/>
              </p:nvSpPr>
              <p:spPr>
                <a:xfrm>
                  <a:off x="4810125"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8C680BF-2455-49F7-A978-660A1566A5FE}"/>
                    </a:ext>
                  </a:extLst>
                </p:cNvPr>
                <p:cNvSpPr/>
                <p:nvPr/>
              </p:nvSpPr>
              <p:spPr>
                <a:xfrm>
                  <a:off x="5104733"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CD83D6D-7EAF-466B-AD35-6892BD2E6D4F}"/>
                    </a:ext>
                  </a:extLst>
                </p:cNvPr>
                <p:cNvSpPr/>
                <p:nvPr/>
              </p:nvSpPr>
              <p:spPr>
                <a:xfrm>
                  <a:off x="5988558"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5BAF7C1C-A8B0-49E2-AD30-16E0E33E6501}"/>
                    </a:ext>
                  </a:extLst>
                </p:cNvPr>
                <p:cNvSpPr/>
                <p:nvPr/>
              </p:nvSpPr>
              <p:spPr>
                <a:xfrm>
                  <a:off x="5693949"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BFD4C7A1-9C49-45A8-9C1F-691E010E5567}"/>
                    </a:ext>
                  </a:extLst>
                </p:cNvPr>
                <p:cNvSpPr/>
                <p:nvPr/>
              </p:nvSpPr>
              <p:spPr>
                <a:xfrm>
                  <a:off x="5399341"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92F4E2F-B88D-4812-ABB6-5FFC9FACD2CD}"/>
                    </a:ext>
                  </a:extLst>
                </p:cNvPr>
                <p:cNvSpPr/>
                <p:nvPr/>
              </p:nvSpPr>
              <p:spPr>
                <a:xfrm>
                  <a:off x="6283166"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EDCC6B9-4174-4D40-B7C2-19E8A60706F7}"/>
                    </a:ext>
                  </a:extLst>
                </p:cNvPr>
                <p:cNvSpPr/>
                <p:nvPr/>
              </p:nvSpPr>
              <p:spPr>
                <a:xfrm>
                  <a:off x="6577774"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35" name="Graphic 14">
                <a:extLst>
                  <a:ext uri="{FF2B5EF4-FFF2-40B4-BE49-F238E27FC236}">
                    <a16:creationId xmlns:a16="http://schemas.microsoft.com/office/drawing/2014/main" id="{53602D3B-CEF9-4990-8832-CD9D8E965858}"/>
                  </a:ext>
                </a:extLst>
              </p:cNvPr>
              <p:cNvGrpSpPr/>
              <p:nvPr/>
            </p:nvGrpSpPr>
            <p:grpSpPr>
              <a:xfrm>
                <a:off x="4810125" y="3476528"/>
                <a:ext cx="1811845" cy="44195"/>
                <a:chOff x="4810125" y="3476528"/>
                <a:chExt cx="1811845" cy="44195"/>
              </a:xfrm>
              <a:grpFill/>
            </p:grpSpPr>
            <p:sp>
              <p:nvSpPr>
                <p:cNvPr id="44" name="Freeform: Shape 43">
                  <a:extLst>
                    <a:ext uri="{FF2B5EF4-FFF2-40B4-BE49-F238E27FC236}">
                      <a16:creationId xmlns:a16="http://schemas.microsoft.com/office/drawing/2014/main" id="{7BA1AAAE-0A1F-4751-9368-41AE5F15C5AC}"/>
                    </a:ext>
                  </a:extLst>
                </p:cNvPr>
                <p:cNvSpPr/>
                <p:nvPr/>
              </p:nvSpPr>
              <p:spPr>
                <a:xfrm>
                  <a:off x="4810125"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E32A2B5-8C79-4556-A180-52674149F2BE}"/>
                    </a:ext>
                  </a:extLst>
                </p:cNvPr>
                <p:cNvSpPr/>
                <p:nvPr/>
              </p:nvSpPr>
              <p:spPr>
                <a:xfrm>
                  <a:off x="5104733"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46D2ABC-A538-4BC9-8F97-4EDE4D08DDC8}"/>
                    </a:ext>
                  </a:extLst>
                </p:cNvPr>
                <p:cNvSpPr/>
                <p:nvPr/>
              </p:nvSpPr>
              <p:spPr>
                <a:xfrm>
                  <a:off x="5988558"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E620F9F-AC77-42C1-A46A-4051D54A894A}"/>
                    </a:ext>
                  </a:extLst>
                </p:cNvPr>
                <p:cNvSpPr/>
                <p:nvPr/>
              </p:nvSpPr>
              <p:spPr>
                <a:xfrm>
                  <a:off x="5693949"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09BEDCA7-657D-45BE-8F79-8F3D525834FE}"/>
                    </a:ext>
                  </a:extLst>
                </p:cNvPr>
                <p:cNvSpPr/>
                <p:nvPr/>
              </p:nvSpPr>
              <p:spPr>
                <a:xfrm>
                  <a:off x="5399341"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161A587-7765-4766-8BC8-3AA5BE19EECE}"/>
                    </a:ext>
                  </a:extLst>
                </p:cNvPr>
                <p:cNvSpPr/>
                <p:nvPr/>
              </p:nvSpPr>
              <p:spPr>
                <a:xfrm>
                  <a:off x="6283166"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F705DFF-01F7-4AF6-B176-C04579BD041E}"/>
                    </a:ext>
                  </a:extLst>
                </p:cNvPr>
                <p:cNvSpPr/>
                <p:nvPr/>
              </p:nvSpPr>
              <p:spPr>
                <a:xfrm>
                  <a:off x="6577774"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nvGrpSpPr>
              <p:cNvPr id="36" name="Graphic 14">
                <a:extLst>
                  <a:ext uri="{FF2B5EF4-FFF2-40B4-BE49-F238E27FC236}">
                    <a16:creationId xmlns:a16="http://schemas.microsoft.com/office/drawing/2014/main" id="{E11E895E-0DB0-4689-9EF3-8FEABFD187CD}"/>
                  </a:ext>
                </a:extLst>
              </p:cNvPr>
              <p:cNvGrpSpPr/>
              <p:nvPr/>
            </p:nvGrpSpPr>
            <p:grpSpPr>
              <a:xfrm>
                <a:off x="4810125" y="3817047"/>
                <a:ext cx="1811845" cy="44195"/>
                <a:chOff x="4810125" y="3817047"/>
                <a:chExt cx="1811845" cy="44195"/>
              </a:xfrm>
              <a:grpFill/>
            </p:grpSpPr>
            <p:sp>
              <p:nvSpPr>
                <p:cNvPr id="37" name="Freeform: Shape 36">
                  <a:extLst>
                    <a:ext uri="{FF2B5EF4-FFF2-40B4-BE49-F238E27FC236}">
                      <a16:creationId xmlns:a16="http://schemas.microsoft.com/office/drawing/2014/main" id="{8D0FF613-A03E-4E25-A38C-A7B5AE1600FF}"/>
                    </a:ext>
                  </a:extLst>
                </p:cNvPr>
                <p:cNvSpPr/>
                <p:nvPr/>
              </p:nvSpPr>
              <p:spPr>
                <a:xfrm>
                  <a:off x="4810125"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4506081-F6E8-49E2-9E90-C672B770377B}"/>
                    </a:ext>
                  </a:extLst>
                </p:cNvPr>
                <p:cNvSpPr/>
                <p:nvPr/>
              </p:nvSpPr>
              <p:spPr>
                <a:xfrm>
                  <a:off x="5104733"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50D240B-03A8-4B4C-8DE4-0AFFAC994163}"/>
                    </a:ext>
                  </a:extLst>
                </p:cNvPr>
                <p:cNvSpPr/>
                <p:nvPr/>
              </p:nvSpPr>
              <p:spPr>
                <a:xfrm>
                  <a:off x="5988558"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B0C8AE6-A1CE-4F7F-B6FE-86AA77D615B1}"/>
                    </a:ext>
                  </a:extLst>
                </p:cNvPr>
                <p:cNvSpPr/>
                <p:nvPr/>
              </p:nvSpPr>
              <p:spPr>
                <a:xfrm>
                  <a:off x="5693949"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860FBB1-5016-4335-88D7-EB7F28503869}"/>
                    </a:ext>
                  </a:extLst>
                </p:cNvPr>
                <p:cNvSpPr/>
                <p:nvPr/>
              </p:nvSpPr>
              <p:spPr>
                <a:xfrm>
                  <a:off x="5399341"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B47649E2-A0BE-4785-8B9A-F3E609F38DD2}"/>
                    </a:ext>
                  </a:extLst>
                </p:cNvPr>
                <p:cNvSpPr/>
                <p:nvPr/>
              </p:nvSpPr>
              <p:spPr>
                <a:xfrm>
                  <a:off x="6283166"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2B18CF8-A3BE-4689-A4CA-C3544A0B809F}"/>
                    </a:ext>
                  </a:extLst>
                </p:cNvPr>
                <p:cNvSpPr/>
                <p:nvPr/>
              </p:nvSpPr>
              <p:spPr>
                <a:xfrm>
                  <a:off x="6577774"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gr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128" name="Footer Placeholder 2">
            <a:extLst>
              <a:ext uri="{FF2B5EF4-FFF2-40B4-BE49-F238E27FC236}">
                <a16:creationId xmlns:a16="http://schemas.microsoft.com/office/drawing/2014/main" id="{E16D81FF-567B-445D-BE6E-FDF613C299B7}"/>
              </a:ext>
            </a:extLst>
          </p:cNvPr>
          <p:cNvSpPr>
            <a:spLocks noGrp="1"/>
          </p:cNvSpPr>
          <p:nvPr>
            <p:ph type="ftr" sz="quarter" idx="10"/>
          </p:nvPr>
        </p:nvSpPr>
        <p:spPr>
          <a:xfrm>
            <a:off x="1066800" y="6477000"/>
            <a:ext cx="1295400" cy="381000"/>
          </a:xfrm>
        </p:spPr>
        <p:txBody>
          <a:bodyPr/>
          <a:lstStyle>
            <a:lvl1pPr>
              <a:defRPr>
                <a:solidFill>
                  <a:schemeClr val="accent3">
                    <a:lumMod val="60000"/>
                    <a:lumOff val="40000"/>
                  </a:schemeClr>
                </a:solidFill>
              </a:defRPr>
            </a:lvl1pPr>
          </a:lstStyle>
          <a:p>
            <a:r>
              <a:rPr lang="en-US"/>
              <a:t>Brown and Caldwell  |  Health and Safety</a:t>
            </a:r>
          </a:p>
        </p:txBody>
      </p:sp>
    </p:spTree>
    <p:extLst>
      <p:ext uri="{BB962C8B-B14F-4D97-AF65-F5344CB8AC3E}">
        <p14:creationId xmlns:p14="http://schemas.microsoft.com/office/powerpoint/2010/main" val="23265325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127" name="Rectangle 44">
            <a:extLst>
              <a:ext uri="{FF2B5EF4-FFF2-40B4-BE49-F238E27FC236}">
                <a16:creationId xmlns:a16="http://schemas.microsoft.com/office/drawing/2014/main" id="{C859B6F3-46EA-4AFF-89C8-68919658BD6B}"/>
              </a:ext>
            </a:extLst>
          </p:cNvPr>
          <p:cNvSpPr/>
          <p:nvPr userDrawn="1"/>
        </p:nvSpPr>
        <p:spPr>
          <a:xfrm rot="16200000" flipH="1">
            <a:off x="2667000" y="-2667000"/>
            <a:ext cx="6858000" cy="12192000"/>
          </a:xfrm>
          <a:prstGeom prst="rect">
            <a:avLst/>
          </a:prstGeom>
          <a:gradFill flip="none" rotWithShape="1">
            <a:gsLst>
              <a:gs pos="0">
                <a:schemeClr val="accent6"/>
              </a:gs>
              <a:gs pos="9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128" name="Straight Connector 127">
            <a:extLst>
              <a:ext uri="{FF2B5EF4-FFF2-40B4-BE49-F238E27FC236}">
                <a16:creationId xmlns:a16="http://schemas.microsoft.com/office/drawing/2014/main" id="{5F4D1DC1-E1BC-45CE-A937-882882886508}"/>
              </a:ext>
            </a:extLst>
          </p:cNvPr>
          <p:cNvCxnSpPr>
            <a:cxnSpLocks/>
          </p:cNvCxnSpPr>
          <p:nvPr userDrawn="1"/>
        </p:nvCxnSpPr>
        <p:spPr bwMode="auto">
          <a:xfrm>
            <a:off x="1066800" y="2819400"/>
            <a:ext cx="762000" cy="0"/>
          </a:xfrm>
          <a:prstGeom prst="line">
            <a:avLst/>
          </a:prstGeom>
          <a:noFill/>
          <a:ln w="38100" cap="flat" cmpd="sng" algn="ctr">
            <a:solidFill>
              <a:srgbClr val="EF4123"/>
            </a:solidFill>
            <a:prstDash val="solid"/>
            <a:round/>
            <a:headEnd type="none" w="med" len="med"/>
            <a:tailEnd type="none" w="med" len="med"/>
          </a:ln>
          <a:effectLst/>
        </p:spPr>
      </p:cxnSp>
      <p:grpSp>
        <p:nvGrpSpPr>
          <p:cNvPr id="129" name="Group 128">
            <a:extLst>
              <a:ext uri="{FF2B5EF4-FFF2-40B4-BE49-F238E27FC236}">
                <a16:creationId xmlns:a16="http://schemas.microsoft.com/office/drawing/2014/main" id="{B71E25A6-0DA1-4F2C-85D6-EA00AC7F3921}"/>
              </a:ext>
            </a:extLst>
          </p:cNvPr>
          <p:cNvGrpSpPr/>
          <p:nvPr userDrawn="1"/>
        </p:nvGrpSpPr>
        <p:grpSpPr>
          <a:xfrm>
            <a:off x="4800600" y="11947"/>
            <a:ext cx="6707148" cy="357947"/>
            <a:chOff x="8781042" y="774199"/>
            <a:chExt cx="7542679" cy="543542"/>
          </a:xfrm>
        </p:grpSpPr>
        <p:sp>
          <p:nvSpPr>
            <p:cNvPr id="130" name="object 39">
              <a:extLst>
                <a:ext uri="{FF2B5EF4-FFF2-40B4-BE49-F238E27FC236}">
                  <a16:creationId xmlns:a16="http://schemas.microsoft.com/office/drawing/2014/main" id="{85BE59EF-3352-420A-8BED-411994D155F4}"/>
                </a:ext>
              </a:extLst>
            </p:cNvPr>
            <p:cNvSpPr/>
            <p:nvPr/>
          </p:nvSpPr>
          <p:spPr>
            <a:xfrm>
              <a:off x="8781042"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1" name="object 40">
              <a:extLst>
                <a:ext uri="{FF2B5EF4-FFF2-40B4-BE49-F238E27FC236}">
                  <a16:creationId xmlns:a16="http://schemas.microsoft.com/office/drawing/2014/main" id="{3CFF5758-4F9E-420F-BA05-93F92BF8860B}"/>
                </a:ext>
              </a:extLst>
            </p:cNvPr>
            <p:cNvSpPr/>
            <p:nvPr/>
          </p:nvSpPr>
          <p:spPr>
            <a:xfrm>
              <a:off x="8953148"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2" name="object 41">
              <a:extLst>
                <a:ext uri="{FF2B5EF4-FFF2-40B4-BE49-F238E27FC236}">
                  <a16:creationId xmlns:a16="http://schemas.microsoft.com/office/drawing/2014/main" id="{8871E6FB-7190-46F2-98C6-E87D109D8E44}"/>
                </a:ext>
              </a:extLst>
            </p:cNvPr>
            <p:cNvSpPr/>
            <p:nvPr/>
          </p:nvSpPr>
          <p:spPr>
            <a:xfrm>
              <a:off x="9125273"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3" name="object 42">
              <a:extLst>
                <a:ext uri="{FF2B5EF4-FFF2-40B4-BE49-F238E27FC236}">
                  <a16:creationId xmlns:a16="http://schemas.microsoft.com/office/drawing/2014/main" id="{D4469327-301D-4190-9928-DD15C7B77A90}"/>
                </a:ext>
              </a:extLst>
            </p:cNvPr>
            <p:cNvSpPr/>
            <p:nvPr/>
          </p:nvSpPr>
          <p:spPr>
            <a:xfrm>
              <a:off x="9297358"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4" name="object 43">
              <a:extLst>
                <a:ext uri="{FF2B5EF4-FFF2-40B4-BE49-F238E27FC236}">
                  <a16:creationId xmlns:a16="http://schemas.microsoft.com/office/drawing/2014/main" id="{6AB51089-F8F0-4DC6-9DF9-F71789B48F2F}"/>
                </a:ext>
              </a:extLst>
            </p:cNvPr>
            <p:cNvSpPr/>
            <p:nvPr/>
          </p:nvSpPr>
          <p:spPr>
            <a:xfrm>
              <a:off x="946944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5" name="object 44">
              <a:extLst>
                <a:ext uri="{FF2B5EF4-FFF2-40B4-BE49-F238E27FC236}">
                  <a16:creationId xmlns:a16="http://schemas.microsoft.com/office/drawing/2014/main" id="{77E0C0F4-3775-47A0-B292-0D13B1873D79}"/>
                </a:ext>
              </a:extLst>
            </p:cNvPr>
            <p:cNvSpPr/>
            <p:nvPr/>
          </p:nvSpPr>
          <p:spPr>
            <a:xfrm>
              <a:off x="9641529"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6" name="object 45">
              <a:extLst>
                <a:ext uri="{FF2B5EF4-FFF2-40B4-BE49-F238E27FC236}">
                  <a16:creationId xmlns:a16="http://schemas.microsoft.com/office/drawing/2014/main" id="{52FAFD78-41D8-4C4A-9049-71018199F5D9}"/>
                </a:ext>
              </a:extLst>
            </p:cNvPr>
            <p:cNvSpPr/>
            <p:nvPr/>
          </p:nvSpPr>
          <p:spPr>
            <a:xfrm>
              <a:off x="9813667" y="774199"/>
              <a:ext cx="314511" cy="543539"/>
            </a:xfrm>
            <a:custGeom>
              <a:avLst/>
              <a:gdLst/>
              <a:ahLst/>
              <a:cxnLst/>
              <a:rect l="l" t="t" r="r" b="b"/>
              <a:pathLst>
                <a:path w="123825" h="213994">
                  <a:moveTo>
                    <a:pt x="0" y="213741"/>
                  </a:moveTo>
                  <a:lnTo>
                    <a:pt x="123405" y="0"/>
                  </a:lnTo>
                </a:path>
              </a:pathLst>
            </a:custGeom>
            <a:ln w="11620">
              <a:solidFill>
                <a:schemeClr val="accent6"/>
              </a:solidFill>
            </a:ln>
          </p:spPr>
          <p:txBody>
            <a:bodyPr wrap="square" lIns="0" tIns="0" rIns="0" bIns="0" rtlCol="0"/>
            <a:lstStyle/>
            <a:p>
              <a:endParaRPr/>
            </a:p>
          </p:txBody>
        </p:sp>
        <p:sp>
          <p:nvSpPr>
            <p:cNvPr id="137" name="object 46">
              <a:extLst>
                <a:ext uri="{FF2B5EF4-FFF2-40B4-BE49-F238E27FC236}">
                  <a16:creationId xmlns:a16="http://schemas.microsoft.com/office/drawing/2014/main" id="{D64FC7ED-A287-4164-8CBF-5F6691EC3678}"/>
                </a:ext>
              </a:extLst>
            </p:cNvPr>
            <p:cNvSpPr/>
            <p:nvPr/>
          </p:nvSpPr>
          <p:spPr>
            <a:xfrm>
              <a:off x="9985740"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8" name="object 47">
              <a:extLst>
                <a:ext uri="{FF2B5EF4-FFF2-40B4-BE49-F238E27FC236}">
                  <a16:creationId xmlns:a16="http://schemas.microsoft.com/office/drawing/2014/main" id="{6F501321-0BF1-4A51-B24D-BB77F0787FF8}"/>
                </a:ext>
              </a:extLst>
            </p:cNvPr>
            <p:cNvSpPr/>
            <p:nvPr/>
          </p:nvSpPr>
          <p:spPr>
            <a:xfrm>
              <a:off x="10157827"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39" name="object 48">
              <a:extLst>
                <a:ext uri="{FF2B5EF4-FFF2-40B4-BE49-F238E27FC236}">
                  <a16:creationId xmlns:a16="http://schemas.microsoft.com/office/drawing/2014/main" id="{19038CFE-4FCA-4B98-BBB3-D28C83E1BF8B}"/>
                </a:ext>
              </a:extLst>
            </p:cNvPr>
            <p:cNvSpPr/>
            <p:nvPr/>
          </p:nvSpPr>
          <p:spPr>
            <a:xfrm>
              <a:off x="10329951"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0" name="object 49">
              <a:extLst>
                <a:ext uri="{FF2B5EF4-FFF2-40B4-BE49-F238E27FC236}">
                  <a16:creationId xmlns:a16="http://schemas.microsoft.com/office/drawing/2014/main" id="{4720D4A2-06A2-49DA-9241-A7E302997FEF}"/>
                </a:ext>
              </a:extLst>
            </p:cNvPr>
            <p:cNvSpPr/>
            <p:nvPr/>
          </p:nvSpPr>
          <p:spPr>
            <a:xfrm>
              <a:off x="10502069" y="774202"/>
              <a:ext cx="314511" cy="543539"/>
            </a:xfrm>
            <a:custGeom>
              <a:avLst/>
              <a:gdLst/>
              <a:ahLst/>
              <a:cxnLst/>
              <a:rect l="l" t="t" r="r" b="b"/>
              <a:pathLst>
                <a:path w="123825" h="213994">
                  <a:moveTo>
                    <a:pt x="0" y="213741"/>
                  </a:moveTo>
                  <a:lnTo>
                    <a:pt x="123403" y="0"/>
                  </a:lnTo>
                </a:path>
              </a:pathLst>
            </a:custGeom>
            <a:ln w="11620">
              <a:solidFill>
                <a:schemeClr val="accent6"/>
              </a:solidFill>
            </a:ln>
          </p:spPr>
          <p:txBody>
            <a:bodyPr wrap="square" lIns="0" tIns="0" rIns="0" bIns="0" rtlCol="0"/>
            <a:lstStyle/>
            <a:p>
              <a:endParaRPr/>
            </a:p>
          </p:txBody>
        </p:sp>
        <p:sp>
          <p:nvSpPr>
            <p:cNvPr id="141" name="object 50">
              <a:extLst>
                <a:ext uri="{FF2B5EF4-FFF2-40B4-BE49-F238E27FC236}">
                  <a16:creationId xmlns:a16="http://schemas.microsoft.com/office/drawing/2014/main" id="{431806C1-804C-4DB8-AF10-B010C967290B}"/>
                </a:ext>
              </a:extLst>
            </p:cNvPr>
            <p:cNvSpPr/>
            <p:nvPr/>
          </p:nvSpPr>
          <p:spPr>
            <a:xfrm>
              <a:off x="1067412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2" name="object 51">
              <a:extLst>
                <a:ext uri="{FF2B5EF4-FFF2-40B4-BE49-F238E27FC236}">
                  <a16:creationId xmlns:a16="http://schemas.microsoft.com/office/drawing/2014/main" id="{1B475DAC-BC3C-4316-8CDC-D0AE2F973115}"/>
                </a:ext>
              </a:extLst>
            </p:cNvPr>
            <p:cNvSpPr/>
            <p:nvPr/>
          </p:nvSpPr>
          <p:spPr>
            <a:xfrm>
              <a:off x="10846211"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3" name="object 52">
              <a:extLst>
                <a:ext uri="{FF2B5EF4-FFF2-40B4-BE49-F238E27FC236}">
                  <a16:creationId xmlns:a16="http://schemas.microsoft.com/office/drawing/2014/main" id="{A2F54F27-A507-4B27-8E34-5AE973ECB641}"/>
                </a:ext>
              </a:extLst>
            </p:cNvPr>
            <p:cNvSpPr/>
            <p:nvPr/>
          </p:nvSpPr>
          <p:spPr>
            <a:xfrm>
              <a:off x="11018337"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4" name="object 53">
              <a:extLst>
                <a:ext uri="{FF2B5EF4-FFF2-40B4-BE49-F238E27FC236}">
                  <a16:creationId xmlns:a16="http://schemas.microsoft.com/office/drawing/2014/main" id="{D918AEA4-AEAE-4C3C-A365-E26E8AB5E936}"/>
                </a:ext>
              </a:extLst>
            </p:cNvPr>
            <p:cNvSpPr/>
            <p:nvPr/>
          </p:nvSpPr>
          <p:spPr>
            <a:xfrm>
              <a:off x="11190440"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5" name="object 54">
              <a:extLst>
                <a:ext uri="{FF2B5EF4-FFF2-40B4-BE49-F238E27FC236}">
                  <a16:creationId xmlns:a16="http://schemas.microsoft.com/office/drawing/2014/main" id="{610C93B9-9B02-418A-9A05-B429D2A67C05}"/>
                </a:ext>
              </a:extLst>
            </p:cNvPr>
            <p:cNvSpPr/>
            <p:nvPr/>
          </p:nvSpPr>
          <p:spPr>
            <a:xfrm>
              <a:off x="11362525"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6" name="object 55">
              <a:extLst>
                <a:ext uri="{FF2B5EF4-FFF2-40B4-BE49-F238E27FC236}">
                  <a16:creationId xmlns:a16="http://schemas.microsoft.com/office/drawing/2014/main" id="{C07CA1BE-4F1D-4ACD-9DC2-3758BD1ECC48}"/>
                </a:ext>
              </a:extLst>
            </p:cNvPr>
            <p:cNvSpPr/>
            <p:nvPr/>
          </p:nvSpPr>
          <p:spPr>
            <a:xfrm>
              <a:off x="11534633"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7" name="object 56">
              <a:extLst>
                <a:ext uri="{FF2B5EF4-FFF2-40B4-BE49-F238E27FC236}">
                  <a16:creationId xmlns:a16="http://schemas.microsoft.com/office/drawing/2014/main" id="{39E4CAE9-5894-4F41-A585-5A5561946BBB}"/>
                </a:ext>
              </a:extLst>
            </p:cNvPr>
            <p:cNvSpPr/>
            <p:nvPr/>
          </p:nvSpPr>
          <p:spPr>
            <a:xfrm>
              <a:off x="1170671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48" name="object 57">
              <a:extLst>
                <a:ext uri="{FF2B5EF4-FFF2-40B4-BE49-F238E27FC236}">
                  <a16:creationId xmlns:a16="http://schemas.microsoft.com/office/drawing/2014/main" id="{DB008D47-1212-4C40-8D00-6BAE18DAA352}"/>
                </a:ext>
              </a:extLst>
            </p:cNvPr>
            <p:cNvSpPr/>
            <p:nvPr/>
          </p:nvSpPr>
          <p:spPr>
            <a:xfrm>
              <a:off x="11878839" y="774199"/>
              <a:ext cx="314511" cy="543539"/>
            </a:xfrm>
            <a:custGeom>
              <a:avLst/>
              <a:gdLst/>
              <a:ahLst/>
              <a:cxnLst/>
              <a:rect l="l" t="t" r="r" b="b"/>
              <a:pathLst>
                <a:path w="123825" h="213994">
                  <a:moveTo>
                    <a:pt x="0" y="213741"/>
                  </a:moveTo>
                  <a:lnTo>
                    <a:pt x="123405" y="0"/>
                  </a:lnTo>
                </a:path>
              </a:pathLst>
            </a:custGeom>
            <a:ln w="11620">
              <a:solidFill>
                <a:schemeClr val="accent6"/>
              </a:solidFill>
            </a:ln>
          </p:spPr>
          <p:txBody>
            <a:bodyPr wrap="square" lIns="0" tIns="0" rIns="0" bIns="0" rtlCol="0"/>
            <a:lstStyle/>
            <a:p>
              <a:endParaRPr/>
            </a:p>
          </p:txBody>
        </p:sp>
        <p:sp>
          <p:nvSpPr>
            <p:cNvPr id="149" name="object 58">
              <a:extLst>
                <a:ext uri="{FF2B5EF4-FFF2-40B4-BE49-F238E27FC236}">
                  <a16:creationId xmlns:a16="http://schemas.microsoft.com/office/drawing/2014/main" id="{213F880B-0403-4148-B05D-AEC50A82F411}"/>
                </a:ext>
              </a:extLst>
            </p:cNvPr>
            <p:cNvSpPr/>
            <p:nvPr/>
          </p:nvSpPr>
          <p:spPr>
            <a:xfrm>
              <a:off x="12050911"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0" name="object 59">
              <a:extLst>
                <a:ext uri="{FF2B5EF4-FFF2-40B4-BE49-F238E27FC236}">
                  <a16:creationId xmlns:a16="http://schemas.microsoft.com/office/drawing/2014/main" id="{B0B438DB-0F84-4F64-A884-68AC01FD5FC5}"/>
                </a:ext>
              </a:extLst>
            </p:cNvPr>
            <p:cNvSpPr/>
            <p:nvPr/>
          </p:nvSpPr>
          <p:spPr>
            <a:xfrm>
              <a:off x="12223014"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1" name="object 60">
              <a:extLst>
                <a:ext uri="{FF2B5EF4-FFF2-40B4-BE49-F238E27FC236}">
                  <a16:creationId xmlns:a16="http://schemas.microsoft.com/office/drawing/2014/main" id="{A675456A-BCC6-4E99-AF07-FA8037A0DE25}"/>
                </a:ext>
              </a:extLst>
            </p:cNvPr>
            <p:cNvSpPr/>
            <p:nvPr/>
          </p:nvSpPr>
          <p:spPr>
            <a:xfrm>
              <a:off x="12395102"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2" name="object 61">
              <a:extLst>
                <a:ext uri="{FF2B5EF4-FFF2-40B4-BE49-F238E27FC236}">
                  <a16:creationId xmlns:a16="http://schemas.microsoft.com/office/drawing/2014/main" id="{B1DE847F-3052-4AE1-BB07-9057C3EF22A6}"/>
                </a:ext>
              </a:extLst>
            </p:cNvPr>
            <p:cNvSpPr/>
            <p:nvPr/>
          </p:nvSpPr>
          <p:spPr>
            <a:xfrm>
              <a:off x="12567207"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3" name="object 62">
              <a:extLst>
                <a:ext uri="{FF2B5EF4-FFF2-40B4-BE49-F238E27FC236}">
                  <a16:creationId xmlns:a16="http://schemas.microsoft.com/office/drawing/2014/main" id="{32D90166-26F2-405D-9F0D-DEDA36E27572}"/>
                </a:ext>
              </a:extLst>
            </p:cNvPr>
            <p:cNvSpPr/>
            <p:nvPr/>
          </p:nvSpPr>
          <p:spPr>
            <a:xfrm>
              <a:off x="12739292"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4" name="object 63">
              <a:extLst>
                <a:ext uri="{FF2B5EF4-FFF2-40B4-BE49-F238E27FC236}">
                  <a16:creationId xmlns:a16="http://schemas.microsoft.com/office/drawing/2014/main" id="{066961F5-286A-4293-8065-E9648A1D17C0}"/>
                </a:ext>
              </a:extLst>
            </p:cNvPr>
            <p:cNvSpPr/>
            <p:nvPr/>
          </p:nvSpPr>
          <p:spPr>
            <a:xfrm>
              <a:off x="12911400"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5" name="object 64">
              <a:extLst>
                <a:ext uri="{FF2B5EF4-FFF2-40B4-BE49-F238E27FC236}">
                  <a16:creationId xmlns:a16="http://schemas.microsoft.com/office/drawing/2014/main" id="{05B74782-D745-46CC-89C6-23FF23D61AE9}"/>
                </a:ext>
              </a:extLst>
            </p:cNvPr>
            <p:cNvSpPr/>
            <p:nvPr/>
          </p:nvSpPr>
          <p:spPr>
            <a:xfrm>
              <a:off x="1308348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6" name="object 65">
              <a:extLst>
                <a:ext uri="{FF2B5EF4-FFF2-40B4-BE49-F238E27FC236}">
                  <a16:creationId xmlns:a16="http://schemas.microsoft.com/office/drawing/2014/main" id="{B9869CF0-5144-4A6E-8886-05EF01CE20D5}"/>
                </a:ext>
              </a:extLst>
            </p:cNvPr>
            <p:cNvSpPr/>
            <p:nvPr/>
          </p:nvSpPr>
          <p:spPr>
            <a:xfrm>
              <a:off x="13255639" y="774202"/>
              <a:ext cx="314511" cy="543539"/>
            </a:xfrm>
            <a:custGeom>
              <a:avLst/>
              <a:gdLst/>
              <a:ahLst/>
              <a:cxnLst/>
              <a:rect l="l" t="t" r="r" b="b"/>
              <a:pathLst>
                <a:path w="123825" h="213994">
                  <a:moveTo>
                    <a:pt x="0" y="213741"/>
                  </a:moveTo>
                  <a:lnTo>
                    <a:pt x="123403" y="0"/>
                  </a:lnTo>
                </a:path>
              </a:pathLst>
            </a:custGeom>
            <a:ln w="11620">
              <a:solidFill>
                <a:schemeClr val="accent6"/>
              </a:solidFill>
            </a:ln>
          </p:spPr>
          <p:txBody>
            <a:bodyPr wrap="square" lIns="0" tIns="0" rIns="0" bIns="0" rtlCol="0"/>
            <a:lstStyle/>
            <a:p>
              <a:endParaRPr/>
            </a:p>
          </p:txBody>
        </p:sp>
        <p:sp>
          <p:nvSpPr>
            <p:cNvPr id="157" name="object 66">
              <a:extLst>
                <a:ext uri="{FF2B5EF4-FFF2-40B4-BE49-F238E27FC236}">
                  <a16:creationId xmlns:a16="http://schemas.microsoft.com/office/drawing/2014/main" id="{ABB73A56-CB05-40A7-967A-8409853246B7}"/>
                </a:ext>
              </a:extLst>
            </p:cNvPr>
            <p:cNvSpPr/>
            <p:nvPr/>
          </p:nvSpPr>
          <p:spPr>
            <a:xfrm>
              <a:off x="1342769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8" name="object 67">
              <a:extLst>
                <a:ext uri="{FF2B5EF4-FFF2-40B4-BE49-F238E27FC236}">
                  <a16:creationId xmlns:a16="http://schemas.microsoft.com/office/drawing/2014/main" id="{62231558-F5F4-4F89-8B74-3AB056504C74}"/>
                </a:ext>
              </a:extLst>
            </p:cNvPr>
            <p:cNvSpPr/>
            <p:nvPr/>
          </p:nvSpPr>
          <p:spPr>
            <a:xfrm>
              <a:off x="13599782"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59" name="object 68">
              <a:extLst>
                <a:ext uri="{FF2B5EF4-FFF2-40B4-BE49-F238E27FC236}">
                  <a16:creationId xmlns:a16="http://schemas.microsoft.com/office/drawing/2014/main" id="{F5EE513B-2169-4F6C-B7F9-2F1254D0922A}"/>
                </a:ext>
              </a:extLst>
            </p:cNvPr>
            <p:cNvSpPr/>
            <p:nvPr/>
          </p:nvSpPr>
          <p:spPr>
            <a:xfrm>
              <a:off x="13771887"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0" name="object 69">
              <a:extLst>
                <a:ext uri="{FF2B5EF4-FFF2-40B4-BE49-F238E27FC236}">
                  <a16:creationId xmlns:a16="http://schemas.microsoft.com/office/drawing/2014/main" id="{4BE74BB2-B19C-4A61-9789-8D8DE1EF1D15}"/>
                </a:ext>
              </a:extLst>
            </p:cNvPr>
            <p:cNvSpPr/>
            <p:nvPr/>
          </p:nvSpPr>
          <p:spPr>
            <a:xfrm>
              <a:off x="13943990"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1" name="object 70">
              <a:extLst>
                <a:ext uri="{FF2B5EF4-FFF2-40B4-BE49-F238E27FC236}">
                  <a16:creationId xmlns:a16="http://schemas.microsoft.com/office/drawing/2014/main" id="{BCDB676C-39CF-45E7-8B5F-88704903DF6E}"/>
                </a:ext>
              </a:extLst>
            </p:cNvPr>
            <p:cNvSpPr/>
            <p:nvPr/>
          </p:nvSpPr>
          <p:spPr>
            <a:xfrm>
              <a:off x="14116078"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2" name="object 71">
              <a:extLst>
                <a:ext uri="{FF2B5EF4-FFF2-40B4-BE49-F238E27FC236}">
                  <a16:creationId xmlns:a16="http://schemas.microsoft.com/office/drawing/2014/main" id="{5245D424-9BE6-4FD2-9063-620A84CE557E}"/>
                </a:ext>
              </a:extLst>
            </p:cNvPr>
            <p:cNvSpPr/>
            <p:nvPr/>
          </p:nvSpPr>
          <p:spPr>
            <a:xfrm>
              <a:off x="14288165"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3" name="object 72">
              <a:extLst>
                <a:ext uri="{FF2B5EF4-FFF2-40B4-BE49-F238E27FC236}">
                  <a16:creationId xmlns:a16="http://schemas.microsoft.com/office/drawing/2014/main" id="{7B4AE4AC-C995-4E0D-A190-76774EB3C467}"/>
                </a:ext>
              </a:extLst>
            </p:cNvPr>
            <p:cNvSpPr/>
            <p:nvPr/>
          </p:nvSpPr>
          <p:spPr>
            <a:xfrm>
              <a:off x="14460289"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4" name="object 73">
              <a:extLst>
                <a:ext uri="{FF2B5EF4-FFF2-40B4-BE49-F238E27FC236}">
                  <a16:creationId xmlns:a16="http://schemas.microsoft.com/office/drawing/2014/main" id="{8BC45ECD-71DA-4AE8-BCD9-3FAE6B97A921}"/>
                </a:ext>
              </a:extLst>
            </p:cNvPr>
            <p:cNvSpPr/>
            <p:nvPr/>
          </p:nvSpPr>
          <p:spPr>
            <a:xfrm>
              <a:off x="14632392" y="774199"/>
              <a:ext cx="314511" cy="543539"/>
            </a:xfrm>
            <a:custGeom>
              <a:avLst/>
              <a:gdLst/>
              <a:ahLst/>
              <a:cxnLst/>
              <a:rect l="l" t="t" r="r" b="b"/>
              <a:pathLst>
                <a:path w="123825" h="213994">
                  <a:moveTo>
                    <a:pt x="0" y="213741"/>
                  </a:moveTo>
                  <a:lnTo>
                    <a:pt x="123405" y="0"/>
                  </a:lnTo>
                </a:path>
              </a:pathLst>
            </a:custGeom>
            <a:ln w="11620">
              <a:solidFill>
                <a:schemeClr val="accent6"/>
              </a:solidFill>
            </a:ln>
          </p:spPr>
          <p:txBody>
            <a:bodyPr wrap="square" lIns="0" tIns="0" rIns="0" bIns="0" rtlCol="0"/>
            <a:lstStyle/>
            <a:p>
              <a:endParaRPr/>
            </a:p>
          </p:txBody>
        </p:sp>
        <p:sp>
          <p:nvSpPr>
            <p:cNvPr id="165" name="object 74">
              <a:extLst>
                <a:ext uri="{FF2B5EF4-FFF2-40B4-BE49-F238E27FC236}">
                  <a16:creationId xmlns:a16="http://schemas.microsoft.com/office/drawing/2014/main" id="{C7A2A7E2-5E05-4045-AA06-D011E62AF6A6}"/>
                </a:ext>
              </a:extLst>
            </p:cNvPr>
            <p:cNvSpPr/>
            <p:nvPr/>
          </p:nvSpPr>
          <p:spPr>
            <a:xfrm>
              <a:off x="14804464"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6" name="object 75">
              <a:extLst>
                <a:ext uri="{FF2B5EF4-FFF2-40B4-BE49-F238E27FC236}">
                  <a16:creationId xmlns:a16="http://schemas.microsoft.com/office/drawing/2014/main" id="{7160BFE6-D0CB-48EF-ADCF-01536AC16820}"/>
                </a:ext>
              </a:extLst>
            </p:cNvPr>
            <p:cNvSpPr/>
            <p:nvPr/>
          </p:nvSpPr>
          <p:spPr>
            <a:xfrm>
              <a:off x="14976544"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7" name="object 76">
              <a:extLst>
                <a:ext uri="{FF2B5EF4-FFF2-40B4-BE49-F238E27FC236}">
                  <a16:creationId xmlns:a16="http://schemas.microsoft.com/office/drawing/2014/main" id="{FFD528C8-235D-474C-B7B0-73F98FC2BCFB}"/>
                </a:ext>
              </a:extLst>
            </p:cNvPr>
            <p:cNvSpPr/>
            <p:nvPr/>
          </p:nvSpPr>
          <p:spPr>
            <a:xfrm>
              <a:off x="15148675"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8" name="object 77">
              <a:extLst>
                <a:ext uri="{FF2B5EF4-FFF2-40B4-BE49-F238E27FC236}">
                  <a16:creationId xmlns:a16="http://schemas.microsoft.com/office/drawing/2014/main" id="{F233D8B9-E497-4BF1-B1E5-32D3E4B487E0}"/>
                </a:ext>
              </a:extLst>
            </p:cNvPr>
            <p:cNvSpPr/>
            <p:nvPr/>
          </p:nvSpPr>
          <p:spPr>
            <a:xfrm>
              <a:off x="15320780"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69" name="object 78">
              <a:extLst>
                <a:ext uri="{FF2B5EF4-FFF2-40B4-BE49-F238E27FC236}">
                  <a16:creationId xmlns:a16="http://schemas.microsoft.com/office/drawing/2014/main" id="{D899E1AD-0437-47B0-9963-710063BABF24}"/>
                </a:ext>
              </a:extLst>
            </p:cNvPr>
            <p:cNvSpPr/>
            <p:nvPr/>
          </p:nvSpPr>
          <p:spPr>
            <a:xfrm>
              <a:off x="15492886"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70" name="object 79">
              <a:extLst>
                <a:ext uri="{FF2B5EF4-FFF2-40B4-BE49-F238E27FC236}">
                  <a16:creationId xmlns:a16="http://schemas.microsoft.com/office/drawing/2014/main" id="{5B1C737C-F088-4D27-A672-893D74DCA9A0}"/>
                </a:ext>
              </a:extLst>
            </p:cNvPr>
            <p:cNvSpPr/>
            <p:nvPr/>
          </p:nvSpPr>
          <p:spPr>
            <a:xfrm>
              <a:off x="15664973"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71" name="object 80">
              <a:extLst>
                <a:ext uri="{FF2B5EF4-FFF2-40B4-BE49-F238E27FC236}">
                  <a16:creationId xmlns:a16="http://schemas.microsoft.com/office/drawing/2014/main" id="{3194DAC7-D5EE-4E48-86D8-4BB4C99F9C27}"/>
                </a:ext>
              </a:extLst>
            </p:cNvPr>
            <p:cNvSpPr/>
            <p:nvPr/>
          </p:nvSpPr>
          <p:spPr>
            <a:xfrm>
              <a:off x="15837059" y="774199"/>
              <a:ext cx="314511" cy="543539"/>
            </a:xfrm>
            <a:custGeom>
              <a:avLst/>
              <a:gdLst/>
              <a:ahLst/>
              <a:cxnLst/>
              <a:rect l="l" t="t" r="r" b="b"/>
              <a:pathLst>
                <a:path w="123825" h="213994">
                  <a:moveTo>
                    <a:pt x="0" y="213741"/>
                  </a:moveTo>
                  <a:lnTo>
                    <a:pt x="123404" y="0"/>
                  </a:lnTo>
                </a:path>
              </a:pathLst>
            </a:custGeom>
            <a:ln w="11620">
              <a:solidFill>
                <a:schemeClr val="accent6"/>
              </a:solidFill>
            </a:ln>
          </p:spPr>
          <p:txBody>
            <a:bodyPr wrap="square" lIns="0" tIns="0" rIns="0" bIns="0" rtlCol="0"/>
            <a:lstStyle/>
            <a:p>
              <a:endParaRPr/>
            </a:p>
          </p:txBody>
        </p:sp>
        <p:sp>
          <p:nvSpPr>
            <p:cNvPr id="172" name="object 81">
              <a:extLst>
                <a:ext uri="{FF2B5EF4-FFF2-40B4-BE49-F238E27FC236}">
                  <a16:creationId xmlns:a16="http://schemas.microsoft.com/office/drawing/2014/main" id="{E490BAB1-8E0E-4295-90D0-7A37288C472F}"/>
                </a:ext>
              </a:extLst>
            </p:cNvPr>
            <p:cNvSpPr/>
            <p:nvPr/>
          </p:nvSpPr>
          <p:spPr>
            <a:xfrm>
              <a:off x="16009210" y="774202"/>
              <a:ext cx="314511" cy="543539"/>
            </a:xfrm>
            <a:custGeom>
              <a:avLst/>
              <a:gdLst/>
              <a:ahLst/>
              <a:cxnLst/>
              <a:rect l="l" t="t" r="r" b="b"/>
              <a:pathLst>
                <a:path w="123825" h="213994">
                  <a:moveTo>
                    <a:pt x="0" y="213741"/>
                  </a:moveTo>
                  <a:lnTo>
                    <a:pt x="123403" y="0"/>
                  </a:lnTo>
                </a:path>
              </a:pathLst>
            </a:custGeom>
            <a:ln w="11620">
              <a:solidFill>
                <a:schemeClr val="accent6"/>
              </a:solidFill>
            </a:ln>
          </p:spPr>
          <p:txBody>
            <a:bodyPr wrap="square" lIns="0" tIns="0" rIns="0" bIns="0" rtlCol="0"/>
            <a:lstStyle/>
            <a:p>
              <a:endParaRPr/>
            </a:p>
          </p:txBody>
        </p:sp>
      </p:gr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174" name="Footer Placeholder 2">
            <a:extLst>
              <a:ext uri="{FF2B5EF4-FFF2-40B4-BE49-F238E27FC236}">
                <a16:creationId xmlns:a16="http://schemas.microsoft.com/office/drawing/2014/main" id="{5BF74552-FE67-4EF9-AE99-F345B5E7B63B}"/>
              </a:ext>
            </a:extLst>
          </p:cNvPr>
          <p:cNvSpPr>
            <a:spLocks noGrp="1"/>
          </p:cNvSpPr>
          <p:nvPr>
            <p:ph type="ftr" sz="quarter" idx="10"/>
          </p:nvPr>
        </p:nvSpPr>
        <p:spPr>
          <a:xfrm>
            <a:off x="1066800" y="6477000"/>
            <a:ext cx="1295400" cy="381000"/>
          </a:xfrm>
        </p:spPr>
        <p:txBody>
          <a:bodyPr/>
          <a:lstStyle>
            <a:lvl1pPr>
              <a:defRPr>
                <a:solidFill>
                  <a:schemeClr val="accent3">
                    <a:lumMod val="60000"/>
                    <a:lumOff val="40000"/>
                  </a:schemeClr>
                </a:solidFill>
              </a:defRPr>
            </a:lvl1pPr>
          </a:lstStyle>
          <a:p>
            <a:r>
              <a:rPr lang="en-US"/>
              <a:t>Brown and Caldwell  |  Health and Safety</a:t>
            </a:r>
          </a:p>
        </p:txBody>
      </p:sp>
    </p:spTree>
    <p:extLst>
      <p:ext uri="{BB962C8B-B14F-4D97-AF65-F5344CB8AC3E}">
        <p14:creationId xmlns:p14="http://schemas.microsoft.com/office/powerpoint/2010/main" val="429308869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sp>
        <p:nvSpPr>
          <p:cNvPr id="51" name="Rectangle 44">
            <a:extLst>
              <a:ext uri="{FF2B5EF4-FFF2-40B4-BE49-F238E27FC236}">
                <a16:creationId xmlns:a16="http://schemas.microsoft.com/office/drawing/2014/main" id="{32976241-A301-43AD-94A0-A59C5AAE9D2E}"/>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52" name="Straight Connector 51">
            <a:extLst>
              <a:ext uri="{FF2B5EF4-FFF2-40B4-BE49-F238E27FC236}">
                <a16:creationId xmlns:a16="http://schemas.microsoft.com/office/drawing/2014/main" id="{C9B7CE6F-DCEC-46CD-9E67-2D73081D4083}"/>
              </a:ext>
            </a:extLst>
          </p:cNvPr>
          <p:cNvCxnSpPr>
            <a:cxnSpLocks/>
          </p:cNvCxnSpPr>
          <p:nvPr userDrawn="1"/>
        </p:nvCxnSpPr>
        <p:spPr bwMode="auto">
          <a:xfrm>
            <a:off x="1066800" y="2743200"/>
            <a:ext cx="762000" cy="0"/>
          </a:xfrm>
          <a:prstGeom prst="line">
            <a:avLst/>
          </a:prstGeom>
          <a:noFill/>
          <a:ln w="38100" cap="flat" cmpd="sng" algn="ctr">
            <a:solidFill>
              <a:schemeClr val="accent6"/>
            </a:solidFill>
            <a:prstDash val="solid"/>
            <a:round/>
            <a:headEnd type="none" w="med" len="med"/>
            <a:tailEnd type="none" w="med" len="med"/>
          </a:ln>
          <a:effectLst/>
        </p:spPr>
      </p:cxnSp>
      <p:pic>
        <p:nvPicPr>
          <p:cNvPr id="53" name="Picture 52" descr="A picture containing comb&#10;&#10;Description automatically generated">
            <a:extLst>
              <a:ext uri="{FF2B5EF4-FFF2-40B4-BE49-F238E27FC236}">
                <a16:creationId xmlns:a16="http://schemas.microsoft.com/office/drawing/2014/main" id="{F3541598-231B-4F9B-97E7-569EDA048EDB}"/>
              </a:ext>
            </a:extLst>
          </p:cNvPr>
          <p:cNvPicPr>
            <a:picLocks noChangeAspect="1"/>
          </p:cNvPicPr>
          <p:nvPr userDrawn="1"/>
        </p:nvPicPr>
        <p:blipFill>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colorTemperature colorTemp="3056"/>
                    </a14:imgEffect>
                    <a14:imgEffect>
                      <a14:saturation sat="180000"/>
                    </a14:imgEffect>
                  </a14:imgLayer>
                </a14:imgProps>
              </a:ext>
              <a:ext uri="{28A0092B-C50C-407E-A947-70E740481C1C}">
                <a14:useLocalDpi xmlns:a14="http://schemas.microsoft.com/office/drawing/2010/main" val="0"/>
              </a:ext>
            </a:extLst>
          </a:blip>
          <a:stretch>
            <a:fillRect/>
          </a:stretch>
        </p:blipFill>
        <p:spPr>
          <a:xfrm>
            <a:off x="9420352" y="4218142"/>
            <a:ext cx="3409695" cy="3428887"/>
          </a:xfrm>
          <a:prstGeom prst="rect">
            <a:avLst/>
          </a:prstGeom>
        </p:spPr>
      </p:pic>
      <p:grpSp>
        <p:nvGrpSpPr>
          <p:cNvPr id="54" name="Group 53">
            <a:extLst>
              <a:ext uri="{FF2B5EF4-FFF2-40B4-BE49-F238E27FC236}">
                <a16:creationId xmlns:a16="http://schemas.microsoft.com/office/drawing/2014/main" id="{E0F1D211-196C-4347-B4AB-187B966C8247}"/>
              </a:ext>
            </a:extLst>
          </p:cNvPr>
          <p:cNvGrpSpPr/>
          <p:nvPr userDrawn="1"/>
        </p:nvGrpSpPr>
        <p:grpSpPr>
          <a:xfrm>
            <a:off x="617450" y="3033679"/>
            <a:ext cx="182880" cy="482784"/>
            <a:chOff x="3276600" y="4815840"/>
            <a:chExt cx="182880" cy="482784"/>
          </a:xfrm>
          <a:solidFill>
            <a:srgbClr val="FFFFFF">
              <a:alpha val="40000"/>
            </a:srgbClr>
          </a:solidFill>
        </p:grpSpPr>
        <p:sp>
          <p:nvSpPr>
            <p:cNvPr id="55" name="Oval 54">
              <a:extLst>
                <a:ext uri="{FF2B5EF4-FFF2-40B4-BE49-F238E27FC236}">
                  <a16:creationId xmlns:a16="http://schemas.microsoft.com/office/drawing/2014/main" id="{23F37ABD-C5F7-4871-9F0F-03238F66CFB8}"/>
                </a:ext>
              </a:extLst>
            </p:cNvPr>
            <p:cNvSpPr/>
            <p:nvPr/>
          </p:nvSpPr>
          <p:spPr bwMode="auto">
            <a:xfrm>
              <a:off x="3276600" y="4815840"/>
              <a:ext cx="182880" cy="18288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56" name="Oval 55">
              <a:extLst>
                <a:ext uri="{FF2B5EF4-FFF2-40B4-BE49-F238E27FC236}">
                  <a16:creationId xmlns:a16="http://schemas.microsoft.com/office/drawing/2014/main" id="{9E544AA0-F5F2-45FA-AF5B-612AE547F055}"/>
                </a:ext>
              </a:extLst>
            </p:cNvPr>
            <p:cNvSpPr/>
            <p:nvPr/>
          </p:nvSpPr>
          <p:spPr bwMode="auto">
            <a:xfrm>
              <a:off x="3276600" y="5115744"/>
              <a:ext cx="182880" cy="18288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57" name="Footer Placeholder 2">
            <a:extLst>
              <a:ext uri="{FF2B5EF4-FFF2-40B4-BE49-F238E27FC236}">
                <a16:creationId xmlns:a16="http://schemas.microsoft.com/office/drawing/2014/main" id="{91F411EF-5210-419A-9887-B3F6434DBA1E}"/>
              </a:ext>
            </a:extLst>
          </p:cNvPr>
          <p:cNvSpPr>
            <a:spLocks noGrp="1"/>
          </p:cNvSpPr>
          <p:nvPr>
            <p:ph type="ftr" sz="quarter" idx="10"/>
          </p:nvPr>
        </p:nvSpPr>
        <p:spPr>
          <a:xfrm>
            <a:off x="1066800" y="6477000"/>
            <a:ext cx="1295400" cy="381000"/>
          </a:xfrm>
        </p:spPr>
        <p:txBody>
          <a:bodyPr/>
          <a:lstStyle>
            <a:lvl1pPr>
              <a:defRPr>
                <a:solidFill>
                  <a:schemeClr val="accent3">
                    <a:lumMod val="60000"/>
                    <a:lumOff val="40000"/>
                  </a:schemeClr>
                </a:solidFill>
              </a:defRPr>
            </a:lvl1pPr>
          </a:lstStyle>
          <a:p>
            <a:r>
              <a:rPr lang="en-US"/>
              <a:t>Brown and Caldwell  |  Health and Safety</a:t>
            </a:r>
          </a:p>
        </p:txBody>
      </p:sp>
    </p:spTree>
    <p:extLst>
      <p:ext uri="{BB962C8B-B14F-4D97-AF65-F5344CB8AC3E}">
        <p14:creationId xmlns:p14="http://schemas.microsoft.com/office/powerpoint/2010/main" val="1799214640"/>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sp>
        <p:nvSpPr>
          <p:cNvPr id="10" name="Rectangle 44">
            <a:extLst>
              <a:ext uri="{FF2B5EF4-FFF2-40B4-BE49-F238E27FC236}">
                <a16:creationId xmlns:a16="http://schemas.microsoft.com/office/drawing/2014/main" id="{178E2E7C-D68A-4CA9-AC45-9F4D4CDCF9E2}"/>
              </a:ext>
            </a:extLst>
          </p:cNvPr>
          <p:cNvSpPr/>
          <p:nvPr userDrawn="1"/>
        </p:nvSpPr>
        <p:spPr>
          <a:xfrm rot="16200000" flipH="1">
            <a:off x="2667000" y="-2667000"/>
            <a:ext cx="6858000" cy="12192000"/>
          </a:xfrm>
          <a:prstGeom prst="rect">
            <a:avLst/>
          </a:prstGeom>
          <a:gradFill flip="none" rotWithShape="1">
            <a:gsLst>
              <a:gs pos="55000">
                <a:srgbClr val="FFC629"/>
              </a:gs>
              <a:gs pos="0">
                <a:schemeClr val="accent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11" name="Straight Connector 10">
            <a:extLst>
              <a:ext uri="{FF2B5EF4-FFF2-40B4-BE49-F238E27FC236}">
                <a16:creationId xmlns:a16="http://schemas.microsoft.com/office/drawing/2014/main" id="{43447FD7-5B12-4694-8032-9BF243E0175E}"/>
              </a:ext>
            </a:extLst>
          </p:cNvPr>
          <p:cNvCxnSpPr>
            <a:cxnSpLocks/>
          </p:cNvCxnSpPr>
          <p:nvPr userDrawn="1"/>
        </p:nvCxnSpPr>
        <p:spPr bwMode="auto">
          <a:xfrm>
            <a:off x="1066800" y="2743200"/>
            <a:ext cx="762000" cy="0"/>
          </a:xfrm>
          <a:prstGeom prst="line">
            <a:avLst/>
          </a:prstGeom>
          <a:noFill/>
          <a:ln w="38100" cap="flat" cmpd="sng" algn="ctr">
            <a:solidFill>
              <a:schemeClr val="accent6"/>
            </a:solidFill>
            <a:prstDash val="solid"/>
            <a:round/>
            <a:headEnd type="none" w="med" len="med"/>
            <a:tailEnd type="none" w="med" len="med"/>
          </a:ln>
          <a:effectLst/>
        </p:spPr>
      </p:cxnSp>
      <p:grpSp>
        <p:nvGrpSpPr>
          <p:cNvPr id="12" name="Group 11">
            <a:extLst>
              <a:ext uri="{FF2B5EF4-FFF2-40B4-BE49-F238E27FC236}">
                <a16:creationId xmlns:a16="http://schemas.microsoft.com/office/drawing/2014/main" id="{4D30053E-2AB0-4893-842D-CF4F311228FF}"/>
              </a:ext>
            </a:extLst>
          </p:cNvPr>
          <p:cNvGrpSpPr/>
          <p:nvPr userDrawn="1"/>
        </p:nvGrpSpPr>
        <p:grpSpPr>
          <a:xfrm>
            <a:off x="11658600" y="304800"/>
            <a:ext cx="182880" cy="482784"/>
            <a:chOff x="3276600" y="4815840"/>
            <a:chExt cx="182880" cy="482784"/>
          </a:xfrm>
          <a:solidFill>
            <a:srgbClr val="FFFFFF">
              <a:alpha val="40000"/>
            </a:srgbClr>
          </a:solidFill>
        </p:grpSpPr>
        <p:sp>
          <p:nvSpPr>
            <p:cNvPr id="13" name="Oval 12">
              <a:extLst>
                <a:ext uri="{FF2B5EF4-FFF2-40B4-BE49-F238E27FC236}">
                  <a16:creationId xmlns:a16="http://schemas.microsoft.com/office/drawing/2014/main" id="{D249834B-1C98-4FF1-A4FE-8C105687D596}"/>
                </a:ext>
              </a:extLst>
            </p:cNvPr>
            <p:cNvSpPr/>
            <p:nvPr/>
          </p:nvSpPr>
          <p:spPr bwMode="auto">
            <a:xfrm>
              <a:off x="3276600" y="4815840"/>
              <a:ext cx="182880" cy="18288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Oval 13">
              <a:extLst>
                <a:ext uri="{FF2B5EF4-FFF2-40B4-BE49-F238E27FC236}">
                  <a16:creationId xmlns:a16="http://schemas.microsoft.com/office/drawing/2014/main" id="{8A033552-84E6-4A0F-AAF8-03ED2CF30F39}"/>
                </a:ext>
              </a:extLst>
            </p:cNvPr>
            <p:cNvSpPr/>
            <p:nvPr/>
          </p:nvSpPr>
          <p:spPr bwMode="auto">
            <a:xfrm>
              <a:off x="3276600" y="5115744"/>
              <a:ext cx="182880" cy="18288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pic>
        <p:nvPicPr>
          <p:cNvPr id="15" name="Graphic 14">
            <a:extLst>
              <a:ext uri="{FF2B5EF4-FFF2-40B4-BE49-F238E27FC236}">
                <a16:creationId xmlns:a16="http://schemas.microsoft.com/office/drawing/2014/main" id="{F8536719-60AB-4389-8D63-76053F82DB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31039" y="4512665"/>
            <a:ext cx="3126371" cy="3145435"/>
          </a:xfrm>
          <a:prstGeom prst="rect">
            <a:avLst/>
          </a:prstGeom>
        </p:spPr>
      </p:pic>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18" name="Footer Placeholder 2">
            <a:extLst>
              <a:ext uri="{FF2B5EF4-FFF2-40B4-BE49-F238E27FC236}">
                <a16:creationId xmlns:a16="http://schemas.microsoft.com/office/drawing/2014/main" id="{69C17DB1-F5D0-4564-A924-8E6302E3DE0F}"/>
              </a:ext>
            </a:extLst>
          </p:cNvPr>
          <p:cNvSpPr>
            <a:spLocks noGrp="1"/>
          </p:cNvSpPr>
          <p:nvPr>
            <p:ph type="ftr" sz="quarter" idx="10"/>
          </p:nvPr>
        </p:nvSpPr>
        <p:spPr>
          <a:xfrm>
            <a:off x="1066800" y="6477000"/>
            <a:ext cx="1295400" cy="381000"/>
          </a:xfrm>
        </p:spPr>
        <p:txBody>
          <a:bodyPr/>
          <a:lstStyle>
            <a:lvl1pPr>
              <a:defRPr>
                <a:solidFill>
                  <a:schemeClr val="accent3">
                    <a:lumMod val="20000"/>
                    <a:lumOff val="80000"/>
                  </a:schemeClr>
                </a:solidFill>
              </a:defRPr>
            </a:lvl1pPr>
          </a:lstStyle>
          <a:p>
            <a:r>
              <a:rPr lang="en-US"/>
              <a:t>Brown and Caldwell  |  Health and Safety</a:t>
            </a:r>
          </a:p>
        </p:txBody>
      </p:sp>
    </p:spTree>
    <p:extLst>
      <p:ext uri="{BB962C8B-B14F-4D97-AF65-F5344CB8AC3E}">
        <p14:creationId xmlns:p14="http://schemas.microsoft.com/office/powerpoint/2010/main" val="832651634"/>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sp>
        <p:nvSpPr>
          <p:cNvPr id="18" name="Rectangle 44">
            <a:extLst>
              <a:ext uri="{FF2B5EF4-FFF2-40B4-BE49-F238E27FC236}">
                <a16:creationId xmlns:a16="http://schemas.microsoft.com/office/drawing/2014/main" id="{B2C01781-508E-436A-A139-55C9F09272A7}"/>
              </a:ext>
            </a:extLst>
          </p:cNvPr>
          <p:cNvSpPr/>
          <p:nvPr userDrawn="1"/>
        </p:nvSpPr>
        <p:spPr>
          <a:xfrm rot="16200000" flipH="1">
            <a:off x="2667000" y="-2667000"/>
            <a:ext cx="6858000" cy="12192000"/>
          </a:xfrm>
          <a:prstGeom prst="rect">
            <a:avLst/>
          </a:prstGeom>
          <a:gradFill flip="none" rotWithShape="1">
            <a:gsLst>
              <a:gs pos="89000">
                <a:schemeClr val="accent2"/>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19" name="Straight Connector 18">
            <a:extLst>
              <a:ext uri="{FF2B5EF4-FFF2-40B4-BE49-F238E27FC236}">
                <a16:creationId xmlns:a16="http://schemas.microsoft.com/office/drawing/2014/main" id="{1F1ACDE6-1047-4931-9D23-A86B49410F37}"/>
              </a:ext>
            </a:extLst>
          </p:cNvPr>
          <p:cNvCxnSpPr>
            <a:cxnSpLocks/>
          </p:cNvCxnSpPr>
          <p:nvPr userDrawn="1"/>
        </p:nvCxnSpPr>
        <p:spPr bwMode="auto">
          <a:xfrm>
            <a:off x="1066800" y="2743200"/>
            <a:ext cx="762000" cy="0"/>
          </a:xfrm>
          <a:prstGeom prst="line">
            <a:avLst/>
          </a:prstGeom>
          <a:noFill/>
          <a:ln w="38100" cap="flat" cmpd="sng" algn="ctr">
            <a:solidFill>
              <a:srgbClr val="231B4C"/>
            </a:solidFill>
            <a:prstDash val="solid"/>
            <a:round/>
            <a:headEnd type="none" w="med" len="med"/>
            <a:tailEnd type="none" w="med" len="med"/>
          </a:ln>
          <a:effectLst/>
        </p:spPr>
      </p:cxnSp>
      <p:grpSp>
        <p:nvGrpSpPr>
          <p:cNvPr id="20" name="Group 19">
            <a:extLst>
              <a:ext uri="{FF2B5EF4-FFF2-40B4-BE49-F238E27FC236}">
                <a16:creationId xmlns:a16="http://schemas.microsoft.com/office/drawing/2014/main" id="{1529B0DA-A0EE-4FEA-B6FF-E10F58FE213B}"/>
              </a:ext>
            </a:extLst>
          </p:cNvPr>
          <p:cNvGrpSpPr/>
          <p:nvPr userDrawn="1"/>
        </p:nvGrpSpPr>
        <p:grpSpPr>
          <a:xfrm>
            <a:off x="9083410" y="-1383741"/>
            <a:ext cx="1951077" cy="3981002"/>
            <a:chOff x="8857237" y="-800748"/>
            <a:chExt cx="1951077" cy="3981002"/>
          </a:xfrm>
          <a:solidFill>
            <a:schemeClr val="accent2">
              <a:lumMod val="40000"/>
              <a:lumOff val="60000"/>
            </a:schemeClr>
          </a:solidFill>
        </p:grpSpPr>
        <p:grpSp>
          <p:nvGrpSpPr>
            <p:cNvPr id="21" name="Graphic 14">
              <a:extLst>
                <a:ext uri="{FF2B5EF4-FFF2-40B4-BE49-F238E27FC236}">
                  <a16:creationId xmlns:a16="http://schemas.microsoft.com/office/drawing/2014/main" id="{FE63BD10-E7A7-4F95-9BF4-986C2CB11DDD}"/>
                </a:ext>
              </a:extLst>
            </p:cNvPr>
            <p:cNvGrpSpPr/>
            <p:nvPr/>
          </p:nvGrpSpPr>
          <p:grpSpPr>
            <a:xfrm rot="10800000">
              <a:off x="8857237" y="1315546"/>
              <a:ext cx="1934260" cy="1864708"/>
              <a:chOff x="4810125" y="2114549"/>
              <a:chExt cx="1811845" cy="1746694"/>
            </a:xfrm>
            <a:grpFill/>
          </p:grpSpPr>
          <p:grpSp>
            <p:nvGrpSpPr>
              <p:cNvPr id="71" name="Graphic 14">
                <a:extLst>
                  <a:ext uri="{FF2B5EF4-FFF2-40B4-BE49-F238E27FC236}">
                    <a16:creationId xmlns:a16="http://schemas.microsoft.com/office/drawing/2014/main" id="{ECD63443-AF7D-406F-92D1-3CA70DF9772C}"/>
                  </a:ext>
                </a:extLst>
              </p:cNvPr>
              <p:cNvGrpSpPr/>
              <p:nvPr/>
            </p:nvGrpSpPr>
            <p:grpSpPr>
              <a:xfrm>
                <a:off x="4810125" y="2114549"/>
                <a:ext cx="1811845" cy="44196"/>
                <a:chOff x="4810125" y="2114549"/>
                <a:chExt cx="1811845" cy="44196"/>
              </a:xfrm>
              <a:grpFill/>
            </p:grpSpPr>
            <p:sp>
              <p:nvSpPr>
                <p:cNvPr id="112" name="Freeform: Shape 111">
                  <a:extLst>
                    <a:ext uri="{FF2B5EF4-FFF2-40B4-BE49-F238E27FC236}">
                      <a16:creationId xmlns:a16="http://schemas.microsoft.com/office/drawing/2014/main" id="{0962A96C-6EEC-44C5-BDC4-14940BECA5FF}"/>
                    </a:ext>
                  </a:extLst>
                </p:cNvPr>
                <p:cNvSpPr/>
                <p:nvPr/>
              </p:nvSpPr>
              <p:spPr>
                <a:xfrm>
                  <a:off x="4810125"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F3502A37-5185-45C1-8639-8F7CD667CD07}"/>
                    </a:ext>
                  </a:extLst>
                </p:cNvPr>
                <p:cNvSpPr/>
                <p:nvPr/>
              </p:nvSpPr>
              <p:spPr>
                <a:xfrm>
                  <a:off x="5104733"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34786494-5873-43FB-9690-C598A6DE5C4F}"/>
                    </a:ext>
                  </a:extLst>
                </p:cNvPr>
                <p:cNvSpPr/>
                <p:nvPr/>
              </p:nvSpPr>
              <p:spPr>
                <a:xfrm>
                  <a:off x="5988558"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1895E9D2-56F7-4A48-B554-0A1B458AC13B}"/>
                    </a:ext>
                  </a:extLst>
                </p:cNvPr>
                <p:cNvSpPr/>
                <p:nvPr/>
              </p:nvSpPr>
              <p:spPr>
                <a:xfrm>
                  <a:off x="5693949"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842298A0-727C-4291-A839-478CE8CF8C66}"/>
                    </a:ext>
                  </a:extLst>
                </p:cNvPr>
                <p:cNvSpPr/>
                <p:nvPr/>
              </p:nvSpPr>
              <p:spPr>
                <a:xfrm>
                  <a:off x="5399341"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024A1A2A-2304-450A-99D3-C911B8842949}"/>
                    </a:ext>
                  </a:extLst>
                </p:cNvPr>
                <p:cNvSpPr/>
                <p:nvPr/>
              </p:nvSpPr>
              <p:spPr>
                <a:xfrm>
                  <a:off x="6283166"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6B48444E-D6B8-49E4-9909-842B13694FF7}"/>
                    </a:ext>
                  </a:extLst>
                </p:cNvPr>
                <p:cNvSpPr/>
                <p:nvPr/>
              </p:nvSpPr>
              <p:spPr>
                <a:xfrm>
                  <a:off x="6577774"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72" name="Graphic 14">
                <a:extLst>
                  <a:ext uri="{FF2B5EF4-FFF2-40B4-BE49-F238E27FC236}">
                    <a16:creationId xmlns:a16="http://schemas.microsoft.com/office/drawing/2014/main" id="{17AF39ED-4CF2-4A75-8E64-E6116E5CE87A}"/>
                  </a:ext>
                </a:extLst>
              </p:cNvPr>
              <p:cNvGrpSpPr/>
              <p:nvPr/>
            </p:nvGrpSpPr>
            <p:grpSpPr>
              <a:xfrm>
                <a:off x="4810125" y="2455067"/>
                <a:ext cx="1811845" cy="44196"/>
                <a:chOff x="4810125" y="2455067"/>
                <a:chExt cx="1811845" cy="44196"/>
              </a:xfrm>
              <a:grpFill/>
            </p:grpSpPr>
            <p:sp>
              <p:nvSpPr>
                <p:cNvPr id="105" name="Freeform: Shape 104">
                  <a:extLst>
                    <a:ext uri="{FF2B5EF4-FFF2-40B4-BE49-F238E27FC236}">
                      <a16:creationId xmlns:a16="http://schemas.microsoft.com/office/drawing/2014/main" id="{51FCB7AF-D1DD-4AB1-9571-2353E3B441EE}"/>
                    </a:ext>
                  </a:extLst>
                </p:cNvPr>
                <p:cNvSpPr/>
                <p:nvPr/>
              </p:nvSpPr>
              <p:spPr>
                <a:xfrm>
                  <a:off x="4810125"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B378E4B3-CBB8-4AC7-8A65-7E71C230AE7D}"/>
                    </a:ext>
                  </a:extLst>
                </p:cNvPr>
                <p:cNvSpPr/>
                <p:nvPr/>
              </p:nvSpPr>
              <p:spPr>
                <a:xfrm>
                  <a:off x="5104733"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328783E-907E-49A3-8964-02E76ED3DE88}"/>
                    </a:ext>
                  </a:extLst>
                </p:cNvPr>
                <p:cNvSpPr/>
                <p:nvPr/>
              </p:nvSpPr>
              <p:spPr>
                <a:xfrm>
                  <a:off x="5988558"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B7991BC-69E6-4068-9893-A0C2D104CDF6}"/>
                    </a:ext>
                  </a:extLst>
                </p:cNvPr>
                <p:cNvSpPr/>
                <p:nvPr/>
              </p:nvSpPr>
              <p:spPr>
                <a:xfrm>
                  <a:off x="5693949"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A3DD89D-A80F-43A6-A8AF-9CC4B015FA40}"/>
                    </a:ext>
                  </a:extLst>
                </p:cNvPr>
                <p:cNvSpPr/>
                <p:nvPr/>
              </p:nvSpPr>
              <p:spPr>
                <a:xfrm>
                  <a:off x="5399341"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71171FF-77AB-45B1-A6D0-E48B29A24A93}"/>
                    </a:ext>
                  </a:extLst>
                </p:cNvPr>
                <p:cNvSpPr/>
                <p:nvPr/>
              </p:nvSpPr>
              <p:spPr>
                <a:xfrm>
                  <a:off x="6283166"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8E15511-88F7-481B-AD6A-643B30674EBC}"/>
                    </a:ext>
                  </a:extLst>
                </p:cNvPr>
                <p:cNvSpPr/>
                <p:nvPr/>
              </p:nvSpPr>
              <p:spPr>
                <a:xfrm>
                  <a:off x="6577774"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73" name="Graphic 14">
                <a:extLst>
                  <a:ext uri="{FF2B5EF4-FFF2-40B4-BE49-F238E27FC236}">
                    <a16:creationId xmlns:a16="http://schemas.microsoft.com/office/drawing/2014/main" id="{DF23643C-D431-4DD6-893E-5167D9358B0E}"/>
                  </a:ext>
                </a:extLst>
              </p:cNvPr>
              <p:cNvGrpSpPr/>
              <p:nvPr/>
            </p:nvGrpSpPr>
            <p:grpSpPr>
              <a:xfrm>
                <a:off x="4810125" y="2795586"/>
                <a:ext cx="1811845" cy="44195"/>
                <a:chOff x="4810125" y="2795586"/>
                <a:chExt cx="1811845" cy="44195"/>
              </a:xfrm>
              <a:grpFill/>
            </p:grpSpPr>
            <p:sp>
              <p:nvSpPr>
                <p:cNvPr id="98" name="Freeform: Shape 97">
                  <a:extLst>
                    <a:ext uri="{FF2B5EF4-FFF2-40B4-BE49-F238E27FC236}">
                      <a16:creationId xmlns:a16="http://schemas.microsoft.com/office/drawing/2014/main" id="{DB2EF8B9-9336-4750-9BBB-47FFED96A3C6}"/>
                    </a:ext>
                  </a:extLst>
                </p:cNvPr>
                <p:cNvSpPr/>
                <p:nvPr/>
              </p:nvSpPr>
              <p:spPr>
                <a:xfrm>
                  <a:off x="4810125"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C804B9D-1DCC-4B8E-921E-CA927FB57581}"/>
                    </a:ext>
                  </a:extLst>
                </p:cNvPr>
                <p:cNvSpPr/>
                <p:nvPr/>
              </p:nvSpPr>
              <p:spPr>
                <a:xfrm>
                  <a:off x="5104733"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89AC12BD-37A8-416C-B9FE-FB24F2CF178E}"/>
                    </a:ext>
                  </a:extLst>
                </p:cNvPr>
                <p:cNvSpPr/>
                <p:nvPr/>
              </p:nvSpPr>
              <p:spPr>
                <a:xfrm>
                  <a:off x="5988558"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173E034-41F0-4C56-A6E6-05DC4EF35C83}"/>
                    </a:ext>
                  </a:extLst>
                </p:cNvPr>
                <p:cNvSpPr/>
                <p:nvPr/>
              </p:nvSpPr>
              <p:spPr>
                <a:xfrm>
                  <a:off x="5693949"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355D1DA5-DF2E-4449-A8C3-2A387B7CE650}"/>
                    </a:ext>
                  </a:extLst>
                </p:cNvPr>
                <p:cNvSpPr/>
                <p:nvPr/>
              </p:nvSpPr>
              <p:spPr>
                <a:xfrm>
                  <a:off x="5399341"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502A175-BA4B-443A-BCA7-59495D93D048}"/>
                    </a:ext>
                  </a:extLst>
                </p:cNvPr>
                <p:cNvSpPr/>
                <p:nvPr/>
              </p:nvSpPr>
              <p:spPr>
                <a:xfrm>
                  <a:off x="6283166"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AF57E972-7323-4129-B985-D7F11E13D1A2}"/>
                    </a:ext>
                  </a:extLst>
                </p:cNvPr>
                <p:cNvSpPr/>
                <p:nvPr/>
              </p:nvSpPr>
              <p:spPr>
                <a:xfrm>
                  <a:off x="6577774"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74" name="Graphic 14">
                <a:extLst>
                  <a:ext uri="{FF2B5EF4-FFF2-40B4-BE49-F238E27FC236}">
                    <a16:creationId xmlns:a16="http://schemas.microsoft.com/office/drawing/2014/main" id="{1ECD9014-7150-4828-A318-0CD3C02B6CD4}"/>
                  </a:ext>
                </a:extLst>
              </p:cNvPr>
              <p:cNvGrpSpPr/>
              <p:nvPr/>
            </p:nvGrpSpPr>
            <p:grpSpPr>
              <a:xfrm>
                <a:off x="4810125" y="3136010"/>
                <a:ext cx="1811845" cy="44195"/>
                <a:chOff x="4810125" y="3136010"/>
                <a:chExt cx="1811845" cy="44195"/>
              </a:xfrm>
              <a:grpFill/>
            </p:grpSpPr>
            <p:sp>
              <p:nvSpPr>
                <p:cNvPr id="91" name="Freeform: Shape 90">
                  <a:extLst>
                    <a:ext uri="{FF2B5EF4-FFF2-40B4-BE49-F238E27FC236}">
                      <a16:creationId xmlns:a16="http://schemas.microsoft.com/office/drawing/2014/main" id="{7028BC25-BAC3-4D31-A5FC-543D8E2836F5}"/>
                    </a:ext>
                  </a:extLst>
                </p:cNvPr>
                <p:cNvSpPr/>
                <p:nvPr/>
              </p:nvSpPr>
              <p:spPr>
                <a:xfrm>
                  <a:off x="4810125"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C6F0E7F-8106-47F2-AC73-A266E70FF7DB}"/>
                    </a:ext>
                  </a:extLst>
                </p:cNvPr>
                <p:cNvSpPr/>
                <p:nvPr/>
              </p:nvSpPr>
              <p:spPr>
                <a:xfrm>
                  <a:off x="5104733"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E58A0285-CB8B-40EF-B870-FE994B8E0F28}"/>
                    </a:ext>
                  </a:extLst>
                </p:cNvPr>
                <p:cNvSpPr/>
                <p:nvPr/>
              </p:nvSpPr>
              <p:spPr>
                <a:xfrm>
                  <a:off x="5988558"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054B15B-A568-4EF6-BA80-0ED962FC4F17}"/>
                    </a:ext>
                  </a:extLst>
                </p:cNvPr>
                <p:cNvSpPr/>
                <p:nvPr/>
              </p:nvSpPr>
              <p:spPr>
                <a:xfrm>
                  <a:off x="5693949"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5F808A7-7BD7-45D8-A786-67A8584C1C25}"/>
                    </a:ext>
                  </a:extLst>
                </p:cNvPr>
                <p:cNvSpPr/>
                <p:nvPr/>
              </p:nvSpPr>
              <p:spPr>
                <a:xfrm>
                  <a:off x="5399341"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459E716-A81B-493B-A16C-CF3BCF0B02D1}"/>
                    </a:ext>
                  </a:extLst>
                </p:cNvPr>
                <p:cNvSpPr/>
                <p:nvPr/>
              </p:nvSpPr>
              <p:spPr>
                <a:xfrm>
                  <a:off x="6283166"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C47A53E-41FE-434C-B326-6D76DD7B5FBA}"/>
                    </a:ext>
                  </a:extLst>
                </p:cNvPr>
                <p:cNvSpPr/>
                <p:nvPr/>
              </p:nvSpPr>
              <p:spPr>
                <a:xfrm>
                  <a:off x="6577774"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75" name="Graphic 14">
                <a:extLst>
                  <a:ext uri="{FF2B5EF4-FFF2-40B4-BE49-F238E27FC236}">
                    <a16:creationId xmlns:a16="http://schemas.microsoft.com/office/drawing/2014/main" id="{643D67FD-46A6-48CE-BBD8-BB3AC84C484E}"/>
                  </a:ext>
                </a:extLst>
              </p:cNvPr>
              <p:cNvGrpSpPr/>
              <p:nvPr/>
            </p:nvGrpSpPr>
            <p:grpSpPr>
              <a:xfrm>
                <a:off x="4810125" y="3476528"/>
                <a:ext cx="1811845" cy="44195"/>
                <a:chOff x="4810125" y="3476528"/>
                <a:chExt cx="1811845" cy="44195"/>
              </a:xfrm>
              <a:grpFill/>
            </p:grpSpPr>
            <p:sp>
              <p:nvSpPr>
                <p:cNvPr id="84" name="Freeform: Shape 83">
                  <a:extLst>
                    <a:ext uri="{FF2B5EF4-FFF2-40B4-BE49-F238E27FC236}">
                      <a16:creationId xmlns:a16="http://schemas.microsoft.com/office/drawing/2014/main" id="{ABAA6D87-389C-489B-88A8-8E25E6AE6504}"/>
                    </a:ext>
                  </a:extLst>
                </p:cNvPr>
                <p:cNvSpPr/>
                <p:nvPr/>
              </p:nvSpPr>
              <p:spPr>
                <a:xfrm>
                  <a:off x="4810125"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ED53574-A243-4782-B2C2-5B6A51FC03D3}"/>
                    </a:ext>
                  </a:extLst>
                </p:cNvPr>
                <p:cNvSpPr/>
                <p:nvPr/>
              </p:nvSpPr>
              <p:spPr>
                <a:xfrm>
                  <a:off x="5104733"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B6BF476A-F9C8-4426-B9B8-90D6979FB2EA}"/>
                    </a:ext>
                  </a:extLst>
                </p:cNvPr>
                <p:cNvSpPr/>
                <p:nvPr/>
              </p:nvSpPr>
              <p:spPr>
                <a:xfrm>
                  <a:off x="5988558"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572F41A6-49D2-4011-86D9-CB2D20364F0C}"/>
                    </a:ext>
                  </a:extLst>
                </p:cNvPr>
                <p:cNvSpPr/>
                <p:nvPr/>
              </p:nvSpPr>
              <p:spPr>
                <a:xfrm>
                  <a:off x="5693949"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165B2EE-E15B-4A2E-896A-2CD7FD0EA38A}"/>
                    </a:ext>
                  </a:extLst>
                </p:cNvPr>
                <p:cNvSpPr/>
                <p:nvPr/>
              </p:nvSpPr>
              <p:spPr>
                <a:xfrm>
                  <a:off x="5399341"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AD0F1DBF-F936-4692-9EBF-53C4A9A04511}"/>
                    </a:ext>
                  </a:extLst>
                </p:cNvPr>
                <p:cNvSpPr/>
                <p:nvPr/>
              </p:nvSpPr>
              <p:spPr>
                <a:xfrm>
                  <a:off x="6283166"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2033A88-4E54-4F25-8E06-0A67ED925F72}"/>
                    </a:ext>
                  </a:extLst>
                </p:cNvPr>
                <p:cNvSpPr/>
                <p:nvPr/>
              </p:nvSpPr>
              <p:spPr>
                <a:xfrm>
                  <a:off x="6577774"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nvGrpSpPr>
              <p:cNvPr id="76" name="Graphic 14">
                <a:extLst>
                  <a:ext uri="{FF2B5EF4-FFF2-40B4-BE49-F238E27FC236}">
                    <a16:creationId xmlns:a16="http://schemas.microsoft.com/office/drawing/2014/main" id="{5B451603-44B6-4A9F-BA4E-CBABD0E7BCE6}"/>
                  </a:ext>
                </a:extLst>
              </p:cNvPr>
              <p:cNvGrpSpPr/>
              <p:nvPr/>
            </p:nvGrpSpPr>
            <p:grpSpPr>
              <a:xfrm>
                <a:off x="4810125" y="3817047"/>
                <a:ext cx="1811845" cy="44195"/>
                <a:chOff x="4810125" y="3817047"/>
                <a:chExt cx="1811845" cy="44195"/>
              </a:xfrm>
              <a:grpFill/>
            </p:grpSpPr>
            <p:sp>
              <p:nvSpPr>
                <p:cNvPr id="77" name="Freeform: Shape 76">
                  <a:extLst>
                    <a:ext uri="{FF2B5EF4-FFF2-40B4-BE49-F238E27FC236}">
                      <a16:creationId xmlns:a16="http://schemas.microsoft.com/office/drawing/2014/main" id="{A1E2667D-1866-4F6F-93CA-D8CB7507E439}"/>
                    </a:ext>
                  </a:extLst>
                </p:cNvPr>
                <p:cNvSpPr/>
                <p:nvPr/>
              </p:nvSpPr>
              <p:spPr>
                <a:xfrm>
                  <a:off x="4810125"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EDFCCD43-F92B-49A5-A4DB-8D5DF106B0C9}"/>
                    </a:ext>
                  </a:extLst>
                </p:cNvPr>
                <p:cNvSpPr/>
                <p:nvPr/>
              </p:nvSpPr>
              <p:spPr>
                <a:xfrm>
                  <a:off x="5104733"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E3F865A4-1CC6-4446-9557-AE372E983C7C}"/>
                    </a:ext>
                  </a:extLst>
                </p:cNvPr>
                <p:cNvSpPr/>
                <p:nvPr/>
              </p:nvSpPr>
              <p:spPr>
                <a:xfrm>
                  <a:off x="5988558"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7342B6F-96C4-446B-B9C0-A011A2E08C0A}"/>
                    </a:ext>
                  </a:extLst>
                </p:cNvPr>
                <p:cNvSpPr/>
                <p:nvPr/>
              </p:nvSpPr>
              <p:spPr>
                <a:xfrm>
                  <a:off x="5693949"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3BED0FE8-B47F-4692-96DA-CC3CF43C1002}"/>
                    </a:ext>
                  </a:extLst>
                </p:cNvPr>
                <p:cNvSpPr/>
                <p:nvPr/>
              </p:nvSpPr>
              <p:spPr>
                <a:xfrm>
                  <a:off x="5399341"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17D1A77E-F082-4469-9986-1C567DF6469D}"/>
                    </a:ext>
                  </a:extLst>
                </p:cNvPr>
                <p:cNvSpPr/>
                <p:nvPr/>
              </p:nvSpPr>
              <p:spPr>
                <a:xfrm>
                  <a:off x="6283166"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056B5B8F-A787-46A8-A209-3E3BC9664A94}"/>
                    </a:ext>
                  </a:extLst>
                </p:cNvPr>
                <p:cNvSpPr/>
                <p:nvPr/>
              </p:nvSpPr>
              <p:spPr>
                <a:xfrm>
                  <a:off x="6577774"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grpSp>
          <p:nvGrpSpPr>
            <p:cNvPr id="22" name="Graphic 14">
              <a:extLst>
                <a:ext uri="{FF2B5EF4-FFF2-40B4-BE49-F238E27FC236}">
                  <a16:creationId xmlns:a16="http://schemas.microsoft.com/office/drawing/2014/main" id="{3AB7D53F-486B-4FFB-A56B-6E9E1A3F1FFC}"/>
                </a:ext>
              </a:extLst>
            </p:cNvPr>
            <p:cNvGrpSpPr/>
            <p:nvPr/>
          </p:nvGrpSpPr>
          <p:grpSpPr>
            <a:xfrm rot="10800000">
              <a:off x="8874054" y="-800748"/>
              <a:ext cx="1934260" cy="1864708"/>
              <a:chOff x="4810125" y="2114549"/>
              <a:chExt cx="1811845" cy="1746694"/>
            </a:xfrm>
            <a:grpFill/>
          </p:grpSpPr>
          <p:grpSp>
            <p:nvGrpSpPr>
              <p:cNvPr id="23" name="Graphic 14">
                <a:extLst>
                  <a:ext uri="{FF2B5EF4-FFF2-40B4-BE49-F238E27FC236}">
                    <a16:creationId xmlns:a16="http://schemas.microsoft.com/office/drawing/2014/main" id="{EB258B65-5B8F-4C5E-A117-F200BBCBC5C9}"/>
                  </a:ext>
                </a:extLst>
              </p:cNvPr>
              <p:cNvGrpSpPr/>
              <p:nvPr/>
            </p:nvGrpSpPr>
            <p:grpSpPr>
              <a:xfrm>
                <a:off x="4810125" y="2114549"/>
                <a:ext cx="1811845" cy="44196"/>
                <a:chOff x="4810125" y="2114549"/>
                <a:chExt cx="1811845" cy="44196"/>
              </a:xfrm>
              <a:grpFill/>
            </p:grpSpPr>
            <p:sp>
              <p:nvSpPr>
                <p:cNvPr id="64" name="Freeform: Shape 63">
                  <a:extLst>
                    <a:ext uri="{FF2B5EF4-FFF2-40B4-BE49-F238E27FC236}">
                      <a16:creationId xmlns:a16="http://schemas.microsoft.com/office/drawing/2014/main" id="{176C3AA4-2F87-4269-A315-420A8EB0EDDF}"/>
                    </a:ext>
                  </a:extLst>
                </p:cNvPr>
                <p:cNvSpPr/>
                <p:nvPr/>
              </p:nvSpPr>
              <p:spPr>
                <a:xfrm>
                  <a:off x="4810125"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981506E4-97FE-49C8-B65F-07B23A504EC4}"/>
                    </a:ext>
                  </a:extLst>
                </p:cNvPr>
                <p:cNvSpPr/>
                <p:nvPr/>
              </p:nvSpPr>
              <p:spPr>
                <a:xfrm>
                  <a:off x="5104733"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465884A-BD00-4893-BB10-5F03C2CBAA93}"/>
                    </a:ext>
                  </a:extLst>
                </p:cNvPr>
                <p:cNvSpPr/>
                <p:nvPr/>
              </p:nvSpPr>
              <p:spPr>
                <a:xfrm>
                  <a:off x="5988558" y="2114549"/>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050DFB35-D6A6-40D5-A2D5-A8CC026EB806}"/>
                    </a:ext>
                  </a:extLst>
                </p:cNvPr>
                <p:cNvSpPr/>
                <p:nvPr/>
              </p:nvSpPr>
              <p:spPr>
                <a:xfrm>
                  <a:off x="5693949"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CB375B2C-F81E-47BD-8FC0-DA72A50CB68C}"/>
                    </a:ext>
                  </a:extLst>
                </p:cNvPr>
                <p:cNvSpPr/>
                <p:nvPr/>
              </p:nvSpPr>
              <p:spPr>
                <a:xfrm>
                  <a:off x="5399341"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56008A8-33BD-4601-AF02-C30056781526}"/>
                    </a:ext>
                  </a:extLst>
                </p:cNvPr>
                <p:cNvSpPr/>
                <p:nvPr/>
              </p:nvSpPr>
              <p:spPr>
                <a:xfrm>
                  <a:off x="6283166"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496DC7E-20E1-4A52-A5D8-DF3FE0EA38BE}"/>
                    </a:ext>
                  </a:extLst>
                </p:cNvPr>
                <p:cNvSpPr/>
                <p:nvPr/>
              </p:nvSpPr>
              <p:spPr>
                <a:xfrm>
                  <a:off x="6577774" y="2114549"/>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24" name="Graphic 14">
                <a:extLst>
                  <a:ext uri="{FF2B5EF4-FFF2-40B4-BE49-F238E27FC236}">
                    <a16:creationId xmlns:a16="http://schemas.microsoft.com/office/drawing/2014/main" id="{A08AABF0-097E-4472-BF99-720938B50DEA}"/>
                  </a:ext>
                </a:extLst>
              </p:cNvPr>
              <p:cNvGrpSpPr/>
              <p:nvPr/>
            </p:nvGrpSpPr>
            <p:grpSpPr>
              <a:xfrm>
                <a:off x="4810125" y="2455067"/>
                <a:ext cx="1811845" cy="44196"/>
                <a:chOff x="4810125" y="2455067"/>
                <a:chExt cx="1811845" cy="44196"/>
              </a:xfrm>
              <a:grpFill/>
            </p:grpSpPr>
            <p:sp>
              <p:nvSpPr>
                <p:cNvPr id="57" name="Freeform: Shape 56">
                  <a:extLst>
                    <a:ext uri="{FF2B5EF4-FFF2-40B4-BE49-F238E27FC236}">
                      <a16:creationId xmlns:a16="http://schemas.microsoft.com/office/drawing/2014/main" id="{26686615-109D-49D1-8710-69BEDCB95B8F}"/>
                    </a:ext>
                  </a:extLst>
                </p:cNvPr>
                <p:cNvSpPr/>
                <p:nvPr/>
              </p:nvSpPr>
              <p:spPr>
                <a:xfrm>
                  <a:off x="4810125"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B561F45-987E-4E4E-B5BE-52F49954CCB9}"/>
                    </a:ext>
                  </a:extLst>
                </p:cNvPr>
                <p:cNvSpPr/>
                <p:nvPr/>
              </p:nvSpPr>
              <p:spPr>
                <a:xfrm>
                  <a:off x="5104733"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D9BDF9AF-41CA-4162-BEA5-41DB3F595B72}"/>
                    </a:ext>
                  </a:extLst>
                </p:cNvPr>
                <p:cNvSpPr/>
                <p:nvPr/>
              </p:nvSpPr>
              <p:spPr>
                <a:xfrm>
                  <a:off x="5988558" y="2455067"/>
                  <a:ext cx="44196" cy="44196"/>
                </a:xfrm>
                <a:custGeom>
                  <a:avLst/>
                  <a:gdLst>
                    <a:gd name="connsiteX0" fmla="*/ 44196 w 44196"/>
                    <a:gd name="connsiteY0" fmla="*/ 22098 h 44196"/>
                    <a:gd name="connsiteX1" fmla="*/ 22098 w 44196"/>
                    <a:gd name="connsiteY1" fmla="*/ 44196 h 44196"/>
                    <a:gd name="connsiteX2" fmla="*/ 0 w 44196"/>
                    <a:gd name="connsiteY2" fmla="*/ 22098 h 44196"/>
                    <a:gd name="connsiteX3" fmla="*/ 22098 w 44196"/>
                    <a:gd name="connsiteY3" fmla="*/ 0 h 44196"/>
                    <a:gd name="connsiteX4" fmla="*/ 44196 w 44196"/>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5265F98-A73A-44FA-A1F9-75EF0468C43E}"/>
                    </a:ext>
                  </a:extLst>
                </p:cNvPr>
                <p:cNvSpPr/>
                <p:nvPr/>
              </p:nvSpPr>
              <p:spPr>
                <a:xfrm>
                  <a:off x="5693949"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4A65DE2F-4A63-4E48-9C82-DC3EA4247BAF}"/>
                    </a:ext>
                  </a:extLst>
                </p:cNvPr>
                <p:cNvSpPr/>
                <p:nvPr/>
              </p:nvSpPr>
              <p:spPr>
                <a:xfrm>
                  <a:off x="5399341"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C731584-9728-4EAE-BEA9-521BAA630E40}"/>
                    </a:ext>
                  </a:extLst>
                </p:cNvPr>
                <p:cNvSpPr/>
                <p:nvPr/>
              </p:nvSpPr>
              <p:spPr>
                <a:xfrm>
                  <a:off x="6283166"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A66FDE4-49D1-4F3E-9205-2CF568AC5DDC}"/>
                    </a:ext>
                  </a:extLst>
                </p:cNvPr>
                <p:cNvSpPr/>
                <p:nvPr/>
              </p:nvSpPr>
              <p:spPr>
                <a:xfrm>
                  <a:off x="6577774" y="2455067"/>
                  <a:ext cx="44195" cy="44196"/>
                </a:xfrm>
                <a:custGeom>
                  <a:avLst/>
                  <a:gdLst>
                    <a:gd name="connsiteX0" fmla="*/ 44196 w 44195"/>
                    <a:gd name="connsiteY0" fmla="*/ 22098 h 44196"/>
                    <a:gd name="connsiteX1" fmla="*/ 22098 w 44195"/>
                    <a:gd name="connsiteY1" fmla="*/ 44196 h 44196"/>
                    <a:gd name="connsiteX2" fmla="*/ 0 w 44195"/>
                    <a:gd name="connsiteY2" fmla="*/ 22098 h 44196"/>
                    <a:gd name="connsiteX3" fmla="*/ 22098 w 44195"/>
                    <a:gd name="connsiteY3" fmla="*/ 0 h 44196"/>
                    <a:gd name="connsiteX4" fmla="*/ 44196 w 44195"/>
                    <a:gd name="connsiteY4" fmla="*/ 22098 h 44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6">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25" name="Graphic 14">
                <a:extLst>
                  <a:ext uri="{FF2B5EF4-FFF2-40B4-BE49-F238E27FC236}">
                    <a16:creationId xmlns:a16="http://schemas.microsoft.com/office/drawing/2014/main" id="{5CBF74AD-CEC3-4CCE-990A-C910F5EABC74}"/>
                  </a:ext>
                </a:extLst>
              </p:cNvPr>
              <p:cNvGrpSpPr/>
              <p:nvPr/>
            </p:nvGrpSpPr>
            <p:grpSpPr>
              <a:xfrm>
                <a:off x="4810125" y="2795586"/>
                <a:ext cx="1811845" cy="44195"/>
                <a:chOff x="4810125" y="2795586"/>
                <a:chExt cx="1811845" cy="44195"/>
              </a:xfrm>
              <a:grpFill/>
            </p:grpSpPr>
            <p:sp>
              <p:nvSpPr>
                <p:cNvPr id="50" name="Freeform: Shape 49">
                  <a:extLst>
                    <a:ext uri="{FF2B5EF4-FFF2-40B4-BE49-F238E27FC236}">
                      <a16:creationId xmlns:a16="http://schemas.microsoft.com/office/drawing/2014/main" id="{B4B86BA8-E954-4C37-821D-083D5025254E}"/>
                    </a:ext>
                  </a:extLst>
                </p:cNvPr>
                <p:cNvSpPr/>
                <p:nvPr/>
              </p:nvSpPr>
              <p:spPr>
                <a:xfrm>
                  <a:off x="4810125"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D745869-7A70-4A84-82D9-543D1C3CDE71}"/>
                    </a:ext>
                  </a:extLst>
                </p:cNvPr>
                <p:cNvSpPr/>
                <p:nvPr/>
              </p:nvSpPr>
              <p:spPr>
                <a:xfrm>
                  <a:off x="5104733"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B417D814-BE8A-4637-9AA0-8266D402BFBE}"/>
                    </a:ext>
                  </a:extLst>
                </p:cNvPr>
                <p:cNvSpPr/>
                <p:nvPr/>
              </p:nvSpPr>
              <p:spPr>
                <a:xfrm>
                  <a:off x="5988558" y="2795586"/>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097A0D3-3D0A-4906-A689-C40C7F6816DA}"/>
                    </a:ext>
                  </a:extLst>
                </p:cNvPr>
                <p:cNvSpPr/>
                <p:nvPr/>
              </p:nvSpPr>
              <p:spPr>
                <a:xfrm>
                  <a:off x="5693949"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063014F7-4732-4B9B-8CE9-6BE492ED5FE1}"/>
                    </a:ext>
                  </a:extLst>
                </p:cNvPr>
                <p:cNvSpPr/>
                <p:nvPr/>
              </p:nvSpPr>
              <p:spPr>
                <a:xfrm>
                  <a:off x="5399341"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E0B96183-D124-4B0A-AD79-4D46CBD56F27}"/>
                    </a:ext>
                  </a:extLst>
                </p:cNvPr>
                <p:cNvSpPr/>
                <p:nvPr/>
              </p:nvSpPr>
              <p:spPr>
                <a:xfrm>
                  <a:off x="6283166"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0D1B865-8305-4522-A484-4C48A3F0C131}"/>
                    </a:ext>
                  </a:extLst>
                </p:cNvPr>
                <p:cNvSpPr/>
                <p:nvPr/>
              </p:nvSpPr>
              <p:spPr>
                <a:xfrm>
                  <a:off x="6577774" y="2795586"/>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26" name="Graphic 14">
                <a:extLst>
                  <a:ext uri="{FF2B5EF4-FFF2-40B4-BE49-F238E27FC236}">
                    <a16:creationId xmlns:a16="http://schemas.microsoft.com/office/drawing/2014/main" id="{15299D91-A4E3-4004-81AD-3225808BCEA1}"/>
                  </a:ext>
                </a:extLst>
              </p:cNvPr>
              <p:cNvGrpSpPr/>
              <p:nvPr/>
            </p:nvGrpSpPr>
            <p:grpSpPr>
              <a:xfrm>
                <a:off x="4810125" y="3136010"/>
                <a:ext cx="1811845" cy="44195"/>
                <a:chOff x="4810125" y="3136010"/>
                <a:chExt cx="1811845" cy="44195"/>
              </a:xfrm>
              <a:grpFill/>
            </p:grpSpPr>
            <p:sp>
              <p:nvSpPr>
                <p:cNvPr id="43" name="Freeform: Shape 42">
                  <a:extLst>
                    <a:ext uri="{FF2B5EF4-FFF2-40B4-BE49-F238E27FC236}">
                      <a16:creationId xmlns:a16="http://schemas.microsoft.com/office/drawing/2014/main" id="{3EBFC585-80CE-43A5-9F1C-08715196AE95}"/>
                    </a:ext>
                  </a:extLst>
                </p:cNvPr>
                <p:cNvSpPr/>
                <p:nvPr/>
              </p:nvSpPr>
              <p:spPr>
                <a:xfrm>
                  <a:off x="4810125"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629A6BB8-EEE4-43A4-BDE6-E4BD30583C38}"/>
                    </a:ext>
                  </a:extLst>
                </p:cNvPr>
                <p:cNvSpPr/>
                <p:nvPr/>
              </p:nvSpPr>
              <p:spPr>
                <a:xfrm>
                  <a:off x="5104733"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DF24486-9DB0-46F8-BCE7-2F9B338A4DB3}"/>
                    </a:ext>
                  </a:extLst>
                </p:cNvPr>
                <p:cNvSpPr/>
                <p:nvPr/>
              </p:nvSpPr>
              <p:spPr>
                <a:xfrm>
                  <a:off x="5988558" y="3136010"/>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0332911-AD14-4030-AD92-B026B972AA59}"/>
                    </a:ext>
                  </a:extLst>
                </p:cNvPr>
                <p:cNvSpPr/>
                <p:nvPr/>
              </p:nvSpPr>
              <p:spPr>
                <a:xfrm>
                  <a:off x="5693949"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6E89932-0FA5-446E-94D7-A7D047951FC7}"/>
                    </a:ext>
                  </a:extLst>
                </p:cNvPr>
                <p:cNvSpPr/>
                <p:nvPr/>
              </p:nvSpPr>
              <p:spPr>
                <a:xfrm>
                  <a:off x="5399341"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4F0CE98-311F-4FFC-A456-D68F03AE113E}"/>
                    </a:ext>
                  </a:extLst>
                </p:cNvPr>
                <p:cNvSpPr/>
                <p:nvPr/>
              </p:nvSpPr>
              <p:spPr>
                <a:xfrm>
                  <a:off x="6283166"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6B3EC9D-6EF0-475C-8DC0-63D04573928F}"/>
                    </a:ext>
                  </a:extLst>
                </p:cNvPr>
                <p:cNvSpPr/>
                <p:nvPr/>
              </p:nvSpPr>
              <p:spPr>
                <a:xfrm>
                  <a:off x="6577774" y="3136010"/>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4"/>
                        <a:pt x="44196" y="22098"/>
                      </a:cubicBezTo>
                      <a:close/>
                    </a:path>
                  </a:pathLst>
                </a:custGeom>
                <a:grpFill/>
                <a:ln w="9525" cap="flat">
                  <a:noFill/>
                  <a:prstDash val="solid"/>
                  <a:miter/>
                </a:ln>
              </p:spPr>
              <p:txBody>
                <a:bodyPr rtlCol="0" anchor="ctr"/>
                <a:lstStyle/>
                <a:p>
                  <a:endParaRPr lang="en-US"/>
                </a:p>
              </p:txBody>
            </p:sp>
          </p:grpSp>
          <p:grpSp>
            <p:nvGrpSpPr>
              <p:cNvPr id="27" name="Graphic 14">
                <a:extLst>
                  <a:ext uri="{FF2B5EF4-FFF2-40B4-BE49-F238E27FC236}">
                    <a16:creationId xmlns:a16="http://schemas.microsoft.com/office/drawing/2014/main" id="{36B54BA4-CECA-4CD3-94F2-2C765B529E69}"/>
                  </a:ext>
                </a:extLst>
              </p:cNvPr>
              <p:cNvGrpSpPr/>
              <p:nvPr/>
            </p:nvGrpSpPr>
            <p:grpSpPr>
              <a:xfrm>
                <a:off x="4810125" y="3476528"/>
                <a:ext cx="1811845" cy="44195"/>
                <a:chOff x="4810125" y="3476528"/>
                <a:chExt cx="1811845" cy="44195"/>
              </a:xfrm>
              <a:grpFill/>
            </p:grpSpPr>
            <p:sp>
              <p:nvSpPr>
                <p:cNvPr id="36" name="Freeform: Shape 35">
                  <a:extLst>
                    <a:ext uri="{FF2B5EF4-FFF2-40B4-BE49-F238E27FC236}">
                      <a16:creationId xmlns:a16="http://schemas.microsoft.com/office/drawing/2014/main" id="{69215934-7A1E-4F8D-864B-AF2B1ECD3613}"/>
                    </a:ext>
                  </a:extLst>
                </p:cNvPr>
                <p:cNvSpPr/>
                <p:nvPr/>
              </p:nvSpPr>
              <p:spPr>
                <a:xfrm>
                  <a:off x="4810125"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756CDD1-6FD1-4FC2-99D6-75F5F2D40C37}"/>
                    </a:ext>
                  </a:extLst>
                </p:cNvPr>
                <p:cNvSpPr/>
                <p:nvPr/>
              </p:nvSpPr>
              <p:spPr>
                <a:xfrm>
                  <a:off x="5104733"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2A8A70-9406-4413-B1D2-7D362C8B21B3}"/>
                    </a:ext>
                  </a:extLst>
                </p:cNvPr>
                <p:cNvSpPr/>
                <p:nvPr/>
              </p:nvSpPr>
              <p:spPr>
                <a:xfrm>
                  <a:off x="5988558" y="3476528"/>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7A296BF3-616E-4189-901B-5E1DBEF5435A}"/>
                    </a:ext>
                  </a:extLst>
                </p:cNvPr>
                <p:cNvSpPr/>
                <p:nvPr/>
              </p:nvSpPr>
              <p:spPr>
                <a:xfrm>
                  <a:off x="5693949"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1DA1C2D-31A1-4326-BF2C-4A2F7EEF2F96}"/>
                    </a:ext>
                  </a:extLst>
                </p:cNvPr>
                <p:cNvSpPr/>
                <p:nvPr/>
              </p:nvSpPr>
              <p:spPr>
                <a:xfrm>
                  <a:off x="5399341"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CF76863-E7D7-4B1E-89CC-3635B8CBD38E}"/>
                    </a:ext>
                  </a:extLst>
                </p:cNvPr>
                <p:cNvSpPr/>
                <p:nvPr/>
              </p:nvSpPr>
              <p:spPr>
                <a:xfrm>
                  <a:off x="6283166"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6A4D7D1A-003F-465E-AF17-78EDBC7D83AE}"/>
                    </a:ext>
                  </a:extLst>
                </p:cNvPr>
                <p:cNvSpPr/>
                <p:nvPr/>
              </p:nvSpPr>
              <p:spPr>
                <a:xfrm>
                  <a:off x="6577774" y="3476528"/>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nvGrpSpPr>
              <p:cNvPr id="28" name="Graphic 14">
                <a:extLst>
                  <a:ext uri="{FF2B5EF4-FFF2-40B4-BE49-F238E27FC236}">
                    <a16:creationId xmlns:a16="http://schemas.microsoft.com/office/drawing/2014/main" id="{5F3E59E5-C553-4813-978C-F02598AE1380}"/>
                  </a:ext>
                </a:extLst>
              </p:cNvPr>
              <p:cNvGrpSpPr/>
              <p:nvPr/>
            </p:nvGrpSpPr>
            <p:grpSpPr>
              <a:xfrm>
                <a:off x="4810125" y="3817047"/>
                <a:ext cx="1811845" cy="44195"/>
                <a:chOff x="4810125" y="3817047"/>
                <a:chExt cx="1811845" cy="44195"/>
              </a:xfrm>
              <a:grpFill/>
            </p:grpSpPr>
            <p:sp>
              <p:nvSpPr>
                <p:cNvPr id="29" name="Freeform: Shape 28">
                  <a:extLst>
                    <a:ext uri="{FF2B5EF4-FFF2-40B4-BE49-F238E27FC236}">
                      <a16:creationId xmlns:a16="http://schemas.microsoft.com/office/drawing/2014/main" id="{126350C9-B19D-460A-8C74-BA050F303C43}"/>
                    </a:ext>
                  </a:extLst>
                </p:cNvPr>
                <p:cNvSpPr/>
                <p:nvPr/>
              </p:nvSpPr>
              <p:spPr>
                <a:xfrm>
                  <a:off x="4810125"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88724D4-DCA2-4A37-8B68-EB46ADDDB305}"/>
                    </a:ext>
                  </a:extLst>
                </p:cNvPr>
                <p:cNvSpPr/>
                <p:nvPr/>
              </p:nvSpPr>
              <p:spPr>
                <a:xfrm>
                  <a:off x="5104733"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5492963-D07A-4923-90EB-A453227C396A}"/>
                    </a:ext>
                  </a:extLst>
                </p:cNvPr>
                <p:cNvSpPr/>
                <p:nvPr/>
              </p:nvSpPr>
              <p:spPr>
                <a:xfrm>
                  <a:off x="5988558" y="3817047"/>
                  <a:ext cx="44196" cy="44195"/>
                </a:xfrm>
                <a:custGeom>
                  <a:avLst/>
                  <a:gdLst>
                    <a:gd name="connsiteX0" fmla="*/ 44196 w 44196"/>
                    <a:gd name="connsiteY0" fmla="*/ 22098 h 44195"/>
                    <a:gd name="connsiteX1" fmla="*/ 22098 w 44196"/>
                    <a:gd name="connsiteY1" fmla="*/ 44196 h 44195"/>
                    <a:gd name="connsiteX2" fmla="*/ 0 w 44196"/>
                    <a:gd name="connsiteY2" fmla="*/ 22098 h 44195"/>
                    <a:gd name="connsiteX3" fmla="*/ 22098 w 44196"/>
                    <a:gd name="connsiteY3" fmla="*/ 0 h 44195"/>
                    <a:gd name="connsiteX4" fmla="*/ 44196 w 44196"/>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6"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B4363C7-AB4D-4271-9E13-8DDEC669EB65}"/>
                    </a:ext>
                  </a:extLst>
                </p:cNvPr>
                <p:cNvSpPr/>
                <p:nvPr/>
              </p:nvSpPr>
              <p:spPr>
                <a:xfrm>
                  <a:off x="5693949"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C82F686-9946-418D-ADCA-C058A8F8D8FA}"/>
                    </a:ext>
                  </a:extLst>
                </p:cNvPr>
                <p:cNvSpPr/>
                <p:nvPr/>
              </p:nvSpPr>
              <p:spPr>
                <a:xfrm>
                  <a:off x="5399341"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4"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891DCA10-9C5C-41EB-B49B-E61B7B1BC59B}"/>
                    </a:ext>
                  </a:extLst>
                </p:cNvPr>
                <p:cNvSpPr/>
                <p:nvPr/>
              </p:nvSpPr>
              <p:spPr>
                <a:xfrm>
                  <a:off x="6283166"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37AC039-3153-4244-A53A-E8A6FC90AB89}"/>
                    </a:ext>
                  </a:extLst>
                </p:cNvPr>
                <p:cNvSpPr/>
                <p:nvPr/>
              </p:nvSpPr>
              <p:spPr>
                <a:xfrm>
                  <a:off x="6577774" y="3817047"/>
                  <a:ext cx="44195" cy="44195"/>
                </a:xfrm>
                <a:custGeom>
                  <a:avLst/>
                  <a:gdLst>
                    <a:gd name="connsiteX0" fmla="*/ 44196 w 44195"/>
                    <a:gd name="connsiteY0" fmla="*/ 22098 h 44195"/>
                    <a:gd name="connsiteX1" fmla="*/ 22098 w 44195"/>
                    <a:gd name="connsiteY1" fmla="*/ 44196 h 44195"/>
                    <a:gd name="connsiteX2" fmla="*/ 0 w 44195"/>
                    <a:gd name="connsiteY2" fmla="*/ 22098 h 44195"/>
                    <a:gd name="connsiteX3" fmla="*/ 22098 w 44195"/>
                    <a:gd name="connsiteY3" fmla="*/ 0 h 44195"/>
                    <a:gd name="connsiteX4" fmla="*/ 44196 w 44195"/>
                    <a:gd name="connsiteY4" fmla="*/ 22098 h 4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5" h="44195">
                      <a:moveTo>
                        <a:pt x="44196" y="22098"/>
                      </a:moveTo>
                      <a:cubicBezTo>
                        <a:pt x="44196" y="34302"/>
                        <a:pt x="34302" y="44196"/>
                        <a:pt x="22098" y="44196"/>
                      </a:cubicBezTo>
                      <a:cubicBezTo>
                        <a:pt x="9894" y="44196"/>
                        <a:pt x="0" y="34302"/>
                        <a:pt x="0" y="22098"/>
                      </a:cubicBezTo>
                      <a:cubicBezTo>
                        <a:pt x="0" y="9894"/>
                        <a:pt x="9893" y="0"/>
                        <a:pt x="22098" y="0"/>
                      </a:cubicBezTo>
                      <a:cubicBezTo>
                        <a:pt x="34302" y="0"/>
                        <a:pt x="44196" y="9893"/>
                        <a:pt x="44196" y="22098"/>
                      </a:cubicBezTo>
                      <a:close/>
                    </a:path>
                  </a:pathLst>
                </a:custGeom>
                <a:grpFill/>
                <a:ln w="9525" cap="flat">
                  <a:noFill/>
                  <a:prstDash val="solid"/>
                  <a:miter/>
                </a:ln>
              </p:spPr>
              <p:txBody>
                <a:bodyPr rtlCol="0" anchor="ctr"/>
                <a:lstStyle/>
                <a:p>
                  <a:endParaRPr lang="en-US"/>
                </a:p>
              </p:txBody>
            </p:sp>
          </p:grpSp>
        </p:grpSp>
      </p:grpSp>
      <p:sp>
        <p:nvSpPr>
          <p:cNvPr id="119" name="Graphic 1">
            <a:extLst>
              <a:ext uri="{FF2B5EF4-FFF2-40B4-BE49-F238E27FC236}">
                <a16:creationId xmlns:a16="http://schemas.microsoft.com/office/drawing/2014/main" id="{742F56A0-984B-4CA6-906D-8685AEC53B30}"/>
              </a:ext>
            </a:extLst>
          </p:cNvPr>
          <p:cNvSpPr/>
          <p:nvPr userDrawn="1"/>
        </p:nvSpPr>
        <p:spPr>
          <a:xfrm>
            <a:off x="835025" y="827744"/>
            <a:ext cx="1939031" cy="1748359"/>
          </a:xfrm>
          <a:custGeom>
            <a:avLst/>
            <a:gdLst>
              <a:gd name="connsiteX0" fmla="*/ 1503516 w 2691629"/>
              <a:gd name="connsiteY0" fmla="*/ 531769 h 2426952"/>
              <a:gd name="connsiteX1" fmla="*/ 1541130 w 2691629"/>
              <a:gd name="connsiteY1" fmla="*/ 1309754 h 2426952"/>
              <a:gd name="connsiteX2" fmla="*/ 819912 w 2691629"/>
              <a:gd name="connsiteY2" fmla="*/ 1026788 h 2426952"/>
              <a:gd name="connsiteX3" fmla="*/ 697408 w 2691629"/>
              <a:gd name="connsiteY3" fmla="*/ 1399302 h 2426952"/>
              <a:gd name="connsiteX4" fmla="*/ 1447096 w 2691629"/>
              <a:gd name="connsiteY4" fmla="*/ 1592548 h 2426952"/>
              <a:gd name="connsiteX5" fmla="*/ 956564 w 2691629"/>
              <a:gd name="connsiteY5" fmla="*/ 2191263 h 2426952"/>
              <a:gd name="connsiteX6" fmla="*/ 1272485 w 2691629"/>
              <a:gd name="connsiteY6" fmla="*/ 2426953 h 2426952"/>
              <a:gd name="connsiteX7" fmla="*/ 1692103 w 2691629"/>
              <a:gd name="connsiteY7" fmla="*/ 1771644 h 2426952"/>
              <a:gd name="connsiteX8" fmla="*/ 2116380 w 2691629"/>
              <a:gd name="connsiteY8" fmla="*/ 2426953 h 2426952"/>
              <a:gd name="connsiteX9" fmla="*/ 2432301 w 2691629"/>
              <a:gd name="connsiteY9" fmla="*/ 2200580 h 2426952"/>
              <a:gd name="connsiteX10" fmla="*/ 1941941 w 2691629"/>
              <a:gd name="connsiteY10" fmla="*/ 1592548 h 2426952"/>
              <a:gd name="connsiteX11" fmla="*/ 2691629 w 2691629"/>
              <a:gd name="connsiteY11" fmla="*/ 1399302 h 2426952"/>
              <a:gd name="connsiteX12" fmla="*/ 2573784 w 2691629"/>
              <a:gd name="connsiteY12" fmla="*/ 1026788 h 2426952"/>
              <a:gd name="connsiteX13" fmla="*/ 1847734 w 2691629"/>
              <a:gd name="connsiteY13" fmla="*/ 1309581 h 2426952"/>
              <a:gd name="connsiteX14" fmla="*/ 1894838 w 2691629"/>
              <a:gd name="connsiteY14" fmla="*/ 531597 h 2426952"/>
              <a:gd name="connsiteX15" fmla="*/ 1503516 w 2691629"/>
              <a:gd name="connsiteY15" fmla="*/ 531597 h 2426952"/>
              <a:gd name="connsiteX16" fmla="*/ 341285 w 2691629"/>
              <a:gd name="connsiteY16" fmla="*/ 0 h 2426952"/>
              <a:gd name="connsiteX17" fmla="*/ 357158 w 2691629"/>
              <a:gd name="connsiteY17" fmla="*/ 329380 h 2426952"/>
              <a:gd name="connsiteX18" fmla="*/ 51762 w 2691629"/>
              <a:gd name="connsiteY18" fmla="*/ 209637 h 2426952"/>
              <a:gd name="connsiteX19" fmla="*/ 0 w 2691629"/>
              <a:gd name="connsiteY19" fmla="*/ 367338 h 2426952"/>
              <a:gd name="connsiteX20" fmla="*/ 317302 w 2691629"/>
              <a:gd name="connsiteY20" fmla="*/ 449123 h 2426952"/>
              <a:gd name="connsiteX21" fmla="*/ 109736 w 2691629"/>
              <a:gd name="connsiteY21" fmla="*/ 702584 h 2426952"/>
              <a:gd name="connsiteX22" fmla="*/ 243454 w 2691629"/>
              <a:gd name="connsiteY22" fmla="*/ 802485 h 2426952"/>
              <a:gd name="connsiteX23" fmla="*/ 421171 w 2691629"/>
              <a:gd name="connsiteY23" fmla="*/ 525040 h 2426952"/>
              <a:gd name="connsiteX24" fmla="*/ 600785 w 2691629"/>
              <a:gd name="connsiteY24" fmla="*/ 802485 h 2426952"/>
              <a:gd name="connsiteX25" fmla="*/ 734504 w 2691629"/>
              <a:gd name="connsiteY25" fmla="*/ 706725 h 2426952"/>
              <a:gd name="connsiteX26" fmla="*/ 526938 w 2691629"/>
              <a:gd name="connsiteY26" fmla="*/ 449123 h 2426952"/>
              <a:gd name="connsiteX27" fmla="*/ 844240 w 2691629"/>
              <a:gd name="connsiteY27" fmla="*/ 367338 h 2426952"/>
              <a:gd name="connsiteX28" fmla="*/ 794376 w 2691629"/>
              <a:gd name="connsiteY28" fmla="*/ 209637 h 2426952"/>
              <a:gd name="connsiteX29" fmla="*/ 487081 w 2691629"/>
              <a:gd name="connsiteY29" fmla="*/ 329380 h 2426952"/>
              <a:gd name="connsiteX30" fmla="*/ 507096 w 2691629"/>
              <a:gd name="connsiteY30" fmla="*/ 0 h 2426952"/>
              <a:gd name="connsiteX31" fmla="*/ 341285 w 2691629"/>
              <a:gd name="connsiteY31" fmla="*/ 0 h 2426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691629" h="2426952">
                <a:moveTo>
                  <a:pt x="1503516" y="531769"/>
                </a:moveTo>
                <a:lnTo>
                  <a:pt x="1541130" y="1309754"/>
                </a:lnTo>
                <a:lnTo>
                  <a:pt x="819912" y="1026788"/>
                </a:lnTo>
                <a:lnTo>
                  <a:pt x="697408" y="1399302"/>
                </a:lnTo>
                <a:lnTo>
                  <a:pt x="1447096" y="1592548"/>
                </a:lnTo>
                <a:lnTo>
                  <a:pt x="956564" y="2191263"/>
                </a:lnTo>
                <a:lnTo>
                  <a:pt x="1272485" y="2426953"/>
                </a:lnTo>
                <a:lnTo>
                  <a:pt x="1692103" y="1771644"/>
                </a:lnTo>
                <a:lnTo>
                  <a:pt x="2116380" y="2426953"/>
                </a:lnTo>
                <a:lnTo>
                  <a:pt x="2432301" y="2200580"/>
                </a:lnTo>
                <a:lnTo>
                  <a:pt x="1941941" y="1592548"/>
                </a:lnTo>
                <a:lnTo>
                  <a:pt x="2691629" y="1399302"/>
                </a:lnTo>
                <a:lnTo>
                  <a:pt x="2573784" y="1026788"/>
                </a:lnTo>
                <a:lnTo>
                  <a:pt x="1847734" y="1309581"/>
                </a:lnTo>
                <a:lnTo>
                  <a:pt x="1894838" y="531597"/>
                </a:lnTo>
                <a:lnTo>
                  <a:pt x="1503516" y="531597"/>
                </a:lnTo>
                <a:close/>
                <a:moveTo>
                  <a:pt x="341285" y="0"/>
                </a:moveTo>
                <a:lnTo>
                  <a:pt x="357158" y="329380"/>
                </a:lnTo>
                <a:lnTo>
                  <a:pt x="51762" y="209637"/>
                </a:lnTo>
                <a:lnTo>
                  <a:pt x="0" y="367338"/>
                </a:lnTo>
                <a:lnTo>
                  <a:pt x="317302" y="449123"/>
                </a:lnTo>
                <a:lnTo>
                  <a:pt x="109736" y="702584"/>
                </a:lnTo>
                <a:lnTo>
                  <a:pt x="243454" y="802485"/>
                </a:lnTo>
                <a:lnTo>
                  <a:pt x="421171" y="525040"/>
                </a:lnTo>
                <a:lnTo>
                  <a:pt x="600785" y="802485"/>
                </a:lnTo>
                <a:lnTo>
                  <a:pt x="734504" y="706725"/>
                </a:lnTo>
                <a:lnTo>
                  <a:pt x="526938" y="449123"/>
                </a:lnTo>
                <a:lnTo>
                  <a:pt x="844240" y="367338"/>
                </a:lnTo>
                <a:lnTo>
                  <a:pt x="794376" y="209637"/>
                </a:lnTo>
                <a:lnTo>
                  <a:pt x="487081" y="329380"/>
                </a:lnTo>
                <a:lnTo>
                  <a:pt x="507096" y="0"/>
                </a:lnTo>
                <a:lnTo>
                  <a:pt x="341285" y="0"/>
                </a:lnTo>
                <a:close/>
              </a:path>
            </a:pathLst>
          </a:custGeom>
          <a:solidFill>
            <a:srgbClr val="92D050">
              <a:alpha val="41176"/>
            </a:srgbClr>
          </a:solidFill>
          <a:ln w="17218" cap="flat">
            <a:noFill/>
            <a:prstDash val="solid"/>
            <a:miter/>
          </a:ln>
        </p:spPr>
        <p:txBody>
          <a:bodyPr rtlCol="0" anchor="ctr"/>
          <a:lstStyle/>
          <a:p>
            <a:endParaRPr lang="en-US"/>
          </a:p>
        </p:txBody>
      </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120" name="Footer Placeholder 2">
            <a:extLst>
              <a:ext uri="{FF2B5EF4-FFF2-40B4-BE49-F238E27FC236}">
                <a16:creationId xmlns:a16="http://schemas.microsoft.com/office/drawing/2014/main" id="{5C94C870-E932-42C6-B59D-0D89E351A328}"/>
              </a:ext>
            </a:extLst>
          </p:cNvPr>
          <p:cNvSpPr>
            <a:spLocks noGrp="1"/>
          </p:cNvSpPr>
          <p:nvPr>
            <p:ph type="ftr" sz="quarter" idx="10"/>
          </p:nvPr>
        </p:nvSpPr>
        <p:spPr>
          <a:xfrm>
            <a:off x="1066800" y="6477000"/>
            <a:ext cx="1295400" cy="381000"/>
          </a:xfrm>
        </p:spPr>
        <p:txBody>
          <a:bodyPr/>
          <a:lstStyle>
            <a:lvl1pPr>
              <a:defRPr>
                <a:solidFill>
                  <a:schemeClr val="accent3">
                    <a:lumMod val="60000"/>
                    <a:lumOff val="40000"/>
                  </a:schemeClr>
                </a:solidFill>
              </a:defRPr>
            </a:lvl1pPr>
          </a:lstStyle>
          <a:p>
            <a:r>
              <a:rPr lang="en-US"/>
              <a:t>Brown and Caldwell  |  Health and Safety</a:t>
            </a:r>
          </a:p>
        </p:txBody>
      </p:sp>
    </p:spTree>
    <p:extLst>
      <p:ext uri="{BB962C8B-B14F-4D97-AF65-F5344CB8AC3E}">
        <p14:creationId xmlns:p14="http://schemas.microsoft.com/office/powerpoint/2010/main" val="3066530518"/>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120" name="Rectangle 44">
            <a:extLst>
              <a:ext uri="{FF2B5EF4-FFF2-40B4-BE49-F238E27FC236}">
                <a16:creationId xmlns:a16="http://schemas.microsoft.com/office/drawing/2014/main" id="{8A96D9F0-9468-448C-9285-A8F557AC1550}"/>
              </a:ext>
            </a:extLst>
          </p:cNvPr>
          <p:cNvSpPr/>
          <p:nvPr userDrawn="1"/>
        </p:nvSpPr>
        <p:spPr>
          <a:xfrm rot="16200000" flipH="1">
            <a:off x="2667000" y="-2667000"/>
            <a:ext cx="6858000" cy="12192000"/>
          </a:xfrm>
          <a:prstGeom prst="rect">
            <a:avLst/>
          </a:prstGeom>
          <a:gradFill flip="none" rotWithShape="1">
            <a:gsLst>
              <a:gs pos="100000">
                <a:schemeClr val="accent5"/>
              </a:gs>
              <a:gs pos="20000">
                <a:srgbClr val="43525A"/>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121" name="Straight Connector 120">
            <a:extLst>
              <a:ext uri="{FF2B5EF4-FFF2-40B4-BE49-F238E27FC236}">
                <a16:creationId xmlns:a16="http://schemas.microsoft.com/office/drawing/2014/main" id="{F7D5552F-F21C-47CC-A765-29F28154FC80}"/>
              </a:ext>
            </a:extLst>
          </p:cNvPr>
          <p:cNvCxnSpPr>
            <a:cxnSpLocks/>
          </p:cNvCxnSpPr>
          <p:nvPr userDrawn="1"/>
        </p:nvCxnSpPr>
        <p:spPr bwMode="auto">
          <a:xfrm>
            <a:off x="1066800" y="2743200"/>
            <a:ext cx="762000" cy="0"/>
          </a:xfrm>
          <a:prstGeom prst="line">
            <a:avLst/>
          </a:prstGeom>
          <a:noFill/>
          <a:ln w="38100" cap="flat" cmpd="sng" algn="ctr">
            <a:solidFill>
              <a:srgbClr val="20BDBE"/>
            </a:solidFill>
            <a:prstDash val="solid"/>
            <a:round/>
            <a:headEnd type="none" w="med" len="med"/>
            <a:tailEnd type="none" w="med" len="med"/>
          </a:ln>
          <a:effectLst/>
        </p:spPr>
      </p:cxnSp>
      <p:sp>
        <p:nvSpPr>
          <p:cNvPr id="122" name="Graphic 1">
            <a:extLst>
              <a:ext uri="{FF2B5EF4-FFF2-40B4-BE49-F238E27FC236}">
                <a16:creationId xmlns:a16="http://schemas.microsoft.com/office/drawing/2014/main" id="{9D8A4B6B-01B0-445E-98E7-138D2CC2DF66}"/>
              </a:ext>
            </a:extLst>
          </p:cNvPr>
          <p:cNvSpPr/>
          <p:nvPr userDrawn="1"/>
        </p:nvSpPr>
        <p:spPr>
          <a:xfrm rot="21110424">
            <a:off x="9021367" y="1599243"/>
            <a:ext cx="2062710" cy="1859877"/>
          </a:xfrm>
          <a:custGeom>
            <a:avLst/>
            <a:gdLst>
              <a:gd name="connsiteX0" fmla="*/ 1503516 w 2691629"/>
              <a:gd name="connsiteY0" fmla="*/ 531769 h 2426952"/>
              <a:gd name="connsiteX1" fmla="*/ 1541130 w 2691629"/>
              <a:gd name="connsiteY1" fmla="*/ 1309754 h 2426952"/>
              <a:gd name="connsiteX2" fmla="*/ 819912 w 2691629"/>
              <a:gd name="connsiteY2" fmla="*/ 1026788 h 2426952"/>
              <a:gd name="connsiteX3" fmla="*/ 697408 w 2691629"/>
              <a:gd name="connsiteY3" fmla="*/ 1399302 h 2426952"/>
              <a:gd name="connsiteX4" fmla="*/ 1447096 w 2691629"/>
              <a:gd name="connsiteY4" fmla="*/ 1592548 h 2426952"/>
              <a:gd name="connsiteX5" fmla="*/ 956564 w 2691629"/>
              <a:gd name="connsiteY5" fmla="*/ 2191263 h 2426952"/>
              <a:gd name="connsiteX6" fmla="*/ 1272485 w 2691629"/>
              <a:gd name="connsiteY6" fmla="*/ 2426953 h 2426952"/>
              <a:gd name="connsiteX7" fmla="*/ 1692103 w 2691629"/>
              <a:gd name="connsiteY7" fmla="*/ 1771644 h 2426952"/>
              <a:gd name="connsiteX8" fmla="*/ 2116380 w 2691629"/>
              <a:gd name="connsiteY8" fmla="*/ 2426953 h 2426952"/>
              <a:gd name="connsiteX9" fmla="*/ 2432301 w 2691629"/>
              <a:gd name="connsiteY9" fmla="*/ 2200580 h 2426952"/>
              <a:gd name="connsiteX10" fmla="*/ 1941941 w 2691629"/>
              <a:gd name="connsiteY10" fmla="*/ 1592548 h 2426952"/>
              <a:gd name="connsiteX11" fmla="*/ 2691629 w 2691629"/>
              <a:gd name="connsiteY11" fmla="*/ 1399302 h 2426952"/>
              <a:gd name="connsiteX12" fmla="*/ 2573784 w 2691629"/>
              <a:gd name="connsiteY12" fmla="*/ 1026788 h 2426952"/>
              <a:gd name="connsiteX13" fmla="*/ 1847734 w 2691629"/>
              <a:gd name="connsiteY13" fmla="*/ 1309581 h 2426952"/>
              <a:gd name="connsiteX14" fmla="*/ 1894838 w 2691629"/>
              <a:gd name="connsiteY14" fmla="*/ 531597 h 2426952"/>
              <a:gd name="connsiteX15" fmla="*/ 1503516 w 2691629"/>
              <a:gd name="connsiteY15" fmla="*/ 531597 h 2426952"/>
              <a:gd name="connsiteX16" fmla="*/ 341285 w 2691629"/>
              <a:gd name="connsiteY16" fmla="*/ 0 h 2426952"/>
              <a:gd name="connsiteX17" fmla="*/ 357158 w 2691629"/>
              <a:gd name="connsiteY17" fmla="*/ 329380 h 2426952"/>
              <a:gd name="connsiteX18" fmla="*/ 51762 w 2691629"/>
              <a:gd name="connsiteY18" fmla="*/ 209637 h 2426952"/>
              <a:gd name="connsiteX19" fmla="*/ 0 w 2691629"/>
              <a:gd name="connsiteY19" fmla="*/ 367338 h 2426952"/>
              <a:gd name="connsiteX20" fmla="*/ 317302 w 2691629"/>
              <a:gd name="connsiteY20" fmla="*/ 449123 h 2426952"/>
              <a:gd name="connsiteX21" fmla="*/ 109736 w 2691629"/>
              <a:gd name="connsiteY21" fmla="*/ 702584 h 2426952"/>
              <a:gd name="connsiteX22" fmla="*/ 243454 w 2691629"/>
              <a:gd name="connsiteY22" fmla="*/ 802485 h 2426952"/>
              <a:gd name="connsiteX23" fmla="*/ 421171 w 2691629"/>
              <a:gd name="connsiteY23" fmla="*/ 525040 h 2426952"/>
              <a:gd name="connsiteX24" fmla="*/ 600785 w 2691629"/>
              <a:gd name="connsiteY24" fmla="*/ 802485 h 2426952"/>
              <a:gd name="connsiteX25" fmla="*/ 734504 w 2691629"/>
              <a:gd name="connsiteY25" fmla="*/ 706725 h 2426952"/>
              <a:gd name="connsiteX26" fmla="*/ 526938 w 2691629"/>
              <a:gd name="connsiteY26" fmla="*/ 449123 h 2426952"/>
              <a:gd name="connsiteX27" fmla="*/ 844240 w 2691629"/>
              <a:gd name="connsiteY27" fmla="*/ 367338 h 2426952"/>
              <a:gd name="connsiteX28" fmla="*/ 794376 w 2691629"/>
              <a:gd name="connsiteY28" fmla="*/ 209637 h 2426952"/>
              <a:gd name="connsiteX29" fmla="*/ 487081 w 2691629"/>
              <a:gd name="connsiteY29" fmla="*/ 329380 h 2426952"/>
              <a:gd name="connsiteX30" fmla="*/ 507096 w 2691629"/>
              <a:gd name="connsiteY30" fmla="*/ 0 h 2426952"/>
              <a:gd name="connsiteX31" fmla="*/ 341285 w 2691629"/>
              <a:gd name="connsiteY31" fmla="*/ 0 h 2426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691629" h="2426952">
                <a:moveTo>
                  <a:pt x="1503516" y="531769"/>
                </a:moveTo>
                <a:lnTo>
                  <a:pt x="1541130" y="1309754"/>
                </a:lnTo>
                <a:lnTo>
                  <a:pt x="819912" y="1026788"/>
                </a:lnTo>
                <a:lnTo>
                  <a:pt x="697408" y="1399302"/>
                </a:lnTo>
                <a:lnTo>
                  <a:pt x="1447096" y="1592548"/>
                </a:lnTo>
                <a:lnTo>
                  <a:pt x="956564" y="2191263"/>
                </a:lnTo>
                <a:lnTo>
                  <a:pt x="1272485" y="2426953"/>
                </a:lnTo>
                <a:lnTo>
                  <a:pt x="1692103" y="1771644"/>
                </a:lnTo>
                <a:lnTo>
                  <a:pt x="2116380" y="2426953"/>
                </a:lnTo>
                <a:lnTo>
                  <a:pt x="2432301" y="2200580"/>
                </a:lnTo>
                <a:lnTo>
                  <a:pt x="1941941" y="1592548"/>
                </a:lnTo>
                <a:lnTo>
                  <a:pt x="2691629" y="1399302"/>
                </a:lnTo>
                <a:lnTo>
                  <a:pt x="2573784" y="1026788"/>
                </a:lnTo>
                <a:lnTo>
                  <a:pt x="1847734" y="1309581"/>
                </a:lnTo>
                <a:lnTo>
                  <a:pt x="1894838" y="531597"/>
                </a:lnTo>
                <a:lnTo>
                  <a:pt x="1503516" y="531597"/>
                </a:lnTo>
                <a:close/>
                <a:moveTo>
                  <a:pt x="341285" y="0"/>
                </a:moveTo>
                <a:lnTo>
                  <a:pt x="357158" y="329380"/>
                </a:lnTo>
                <a:lnTo>
                  <a:pt x="51762" y="209637"/>
                </a:lnTo>
                <a:lnTo>
                  <a:pt x="0" y="367338"/>
                </a:lnTo>
                <a:lnTo>
                  <a:pt x="317302" y="449123"/>
                </a:lnTo>
                <a:lnTo>
                  <a:pt x="109736" y="702584"/>
                </a:lnTo>
                <a:lnTo>
                  <a:pt x="243454" y="802485"/>
                </a:lnTo>
                <a:lnTo>
                  <a:pt x="421171" y="525040"/>
                </a:lnTo>
                <a:lnTo>
                  <a:pt x="600785" y="802485"/>
                </a:lnTo>
                <a:lnTo>
                  <a:pt x="734504" y="706725"/>
                </a:lnTo>
                <a:lnTo>
                  <a:pt x="526938" y="449123"/>
                </a:lnTo>
                <a:lnTo>
                  <a:pt x="844240" y="367338"/>
                </a:lnTo>
                <a:lnTo>
                  <a:pt x="794376" y="209637"/>
                </a:lnTo>
                <a:lnTo>
                  <a:pt x="487081" y="329380"/>
                </a:lnTo>
                <a:lnTo>
                  <a:pt x="507096" y="0"/>
                </a:lnTo>
                <a:lnTo>
                  <a:pt x="341285" y="0"/>
                </a:lnTo>
                <a:close/>
              </a:path>
            </a:pathLst>
          </a:custGeom>
          <a:solidFill>
            <a:srgbClr val="C0CAC7">
              <a:alpha val="15000"/>
            </a:srgbClr>
          </a:solidFill>
          <a:ln w="17218" cap="flat">
            <a:noFill/>
            <a:prstDash val="solid"/>
            <a:miter/>
          </a:ln>
        </p:spPr>
        <p:txBody>
          <a:bodyPr rtlCol="0" anchor="ctr"/>
          <a:lstStyle/>
          <a:p>
            <a:endParaRPr lang="en-US"/>
          </a:p>
        </p:txBody>
      </p:sp>
      <p:grpSp>
        <p:nvGrpSpPr>
          <p:cNvPr id="123" name="Group 122">
            <a:extLst>
              <a:ext uri="{FF2B5EF4-FFF2-40B4-BE49-F238E27FC236}">
                <a16:creationId xmlns:a16="http://schemas.microsoft.com/office/drawing/2014/main" id="{3F48AE82-17F5-4034-A9DD-B70B1188448C}"/>
              </a:ext>
            </a:extLst>
          </p:cNvPr>
          <p:cNvGrpSpPr/>
          <p:nvPr userDrawn="1"/>
        </p:nvGrpSpPr>
        <p:grpSpPr>
          <a:xfrm>
            <a:off x="5129225" y="6517336"/>
            <a:ext cx="6522916" cy="348115"/>
            <a:chOff x="8781042" y="774199"/>
            <a:chExt cx="7542679" cy="543542"/>
          </a:xfrm>
        </p:grpSpPr>
        <p:sp>
          <p:nvSpPr>
            <p:cNvPr id="124" name="object 39">
              <a:extLst>
                <a:ext uri="{FF2B5EF4-FFF2-40B4-BE49-F238E27FC236}">
                  <a16:creationId xmlns:a16="http://schemas.microsoft.com/office/drawing/2014/main" id="{C1D5DADB-5262-47AB-B239-72AE5F6825EC}"/>
                </a:ext>
              </a:extLst>
            </p:cNvPr>
            <p:cNvSpPr/>
            <p:nvPr/>
          </p:nvSpPr>
          <p:spPr>
            <a:xfrm>
              <a:off x="8781042"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25" name="object 40">
              <a:extLst>
                <a:ext uri="{FF2B5EF4-FFF2-40B4-BE49-F238E27FC236}">
                  <a16:creationId xmlns:a16="http://schemas.microsoft.com/office/drawing/2014/main" id="{077173C0-97F5-456B-B6DC-2164970D5F76}"/>
                </a:ext>
              </a:extLst>
            </p:cNvPr>
            <p:cNvSpPr/>
            <p:nvPr/>
          </p:nvSpPr>
          <p:spPr>
            <a:xfrm>
              <a:off x="8953148"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26" name="object 41">
              <a:extLst>
                <a:ext uri="{FF2B5EF4-FFF2-40B4-BE49-F238E27FC236}">
                  <a16:creationId xmlns:a16="http://schemas.microsoft.com/office/drawing/2014/main" id="{397E7A55-D003-4FB4-BA5C-861D62C7DC0D}"/>
                </a:ext>
              </a:extLst>
            </p:cNvPr>
            <p:cNvSpPr/>
            <p:nvPr/>
          </p:nvSpPr>
          <p:spPr>
            <a:xfrm>
              <a:off x="9125273"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27" name="object 42">
              <a:extLst>
                <a:ext uri="{FF2B5EF4-FFF2-40B4-BE49-F238E27FC236}">
                  <a16:creationId xmlns:a16="http://schemas.microsoft.com/office/drawing/2014/main" id="{DA3E2006-DADE-4856-813B-C45EF4ADB909}"/>
                </a:ext>
              </a:extLst>
            </p:cNvPr>
            <p:cNvSpPr/>
            <p:nvPr/>
          </p:nvSpPr>
          <p:spPr>
            <a:xfrm>
              <a:off x="9297358"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28" name="object 43">
              <a:extLst>
                <a:ext uri="{FF2B5EF4-FFF2-40B4-BE49-F238E27FC236}">
                  <a16:creationId xmlns:a16="http://schemas.microsoft.com/office/drawing/2014/main" id="{02676907-F317-4404-88D0-7193FC474A44}"/>
                </a:ext>
              </a:extLst>
            </p:cNvPr>
            <p:cNvSpPr/>
            <p:nvPr/>
          </p:nvSpPr>
          <p:spPr>
            <a:xfrm>
              <a:off x="946944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29" name="object 44">
              <a:extLst>
                <a:ext uri="{FF2B5EF4-FFF2-40B4-BE49-F238E27FC236}">
                  <a16:creationId xmlns:a16="http://schemas.microsoft.com/office/drawing/2014/main" id="{967FEC0C-BBFB-47F5-9FD5-5FBB927C6C7E}"/>
                </a:ext>
              </a:extLst>
            </p:cNvPr>
            <p:cNvSpPr/>
            <p:nvPr/>
          </p:nvSpPr>
          <p:spPr>
            <a:xfrm>
              <a:off x="9641529"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0" name="object 45">
              <a:extLst>
                <a:ext uri="{FF2B5EF4-FFF2-40B4-BE49-F238E27FC236}">
                  <a16:creationId xmlns:a16="http://schemas.microsoft.com/office/drawing/2014/main" id="{74B4041F-D58E-4265-9F57-F2361DD43683}"/>
                </a:ext>
              </a:extLst>
            </p:cNvPr>
            <p:cNvSpPr/>
            <p:nvPr/>
          </p:nvSpPr>
          <p:spPr>
            <a:xfrm>
              <a:off x="9813667" y="774199"/>
              <a:ext cx="314511" cy="543539"/>
            </a:xfrm>
            <a:custGeom>
              <a:avLst/>
              <a:gdLst/>
              <a:ahLst/>
              <a:cxnLst/>
              <a:rect l="l" t="t" r="r" b="b"/>
              <a:pathLst>
                <a:path w="123825" h="213994">
                  <a:moveTo>
                    <a:pt x="0" y="213741"/>
                  </a:moveTo>
                  <a:lnTo>
                    <a:pt x="123405" y="0"/>
                  </a:lnTo>
                </a:path>
              </a:pathLst>
            </a:custGeom>
            <a:ln w="11620">
              <a:solidFill>
                <a:srgbClr val="43525A"/>
              </a:solidFill>
            </a:ln>
          </p:spPr>
          <p:txBody>
            <a:bodyPr wrap="square" lIns="0" tIns="0" rIns="0" bIns="0" rtlCol="0"/>
            <a:lstStyle/>
            <a:p>
              <a:endParaRPr/>
            </a:p>
          </p:txBody>
        </p:sp>
        <p:sp>
          <p:nvSpPr>
            <p:cNvPr id="131" name="object 46">
              <a:extLst>
                <a:ext uri="{FF2B5EF4-FFF2-40B4-BE49-F238E27FC236}">
                  <a16:creationId xmlns:a16="http://schemas.microsoft.com/office/drawing/2014/main" id="{B28FE56A-ED3C-4E1E-AF18-232671CC9276}"/>
                </a:ext>
              </a:extLst>
            </p:cNvPr>
            <p:cNvSpPr/>
            <p:nvPr/>
          </p:nvSpPr>
          <p:spPr>
            <a:xfrm>
              <a:off x="9985740"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2" name="object 47">
              <a:extLst>
                <a:ext uri="{FF2B5EF4-FFF2-40B4-BE49-F238E27FC236}">
                  <a16:creationId xmlns:a16="http://schemas.microsoft.com/office/drawing/2014/main" id="{EB8EFC2E-140D-483C-A840-DEC057FFA14A}"/>
                </a:ext>
              </a:extLst>
            </p:cNvPr>
            <p:cNvSpPr/>
            <p:nvPr/>
          </p:nvSpPr>
          <p:spPr>
            <a:xfrm>
              <a:off x="10157827"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3" name="object 48">
              <a:extLst>
                <a:ext uri="{FF2B5EF4-FFF2-40B4-BE49-F238E27FC236}">
                  <a16:creationId xmlns:a16="http://schemas.microsoft.com/office/drawing/2014/main" id="{C9F867CF-F882-4E19-A3C5-D73BF0C4FCCF}"/>
                </a:ext>
              </a:extLst>
            </p:cNvPr>
            <p:cNvSpPr/>
            <p:nvPr/>
          </p:nvSpPr>
          <p:spPr>
            <a:xfrm>
              <a:off x="10329951"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4" name="object 49">
              <a:extLst>
                <a:ext uri="{FF2B5EF4-FFF2-40B4-BE49-F238E27FC236}">
                  <a16:creationId xmlns:a16="http://schemas.microsoft.com/office/drawing/2014/main" id="{50105361-55D6-404A-8D7B-CDB555F09805}"/>
                </a:ext>
              </a:extLst>
            </p:cNvPr>
            <p:cNvSpPr/>
            <p:nvPr/>
          </p:nvSpPr>
          <p:spPr>
            <a:xfrm>
              <a:off x="10502069" y="774202"/>
              <a:ext cx="314511" cy="543539"/>
            </a:xfrm>
            <a:custGeom>
              <a:avLst/>
              <a:gdLst/>
              <a:ahLst/>
              <a:cxnLst/>
              <a:rect l="l" t="t" r="r" b="b"/>
              <a:pathLst>
                <a:path w="123825" h="213994">
                  <a:moveTo>
                    <a:pt x="0" y="213741"/>
                  </a:moveTo>
                  <a:lnTo>
                    <a:pt x="123403" y="0"/>
                  </a:lnTo>
                </a:path>
              </a:pathLst>
            </a:custGeom>
            <a:ln w="11620">
              <a:solidFill>
                <a:srgbClr val="43525A"/>
              </a:solidFill>
            </a:ln>
          </p:spPr>
          <p:txBody>
            <a:bodyPr wrap="square" lIns="0" tIns="0" rIns="0" bIns="0" rtlCol="0"/>
            <a:lstStyle/>
            <a:p>
              <a:endParaRPr/>
            </a:p>
          </p:txBody>
        </p:sp>
        <p:sp>
          <p:nvSpPr>
            <p:cNvPr id="135" name="object 50">
              <a:extLst>
                <a:ext uri="{FF2B5EF4-FFF2-40B4-BE49-F238E27FC236}">
                  <a16:creationId xmlns:a16="http://schemas.microsoft.com/office/drawing/2014/main" id="{72F4EE4C-CF5F-4E12-9B80-6195D92FE435}"/>
                </a:ext>
              </a:extLst>
            </p:cNvPr>
            <p:cNvSpPr/>
            <p:nvPr/>
          </p:nvSpPr>
          <p:spPr>
            <a:xfrm>
              <a:off x="1067412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6" name="object 51">
              <a:extLst>
                <a:ext uri="{FF2B5EF4-FFF2-40B4-BE49-F238E27FC236}">
                  <a16:creationId xmlns:a16="http://schemas.microsoft.com/office/drawing/2014/main" id="{0665F295-D772-4417-8A69-F4FF9562D8D9}"/>
                </a:ext>
              </a:extLst>
            </p:cNvPr>
            <p:cNvSpPr/>
            <p:nvPr/>
          </p:nvSpPr>
          <p:spPr>
            <a:xfrm>
              <a:off x="10846211"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7" name="object 52">
              <a:extLst>
                <a:ext uri="{FF2B5EF4-FFF2-40B4-BE49-F238E27FC236}">
                  <a16:creationId xmlns:a16="http://schemas.microsoft.com/office/drawing/2014/main" id="{B03AA0D7-9A3A-463E-9017-CDF4C07EB641}"/>
                </a:ext>
              </a:extLst>
            </p:cNvPr>
            <p:cNvSpPr/>
            <p:nvPr/>
          </p:nvSpPr>
          <p:spPr>
            <a:xfrm>
              <a:off x="11018337"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8" name="object 53">
              <a:extLst>
                <a:ext uri="{FF2B5EF4-FFF2-40B4-BE49-F238E27FC236}">
                  <a16:creationId xmlns:a16="http://schemas.microsoft.com/office/drawing/2014/main" id="{0857E44F-14B4-46D8-A29B-22607BB49137}"/>
                </a:ext>
              </a:extLst>
            </p:cNvPr>
            <p:cNvSpPr/>
            <p:nvPr/>
          </p:nvSpPr>
          <p:spPr>
            <a:xfrm>
              <a:off x="11190440"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39" name="object 54">
              <a:extLst>
                <a:ext uri="{FF2B5EF4-FFF2-40B4-BE49-F238E27FC236}">
                  <a16:creationId xmlns:a16="http://schemas.microsoft.com/office/drawing/2014/main" id="{46DB0C02-81B1-4E0E-978C-0B8FB1895886}"/>
                </a:ext>
              </a:extLst>
            </p:cNvPr>
            <p:cNvSpPr/>
            <p:nvPr/>
          </p:nvSpPr>
          <p:spPr>
            <a:xfrm>
              <a:off x="11362525"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0" name="object 55">
              <a:extLst>
                <a:ext uri="{FF2B5EF4-FFF2-40B4-BE49-F238E27FC236}">
                  <a16:creationId xmlns:a16="http://schemas.microsoft.com/office/drawing/2014/main" id="{3CF6B480-6284-4767-9173-0B4C694D183F}"/>
                </a:ext>
              </a:extLst>
            </p:cNvPr>
            <p:cNvSpPr/>
            <p:nvPr/>
          </p:nvSpPr>
          <p:spPr>
            <a:xfrm>
              <a:off x="11534633"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1" name="object 56">
              <a:extLst>
                <a:ext uri="{FF2B5EF4-FFF2-40B4-BE49-F238E27FC236}">
                  <a16:creationId xmlns:a16="http://schemas.microsoft.com/office/drawing/2014/main" id="{1D7949E3-A112-4C7B-B50A-6B9C56CB41A9}"/>
                </a:ext>
              </a:extLst>
            </p:cNvPr>
            <p:cNvSpPr/>
            <p:nvPr/>
          </p:nvSpPr>
          <p:spPr>
            <a:xfrm>
              <a:off x="1170671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2" name="object 57">
              <a:extLst>
                <a:ext uri="{FF2B5EF4-FFF2-40B4-BE49-F238E27FC236}">
                  <a16:creationId xmlns:a16="http://schemas.microsoft.com/office/drawing/2014/main" id="{60447A3F-4B1A-49D1-8D07-F503F128480F}"/>
                </a:ext>
              </a:extLst>
            </p:cNvPr>
            <p:cNvSpPr/>
            <p:nvPr/>
          </p:nvSpPr>
          <p:spPr>
            <a:xfrm>
              <a:off x="11878839" y="774199"/>
              <a:ext cx="314511" cy="543539"/>
            </a:xfrm>
            <a:custGeom>
              <a:avLst/>
              <a:gdLst/>
              <a:ahLst/>
              <a:cxnLst/>
              <a:rect l="l" t="t" r="r" b="b"/>
              <a:pathLst>
                <a:path w="123825" h="213994">
                  <a:moveTo>
                    <a:pt x="0" y="213741"/>
                  </a:moveTo>
                  <a:lnTo>
                    <a:pt x="123405" y="0"/>
                  </a:lnTo>
                </a:path>
              </a:pathLst>
            </a:custGeom>
            <a:ln w="11620">
              <a:solidFill>
                <a:srgbClr val="43525A"/>
              </a:solidFill>
            </a:ln>
          </p:spPr>
          <p:txBody>
            <a:bodyPr wrap="square" lIns="0" tIns="0" rIns="0" bIns="0" rtlCol="0"/>
            <a:lstStyle/>
            <a:p>
              <a:endParaRPr/>
            </a:p>
          </p:txBody>
        </p:sp>
        <p:sp>
          <p:nvSpPr>
            <p:cNvPr id="143" name="object 58">
              <a:extLst>
                <a:ext uri="{FF2B5EF4-FFF2-40B4-BE49-F238E27FC236}">
                  <a16:creationId xmlns:a16="http://schemas.microsoft.com/office/drawing/2014/main" id="{1F96085A-C27E-499B-BCEE-B9D571165529}"/>
                </a:ext>
              </a:extLst>
            </p:cNvPr>
            <p:cNvSpPr/>
            <p:nvPr/>
          </p:nvSpPr>
          <p:spPr>
            <a:xfrm>
              <a:off x="12050911"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4" name="object 59">
              <a:extLst>
                <a:ext uri="{FF2B5EF4-FFF2-40B4-BE49-F238E27FC236}">
                  <a16:creationId xmlns:a16="http://schemas.microsoft.com/office/drawing/2014/main" id="{A1B31473-5BEB-408F-989B-A5585FBEE4C3}"/>
                </a:ext>
              </a:extLst>
            </p:cNvPr>
            <p:cNvSpPr/>
            <p:nvPr/>
          </p:nvSpPr>
          <p:spPr>
            <a:xfrm>
              <a:off x="12223014"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5" name="object 60">
              <a:extLst>
                <a:ext uri="{FF2B5EF4-FFF2-40B4-BE49-F238E27FC236}">
                  <a16:creationId xmlns:a16="http://schemas.microsoft.com/office/drawing/2014/main" id="{420B8A63-399C-4BAD-A3A5-54E835FBEC3F}"/>
                </a:ext>
              </a:extLst>
            </p:cNvPr>
            <p:cNvSpPr/>
            <p:nvPr/>
          </p:nvSpPr>
          <p:spPr>
            <a:xfrm>
              <a:off x="12395102"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6" name="object 61">
              <a:extLst>
                <a:ext uri="{FF2B5EF4-FFF2-40B4-BE49-F238E27FC236}">
                  <a16:creationId xmlns:a16="http://schemas.microsoft.com/office/drawing/2014/main" id="{08D422B4-26AB-4381-81F8-0F3D487E0C50}"/>
                </a:ext>
              </a:extLst>
            </p:cNvPr>
            <p:cNvSpPr/>
            <p:nvPr/>
          </p:nvSpPr>
          <p:spPr>
            <a:xfrm>
              <a:off x="12567207"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7" name="object 62">
              <a:extLst>
                <a:ext uri="{FF2B5EF4-FFF2-40B4-BE49-F238E27FC236}">
                  <a16:creationId xmlns:a16="http://schemas.microsoft.com/office/drawing/2014/main" id="{9D73A875-BC29-48AA-85A2-B56B2AB36B45}"/>
                </a:ext>
              </a:extLst>
            </p:cNvPr>
            <p:cNvSpPr/>
            <p:nvPr/>
          </p:nvSpPr>
          <p:spPr>
            <a:xfrm>
              <a:off x="12739292"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8" name="object 63">
              <a:extLst>
                <a:ext uri="{FF2B5EF4-FFF2-40B4-BE49-F238E27FC236}">
                  <a16:creationId xmlns:a16="http://schemas.microsoft.com/office/drawing/2014/main" id="{C1389DB0-F261-478F-A776-E1767B48B03E}"/>
                </a:ext>
              </a:extLst>
            </p:cNvPr>
            <p:cNvSpPr/>
            <p:nvPr/>
          </p:nvSpPr>
          <p:spPr>
            <a:xfrm>
              <a:off x="12911400"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49" name="object 64">
              <a:extLst>
                <a:ext uri="{FF2B5EF4-FFF2-40B4-BE49-F238E27FC236}">
                  <a16:creationId xmlns:a16="http://schemas.microsoft.com/office/drawing/2014/main" id="{74EDF011-2EB8-4544-9447-825DF6508BCC}"/>
                </a:ext>
              </a:extLst>
            </p:cNvPr>
            <p:cNvSpPr/>
            <p:nvPr/>
          </p:nvSpPr>
          <p:spPr>
            <a:xfrm>
              <a:off x="1308348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0" name="object 65">
              <a:extLst>
                <a:ext uri="{FF2B5EF4-FFF2-40B4-BE49-F238E27FC236}">
                  <a16:creationId xmlns:a16="http://schemas.microsoft.com/office/drawing/2014/main" id="{F258D508-4D39-4242-B3DD-F782A3DD6970}"/>
                </a:ext>
              </a:extLst>
            </p:cNvPr>
            <p:cNvSpPr/>
            <p:nvPr/>
          </p:nvSpPr>
          <p:spPr>
            <a:xfrm>
              <a:off x="13255639" y="774202"/>
              <a:ext cx="314511" cy="543539"/>
            </a:xfrm>
            <a:custGeom>
              <a:avLst/>
              <a:gdLst/>
              <a:ahLst/>
              <a:cxnLst/>
              <a:rect l="l" t="t" r="r" b="b"/>
              <a:pathLst>
                <a:path w="123825" h="213994">
                  <a:moveTo>
                    <a:pt x="0" y="213741"/>
                  </a:moveTo>
                  <a:lnTo>
                    <a:pt x="123403" y="0"/>
                  </a:lnTo>
                </a:path>
              </a:pathLst>
            </a:custGeom>
            <a:ln w="11620">
              <a:solidFill>
                <a:srgbClr val="43525A"/>
              </a:solidFill>
            </a:ln>
          </p:spPr>
          <p:txBody>
            <a:bodyPr wrap="square" lIns="0" tIns="0" rIns="0" bIns="0" rtlCol="0"/>
            <a:lstStyle/>
            <a:p>
              <a:endParaRPr/>
            </a:p>
          </p:txBody>
        </p:sp>
        <p:sp>
          <p:nvSpPr>
            <p:cNvPr id="151" name="object 66">
              <a:extLst>
                <a:ext uri="{FF2B5EF4-FFF2-40B4-BE49-F238E27FC236}">
                  <a16:creationId xmlns:a16="http://schemas.microsoft.com/office/drawing/2014/main" id="{11083724-E692-48DB-B868-96DD02D4CAAF}"/>
                </a:ext>
              </a:extLst>
            </p:cNvPr>
            <p:cNvSpPr/>
            <p:nvPr/>
          </p:nvSpPr>
          <p:spPr>
            <a:xfrm>
              <a:off x="1342769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2" name="object 67">
              <a:extLst>
                <a:ext uri="{FF2B5EF4-FFF2-40B4-BE49-F238E27FC236}">
                  <a16:creationId xmlns:a16="http://schemas.microsoft.com/office/drawing/2014/main" id="{54846898-D76D-40F5-82FE-7CD11D00626B}"/>
                </a:ext>
              </a:extLst>
            </p:cNvPr>
            <p:cNvSpPr/>
            <p:nvPr/>
          </p:nvSpPr>
          <p:spPr>
            <a:xfrm>
              <a:off x="13599782"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3" name="object 68">
              <a:extLst>
                <a:ext uri="{FF2B5EF4-FFF2-40B4-BE49-F238E27FC236}">
                  <a16:creationId xmlns:a16="http://schemas.microsoft.com/office/drawing/2014/main" id="{728B2162-03FB-44F3-B142-21244AE3CFA8}"/>
                </a:ext>
              </a:extLst>
            </p:cNvPr>
            <p:cNvSpPr/>
            <p:nvPr/>
          </p:nvSpPr>
          <p:spPr>
            <a:xfrm>
              <a:off x="13771887"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4" name="object 69">
              <a:extLst>
                <a:ext uri="{FF2B5EF4-FFF2-40B4-BE49-F238E27FC236}">
                  <a16:creationId xmlns:a16="http://schemas.microsoft.com/office/drawing/2014/main" id="{FC24FFF5-37C9-4EE7-9D61-1FAC928E49E1}"/>
                </a:ext>
              </a:extLst>
            </p:cNvPr>
            <p:cNvSpPr/>
            <p:nvPr/>
          </p:nvSpPr>
          <p:spPr>
            <a:xfrm>
              <a:off x="13943990"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5" name="object 70">
              <a:extLst>
                <a:ext uri="{FF2B5EF4-FFF2-40B4-BE49-F238E27FC236}">
                  <a16:creationId xmlns:a16="http://schemas.microsoft.com/office/drawing/2014/main" id="{4FC80E68-75AE-4A2F-B5B9-76CDE9139EA4}"/>
                </a:ext>
              </a:extLst>
            </p:cNvPr>
            <p:cNvSpPr/>
            <p:nvPr/>
          </p:nvSpPr>
          <p:spPr>
            <a:xfrm>
              <a:off x="14116078"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6" name="object 71">
              <a:extLst>
                <a:ext uri="{FF2B5EF4-FFF2-40B4-BE49-F238E27FC236}">
                  <a16:creationId xmlns:a16="http://schemas.microsoft.com/office/drawing/2014/main" id="{7E30F43D-3692-40D0-9C81-351FBC96E7E0}"/>
                </a:ext>
              </a:extLst>
            </p:cNvPr>
            <p:cNvSpPr/>
            <p:nvPr/>
          </p:nvSpPr>
          <p:spPr>
            <a:xfrm>
              <a:off x="14288165"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7" name="object 72">
              <a:extLst>
                <a:ext uri="{FF2B5EF4-FFF2-40B4-BE49-F238E27FC236}">
                  <a16:creationId xmlns:a16="http://schemas.microsoft.com/office/drawing/2014/main" id="{CD1A9DB1-69A1-4486-9505-B92F47CF40E1}"/>
                </a:ext>
              </a:extLst>
            </p:cNvPr>
            <p:cNvSpPr/>
            <p:nvPr/>
          </p:nvSpPr>
          <p:spPr>
            <a:xfrm>
              <a:off x="14460289"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58" name="object 73">
              <a:extLst>
                <a:ext uri="{FF2B5EF4-FFF2-40B4-BE49-F238E27FC236}">
                  <a16:creationId xmlns:a16="http://schemas.microsoft.com/office/drawing/2014/main" id="{A452EDD9-832E-409C-A118-A50403636F72}"/>
                </a:ext>
              </a:extLst>
            </p:cNvPr>
            <p:cNvSpPr/>
            <p:nvPr/>
          </p:nvSpPr>
          <p:spPr>
            <a:xfrm>
              <a:off x="14632392" y="774199"/>
              <a:ext cx="314511" cy="543539"/>
            </a:xfrm>
            <a:custGeom>
              <a:avLst/>
              <a:gdLst/>
              <a:ahLst/>
              <a:cxnLst/>
              <a:rect l="l" t="t" r="r" b="b"/>
              <a:pathLst>
                <a:path w="123825" h="213994">
                  <a:moveTo>
                    <a:pt x="0" y="213741"/>
                  </a:moveTo>
                  <a:lnTo>
                    <a:pt x="123405" y="0"/>
                  </a:lnTo>
                </a:path>
              </a:pathLst>
            </a:custGeom>
            <a:ln w="11620">
              <a:solidFill>
                <a:srgbClr val="43525A"/>
              </a:solidFill>
            </a:ln>
          </p:spPr>
          <p:txBody>
            <a:bodyPr wrap="square" lIns="0" tIns="0" rIns="0" bIns="0" rtlCol="0"/>
            <a:lstStyle/>
            <a:p>
              <a:endParaRPr/>
            </a:p>
          </p:txBody>
        </p:sp>
        <p:sp>
          <p:nvSpPr>
            <p:cNvPr id="159" name="object 74">
              <a:extLst>
                <a:ext uri="{FF2B5EF4-FFF2-40B4-BE49-F238E27FC236}">
                  <a16:creationId xmlns:a16="http://schemas.microsoft.com/office/drawing/2014/main" id="{C1ADFA7F-FD99-432A-B676-75D3E066EE28}"/>
                </a:ext>
              </a:extLst>
            </p:cNvPr>
            <p:cNvSpPr/>
            <p:nvPr/>
          </p:nvSpPr>
          <p:spPr>
            <a:xfrm>
              <a:off x="14804464"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0" name="object 75">
              <a:extLst>
                <a:ext uri="{FF2B5EF4-FFF2-40B4-BE49-F238E27FC236}">
                  <a16:creationId xmlns:a16="http://schemas.microsoft.com/office/drawing/2014/main" id="{663C5D5B-14F6-417C-B7DC-79BB6EE8A731}"/>
                </a:ext>
              </a:extLst>
            </p:cNvPr>
            <p:cNvSpPr/>
            <p:nvPr/>
          </p:nvSpPr>
          <p:spPr>
            <a:xfrm>
              <a:off x="14976544"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1" name="object 76">
              <a:extLst>
                <a:ext uri="{FF2B5EF4-FFF2-40B4-BE49-F238E27FC236}">
                  <a16:creationId xmlns:a16="http://schemas.microsoft.com/office/drawing/2014/main" id="{8E61B9FF-51CA-4373-95F9-18DD314F6F70}"/>
                </a:ext>
              </a:extLst>
            </p:cNvPr>
            <p:cNvSpPr/>
            <p:nvPr/>
          </p:nvSpPr>
          <p:spPr>
            <a:xfrm>
              <a:off x="15148675"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2" name="object 77">
              <a:extLst>
                <a:ext uri="{FF2B5EF4-FFF2-40B4-BE49-F238E27FC236}">
                  <a16:creationId xmlns:a16="http://schemas.microsoft.com/office/drawing/2014/main" id="{99CFE184-93EE-4FB4-A0B7-43E11636FA31}"/>
                </a:ext>
              </a:extLst>
            </p:cNvPr>
            <p:cNvSpPr/>
            <p:nvPr/>
          </p:nvSpPr>
          <p:spPr>
            <a:xfrm>
              <a:off x="15320780"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3" name="object 78">
              <a:extLst>
                <a:ext uri="{FF2B5EF4-FFF2-40B4-BE49-F238E27FC236}">
                  <a16:creationId xmlns:a16="http://schemas.microsoft.com/office/drawing/2014/main" id="{792738CE-A4ED-46A8-BA4C-B92C5A194371}"/>
                </a:ext>
              </a:extLst>
            </p:cNvPr>
            <p:cNvSpPr/>
            <p:nvPr/>
          </p:nvSpPr>
          <p:spPr>
            <a:xfrm>
              <a:off x="15492886"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4" name="object 79">
              <a:extLst>
                <a:ext uri="{FF2B5EF4-FFF2-40B4-BE49-F238E27FC236}">
                  <a16:creationId xmlns:a16="http://schemas.microsoft.com/office/drawing/2014/main" id="{519ED513-2B6F-46BF-895F-94B80FCD8E58}"/>
                </a:ext>
              </a:extLst>
            </p:cNvPr>
            <p:cNvSpPr/>
            <p:nvPr/>
          </p:nvSpPr>
          <p:spPr>
            <a:xfrm>
              <a:off x="15664973"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5" name="object 80">
              <a:extLst>
                <a:ext uri="{FF2B5EF4-FFF2-40B4-BE49-F238E27FC236}">
                  <a16:creationId xmlns:a16="http://schemas.microsoft.com/office/drawing/2014/main" id="{A24200BA-09E6-4955-B13F-582ECF35B6E6}"/>
                </a:ext>
              </a:extLst>
            </p:cNvPr>
            <p:cNvSpPr/>
            <p:nvPr/>
          </p:nvSpPr>
          <p:spPr>
            <a:xfrm>
              <a:off x="15837059" y="774199"/>
              <a:ext cx="314511" cy="543539"/>
            </a:xfrm>
            <a:custGeom>
              <a:avLst/>
              <a:gdLst/>
              <a:ahLst/>
              <a:cxnLst/>
              <a:rect l="l" t="t" r="r" b="b"/>
              <a:pathLst>
                <a:path w="123825" h="213994">
                  <a:moveTo>
                    <a:pt x="0" y="213741"/>
                  </a:moveTo>
                  <a:lnTo>
                    <a:pt x="123404" y="0"/>
                  </a:lnTo>
                </a:path>
              </a:pathLst>
            </a:custGeom>
            <a:ln w="11620">
              <a:solidFill>
                <a:srgbClr val="43525A"/>
              </a:solidFill>
            </a:ln>
          </p:spPr>
          <p:txBody>
            <a:bodyPr wrap="square" lIns="0" tIns="0" rIns="0" bIns="0" rtlCol="0"/>
            <a:lstStyle/>
            <a:p>
              <a:endParaRPr/>
            </a:p>
          </p:txBody>
        </p:sp>
        <p:sp>
          <p:nvSpPr>
            <p:cNvPr id="166" name="object 81">
              <a:extLst>
                <a:ext uri="{FF2B5EF4-FFF2-40B4-BE49-F238E27FC236}">
                  <a16:creationId xmlns:a16="http://schemas.microsoft.com/office/drawing/2014/main" id="{EC3D9820-ABA1-4AFC-9FA2-9AECE127A121}"/>
                </a:ext>
              </a:extLst>
            </p:cNvPr>
            <p:cNvSpPr/>
            <p:nvPr/>
          </p:nvSpPr>
          <p:spPr>
            <a:xfrm>
              <a:off x="16009210" y="774202"/>
              <a:ext cx="314511" cy="543539"/>
            </a:xfrm>
            <a:custGeom>
              <a:avLst/>
              <a:gdLst/>
              <a:ahLst/>
              <a:cxnLst/>
              <a:rect l="l" t="t" r="r" b="b"/>
              <a:pathLst>
                <a:path w="123825" h="213994">
                  <a:moveTo>
                    <a:pt x="0" y="213741"/>
                  </a:moveTo>
                  <a:lnTo>
                    <a:pt x="123403" y="0"/>
                  </a:lnTo>
                </a:path>
              </a:pathLst>
            </a:custGeom>
            <a:ln w="11620">
              <a:solidFill>
                <a:srgbClr val="43525A"/>
              </a:solidFill>
            </a:ln>
          </p:spPr>
          <p:txBody>
            <a:bodyPr wrap="square" lIns="0" tIns="0" rIns="0" bIns="0" rtlCol="0"/>
            <a:lstStyle/>
            <a:p>
              <a:endParaRPr/>
            </a:p>
          </p:txBody>
        </p:sp>
      </p:grpSp>
      <p:sp>
        <p:nvSpPr>
          <p:cNvPr id="16" name="Title 1">
            <a:extLst>
              <a:ext uri="{FF2B5EF4-FFF2-40B4-BE49-F238E27FC236}">
                <a16:creationId xmlns:a16="http://schemas.microsoft.com/office/drawing/2014/main" id="{03F05A5B-3C0E-44B4-9835-7244B5FFECD6}"/>
              </a:ext>
            </a:extLst>
          </p:cNvPr>
          <p:cNvSpPr txBox="1">
            <a:spLocks/>
          </p:cNvSpPr>
          <p:nvPr userDrawn="1"/>
        </p:nvSpPr>
        <p:spPr bwMode="auto">
          <a:xfrm>
            <a:off x="1066800" y="2948943"/>
            <a:ext cx="10210277" cy="1417315"/>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lnSpcReduction="10000"/>
          </a:bodyPr>
          <a:lst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a:lstStyle>
          <a:p>
            <a:r>
              <a:rPr lang="en-US" sz="5400" kern="0">
                <a:solidFill>
                  <a:schemeClr val="bg2"/>
                </a:solidFill>
                <a:latin typeface="+mn-lt"/>
              </a:rPr>
              <a:t>Title or topic </a:t>
            </a:r>
            <a:br>
              <a:rPr lang="en-US" sz="5400" kern="0">
                <a:solidFill>
                  <a:schemeClr val="bg2"/>
                </a:solidFill>
                <a:latin typeface="+mn-lt"/>
              </a:rPr>
            </a:br>
            <a:r>
              <a:rPr lang="en-US" sz="5400" kern="0">
                <a:solidFill>
                  <a:schemeClr val="bg2"/>
                </a:solidFill>
                <a:latin typeface="+mn-lt"/>
              </a:rPr>
              <a:t>header</a:t>
            </a:r>
          </a:p>
        </p:txBody>
      </p:sp>
      <p:sp>
        <p:nvSpPr>
          <p:cNvPr id="17" name="Subtitle 2">
            <a:extLst>
              <a:ext uri="{FF2B5EF4-FFF2-40B4-BE49-F238E27FC236}">
                <a16:creationId xmlns:a16="http://schemas.microsoft.com/office/drawing/2014/main" id="{3482AC99-6A4D-43AB-8D47-EC43E821BD92}"/>
              </a:ext>
            </a:extLst>
          </p:cNvPr>
          <p:cNvSpPr txBox="1">
            <a:spLocks/>
          </p:cNvSpPr>
          <p:nvPr userDrawn="1"/>
        </p:nvSpPr>
        <p:spPr bwMode="auto">
          <a:xfrm>
            <a:off x="1066800" y="4495800"/>
            <a:ext cx="10224937" cy="762000"/>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a:lstStyle>
          <a:p>
            <a:pPr marL="0" indent="0">
              <a:buNone/>
            </a:pPr>
            <a:r>
              <a:rPr lang="en-US" sz="2400" kern="0">
                <a:solidFill>
                  <a:schemeClr val="bg2"/>
                </a:solidFill>
                <a:latin typeface="Franklin Gothic Medium" panose="020B0603020102020204" pitchFamily="34" charset="0"/>
              </a:rPr>
              <a:t>Date or speaker or subtitle</a:t>
            </a:r>
          </a:p>
        </p:txBody>
      </p:sp>
      <p:sp>
        <p:nvSpPr>
          <p:cNvPr id="167" name="Footer Placeholder 2">
            <a:extLst>
              <a:ext uri="{FF2B5EF4-FFF2-40B4-BE49-F238E27FC236}">
                <a16:creationId xmlns:a16="http://schemas.microsoft.com/office/drawing/2014/main" id="{5E643CB9-6808-43B3-A3DD-91AE875AF819}"/>
              </a:ext>
            </a:extLst>
          </p:cNvPr>
          <p:cNvSpPr>
            <a:spLocks noGrp="1"/>
          </p:cNvSpPr>
          <p:nvPr>
            <p:ph type="ftr" sz="quarter" idx="10"/>
          </p:nvPr>
        </p:nvSpPr>
        <p:spPr>
          <a:xfrm>
            <a:off x="1066800" y="6477000"/>
            <a:ext cx="1295400" cy="381000"/>
          </a:xfrm>
        </p:spPr>
        <p:txBody>
          <a:bodyPr/>
          <a:lstStyle>
            <a:lvl1pPr>
              <a:defRPr>
                <a:solidFill>
                  <a:schemeClr val="accent3">
                    <a:lumMod val="60000"/>
                    <a:lumOff val="40000"/>
                  </a:schemeClr>
                </a:solidFill>
              </a:defRPr>
            </a:lvl1pPr>
          </a:lstStyle>
          <a:p>
            <a:r>
              <a:rPr lang="en-US"/>
              <a:t>Brown and Caldwell  |  Health and Safety</a:t>
            </a:r>
          </a:p>
        </p:txBody>
      </p:sp>
    </p:spTree>
    <p:extLst>
      <p:ext uri="{BB962C8B-B14F-4D97-AF65-F5344CB8AC3E}">
        <p14:creationId xmlns:p14="http://schemas.microsoft.com/office/powerpoint/2010/main" val="3308150561"/>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6_Program Divider">
    <p:spTree>
      <p:nvGrpSpPr>
        <p:cNvPr id="1" name=""/>
        <p:cNvGrpSpPr/>
        <p:nvPr/>
      </p:nvGrpSpPr>
      <p:grpSpPr>
        <a:xfrm>
          <a:off x="0" y="0"/>
          <a:ext cx="0" cy="0"/>
          <a:chOff x="0" y="0"/>
          <a:chExt cx="0" cy="0"/>
        </a:xfrm>
      </p:grpSpPr>
      <p:sp>
        <p:nvSpPr>
          <p:cNvPr id="4" name="Footer Placeholder 9">
            <a:extLst>
              <a:ext uri="{FF2B5EF4-FFF2-40B4-BE49-F238E27FC236}">
                <a16:creationId xmlns:a16="http://schemas.microsoft.com/office/drawing/2014/main" id="{21E91267-6334-4EFD-B614-DBEC27152BA1}"/>
              </a:ext>
            </a:extLst>
          </p:cNvPr>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750">
                <a:solidFill>
                  <a:srgbClr val="B7B7A9"/>
                </a:solidFill>
                <a:latin typeface="Franklin Gothic Book" pitchFamily="34" charset="0"/>
              </a:defRPr>
            </a:lvl1pPr>
          </a:lstStyle>
          <a:p>
            <a:r>
              <a:rPr lang="en-US"/>
              <a:t>Brown and Caldwell  |  Executive Leadership Development  |  Rise</a:t>
            </a:r>
          </a:p>
        </p:txBody>
      </p:sp>
      <p:sp>
        <p:nvSpPr>
          <p:cNvPr id="25" name="Title 1">
            <a:extLst>
              <a:ext uri="{FF2B5EF4-FFF2-40B4-BE49-F238E27FC236}">
                <a16:creationId xmlns:a16="http://schemas.microsoft.com/office/drawing/2014/main" id="{F90EF20B-6EF3-4D8D-897E-85503D63B77E}"/>
              </a:ext>
            </a:extLst>
          </p:cNvPr>
          <p:cNvSpPr>
            <a:spLocks noGrp="1"/>
          </p:cNvSpPr>
          <p:nvPr>
            <p:ph type="title"/>
          </p:nvPr>
        </p:nvSpPr>
        <p:spPr>
          <a:xfrm>
            <a:off x="406400" y="5287568"/>
            <a:ext cx="9956800" cy="911929"/>
          </a:xfrm>
        </p:spPr>
        <p:txBody>
          <a:bodyPr lIns="0" anchor="ctr">
            <a:normAutofit/>
          </a:bodyPr>
          <a:lstStyle>
            <a:lvl1pPr algn="l">
              <a:defRPr sz="4400" b="0" cap="none" spc="-150" baseline="0">
                <a:solidFill>
                  <a:srgbClr val="478957"/>
                </a:solidFill>
                <a:latin typeface="+mj-lt"/>
              </a:defRPr>
            </a:lvl1pPr>
          </a:lstStyle>
          <a:p>
            <a:endParaRPr lang="en-US"/>
          </a:p>
        </p:txBody>
      </p:sp>
      <p:pic>
        <p:nvPicPr>
          <p:cNvPr id="18" name="Graphic 17">
            <a:extLst>
              <a:ext uri="{FF2B5EF4-FFF2-40B4-BE49-F238E27FC236}">
                <a16:creationId xmlns:a16="http://schemas.microsoft.com/office/drawing/2014/main" id="{ED7629B3-967C-440B-B659-70BB7FFCAF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56142" y="5406963"/>
            <a:ext cx="839715" cy="642686"/>
          </a:xfrm>
          <a:prstGeom prst="rect">
            <a:avLst/>
          </a:prstGeom>
        </p:spPr>
      </p:pic>
      <p:sp>
        <p:nvSpPr>
          <p:cNvPr id="24" name="Rectangle 23">
            <a:extLst>
              <a:ext uri="{FF2B5EF4-FFF2-40B4-BE49-F238E27FC236}">
                <a16:creationId xmlns:a16="http://schemas.microsoft.com/office/drawing/2014/main" id="{D34DB650-B0F6-4055-A5D3-A78BF5B14A44}"/>
              </a:ext>
            </a:extLst>
          </p:cNvPr>
          <p:cNvSpPr/>
          <p:nvPr userDrawn="1"/>
        </p:nvSpPr>
        <p:spPr bwMode="auto">
          <a:xfrm>
            <a:off x="0" y="0"/>
            <a:ext cx="12192000" cy="4953000"/>
          </a:xfrm>
          <a:prstGeom prst="rect">
            <a:avLst/>
          </a:prstGeom>
          <a:solidFill>
            <a:srgbClr val="47895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6" name="TextBox 25">
            <a:extLst>
              <a:ext uri="{FF2B5EF4-FFF2-40B4-BE49-F238E27FC236}">
                <a16:creationId xmlns:a16="http://schemas.microsoft.com/office/drawing/2014/main" id="{11FFC5E3-6429-4079-8DA5-1C9F9181583F}"/>
              </a:ext>
            </a:extLst>
          </p:cNvPr>
          <p:cNvSpPr txBox="1"/>
          <p:nvPr userDrawn="1"/>
        </p:nvSpPr>
        <p:spPr>
          <a:xfrm>
            <a:off x="0" y="3954662"/>
            <a:ext cx="12192000" cy="461665"/>
          </a:xfrm>
          <a:prstGeom prst="rect">
            <a:avLst/>
          </a:prstGeom>
          <a:noFill/>
        </p:spPr>
        <p:txBody>
          <a:bodyPr wrap="square" rtlCol="0">
            <a:spAutoFit/>
          </a:bodyPr>
          <a:lstStyle/>
          <a:p>
            <a:pPr algn="ctr"/>
            <a:r>
              <a:rPr lang="en-US" sz="2400" spc="0">
                <a:solidFill>
                  <a:schemeClr val="bg1"/>
                </a:solidFill>
                <a:latin typeface="Franklin Gothic Demi Cond" panose="020B0706030402020204" pitchFamily="34" charset="0"/>
              </a:rPr>
              <a:t>ALWAYS LEARNING</a:t>
            </a:r>
          </a:p>
        </p:txBody>
      </p:sp>
      <p:grpSp>
        <p:nvGrpSpPr>
          <p:cNvPr id="27" name="Graphic 9">
            <a:extLst>
              <a:ext uri="{FF2B5EF4-FFF2-40B4-BE49-F238E27FC236}">
                <a16:creationId xmlns:a16="http://schemas.microsoft.com/office/drawing/2014/main" id="{93A42F2A-A2F3-4C67-99A1-25962AF9C0BB}"/>
              </a:ext>
            </a:extLst>
          </p:cNvPr>
          <p:cNvGrpSpPr/>
          <p:nvPr userDrawn="1"/>
        </p:nvGrpSpPr>
        <p:grpSpPr>
          <a:xfrm>
            <a:off x="4819650" y="1231096"/>
            <a:ext cx="2552700" cy="2552700"/>
            <a:chOff x="3295650" y="2152650"/>
            <a:chExt cx="2552700" cy="2552700"/>
          </a:xfrm>
        </p:grpSpPr>
        <p:sp>
          <p:nvSpPr>
            <p:cNvPr id="28" name="Freeform: Shape 27">
              <a:extLst>
                <a:ext uri="{FF2B5EF4-FFF2-40B4-BE49-F238E27FC236}">
                  <a16:creationId xmlns:a16="http://schemas.microsoft.com/office/drawing/2014/main" id="{D266148A-3342-434A-9C6A-5059061EABBA}"/>
                </a:ext>
              </a:extLst>
            </p:cNvPr>
            <p:cNvSpPr/>
            <p:nvPr/>
          </p:nvSpPr>
          <p:spPr>
            <a:xfrm>
              <a:off x="3288506" y="2145506"/>
              <a:ext cx="2562225" cy="2562225"/>
            </a:xfrm>
            <a:custGeom>
              <a:avLst/>
              <a:gdLst>
                <a:gd name="connsiteX0" fmla="*/ 1284351 w 2562225"/>
                <a:gd name="connsiteY0" fmla="*/ 2561558 h 2562225"/>
                <a:gd name="connsiteX1" fmla="*/ 381191 w 2562225"/>
                <a:gd name="connsiteY1" fmla="*/ 2187512 h 2562225"/>
                <a:gd name="connsiteX2" fmla="*/ 7144 w 2562225"/>
                <a:gd name="connsiteY2" fmla="*/ 1284351 h 2562225"/>
                <a:gd name="connsiteX3" fmla="*/ 381191 w 2562225"/>
                <a:gd name="connsiteY3" fmla="*/ 381191 h 2562225"/>
                <a:gd name="connsiteX4" fmla="*/ 1284351 w 2562225"/>
                <a:gd name="connsiteY4" fmla="*/ 7144 h 2562225"/>
                <a:gd name="connsiteX5" fmla="*/ 2187512 w 2562225"/>
                <a:gd name="connsiteY5" fmla="*/ 381191 h 2562225"/>
                <a:gd name="connsiteX6" fmla="*/ 2561558 w 2562225"/>
                <a:gd name="connsiteY6" fmla="*/ 1284351 h 2562225"/>
                <a:gd name="connsiteX7" fmla="*/ 2187512 w 2562225"/>
                <a:gd name="connsiteY7" fmla="*/ 2187512 h 2562225"/>
                <a:gd name="connsiteX8" fmla="*/ 1284351 w 2562225"/>
                <a:gd name="connsiteY8" fmla="*/ 2561558 h 2562225"/>
                <a:gd name="connsiteX9" fmla="*/ 1284351 w 2562225"/>
                <a:gd name="connsiteY9" fmla="*/ 135446 h 2562225"/>
                <a:gd name="connsiteX10" fmla="*/ 471964 w 2562225"/>
                <a:gd name="connsiteY10" fmla="*/ 471964 h 2562225"/>
                <a:gd name="connsiteX11" fmla="*/ 135446 w 2562225"/>
                <a:gd name="connsiteY11" fmla="*/ 1284351 h 2562225"/>
                <a:gd name="connsiteX12" fmla="*/ 471964 w 2562225"/>
                <a:gd name="connsiteY12" fmla="*/ 2096738 h 2562225"/>
                <a:gd name="connsiteX13" fmla="*/ 1284351 w 2562225"/>
                <a:gd name="connsiteY13" fmla="*/ 2433257 h 2562225"/>
                <a:gd name="connsiteX14" fmla="*/ 2096738 w 2562225"/>
                <a:gd name="connsiteY14" fmla="*/ 2096738 h 2562225"/>
                <a:gd name="connsiteX15" fmla="*/ 2433257 w 2562225"/>
                <a:gd name="connsiteY15" fmla="*/ 1284351 h 2562225"/>
                <a:gd name="connsiteX16" fmla="*/ 2096738 w 2562225"/>
                <a:gd name="connsiteY16" fmla="*/ 471964 h 2562225"/>
                <a:gd name="connsiteX17" fmla="*/ 1284351 w 2562225"/>
                <a:gd name="connsiteY17" fmla="*/ 135446 h 256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62225" h="2562225">
                  <a:moveTo>
                    <a:pt x="1284351" y="2561558"/>
                  </a:moveTo>
                  <a:cubicBezTo>
                    <a:pt x="943165" y="2561558"/>
                    <a:pt x="622459" y="2428685"/>
                    <a:pt x="381191" y="2187512"/>
                  </a:cubicBezTo>
                  <a:cubicBezTo>
                    <a:pt x="140018" y="1946243"/>
                    <a:pt x="7144" y="1625537"/>
                    <a:pt x="7144" y="1284351"/>
                  </a:cubicBezTo>
                  <a:cubicBezTo>
                    <a:pt x="7144" y="943165"/>
                    <a:pt x="140018" y="622459"/>
                    <a:pt x="381191" y="381191"/>
                  </a:cubicBezTo>
                  <a:cubicBezTo>
                    <a:pt x="622459" y="140018"/>
                    <a:pt x="943165" y="7144"/>
                    <a:pt x="1284351" y="7144"/>
                  </a:cubicBezTo>
                  <a:cubicBezTo>
                    <a:pt x="1625537" y="7144"/>
                    <a:pt x="1946243" y="140018"/>
                    <a:pt x="2187512" y="381191"/>
                  </a:cubicBezTo>
                  <a:cubicBezTo>
                    <a:pt x="2428780" y="622459"/>
                    <a:pt x="2561558" y="943165"/>
                    <a:pt x="2561558" y="1284351"/>
                  </a:cubicBezTo>
                  <a:cubicBezTo>
                    <a:pt x="2561558" y="1625537"/>
                    <a:pt x="2428685" y="1946243"/>
                    <a:pt x="2187512" y="2187512"/>
                  </a:cubicBezTo>
                  <a:cubicBezTo>
                    <a:pt x="1946243" y="2428685"/>
                    <a:pt x="1625537" y="2561558"/>
                    <a:pt x="1284351" y="2561558"/>
                  </a:cubicBezTo>
                  <a:close/>
                  <a:moveTo>
                    <a:pt x="1284351" y="135446"/>
                  </a:moveTo>
                  <a:cubicBezTo>
                    <a:pt x="977456" y="135446"/>
                    <a:pt x="688943" y="254984"/>
                    <a:pt x="471964" y="471964"/>
                  </a:cubicBezTo>
                  <a:cubicBezTo>
                    <a:pt x="254984" y="688943"/>
                    <a:pt x="135446" y="977456"/>
                    <a:pt x="135446" y="1284351"/>
                  </a:cubicBezTo>
                  <a:cubicBezTo>
                    <a:pt x="135446" y="1591247"/>
                    <a:pt x="254984" y="1879759"/>
                    <a:pt x="471964" y="2096738"/>
                  </a:cubicBezTo>
                  <a:cubicBezTo>
                    <a:pt x="688943" y="2313718"/>
                    <a:pt x="977456" y="2433257"/>
                    <a:pt x="1284351" y="2433257"/>
                  </a:cubicBezTo>
                  <a:cubicBezTo>
                    <a:pt x="1591247" y="2433257"/>
                    <a:pt x="1879759" y="2313718"/>
                    <a:pt x="2096738" y="2096738"/>
                  </a:cubicBezTo>
                  <a:cubicBezTo>
                    <a:pt x="2313718" y="1879759"/>
                    <a:pt x="2433257" y="1591247"/>
                    <a:pt x="2433257" y="1284351"/>
                  </a:cubicBezTo>
                  <a:cubicBezTo>
                    <a:pt x="2433257" y="977456"/>
                    <a:pt x="2313718" y="688943"/>
                    <a:pt x="2096738" y="471964"/>
                  </a:cubicBezTo>
                  <a:cubicBezTo>
                    <a:pt x="1879759" y="254984"/>
                    <a:pt x="1591247" y="135446"/>
                    <a:pt x="1284351" y="135446"/>
                  </a:cubicBezTo>
                  <a:close/>
                </a:path>
              </a:pathLst>
            </a:custGeom>
            <a:solidFill>
              <a:schemeClr val="bg2"/>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BF19B37-0BBE-471C-8CE9-ACE4C0658E35}"/>
                </a:ext>
              </a:extLst>
            </p:cNvPr>
            <p:cNvSpPr/>
            <p:nvPr/>
          </p:nvSpPr>
          <p:spPr>
            <a:xfrm>
              <a:off x="4345877" y="2488311"/>
              <a:ext cx="447675" cy="447675"/>
            </a:xfrm>
            <a:custGeom>
              <a:avLst/>
              <a:gdLst>
                <a:gd name="connsiteX0" fmla="*/ 446818 w 447675"/>
                <a:gd name="connsiteY0" fmla="*/ 226981 h 447675"/>
                <a:gd name="connsiteX1" fmla="*/ 226981 w 447675"/>
                <a:gd name="connsiteY1" fmla="*/ 446818 h 447675"/>
                <a:gd name="connsiteX2" fmla="*/ 7144 w 447675"/>
                <a:gd name="connsiteY2" fmla="*/ 226981 h 447675"/>
                <a:gd name="connsiteX3" fmla="*/ 226981 w 447675"/>
                <a:gd name="connsiteY3" fmla="*/ 7144 h 447675"/>
                <a:gd name="connsiteX4" fmla="*/ 446818 w 447675"/>
                <a:gd name="connsiteY4" fmla="*/ 226981 h 447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75" h="447675">
                  <a:moveTo>
                    <a:pt x="446818" y="226981"/>
                  </a:moveTo>
                  <a:cubicBezTo>
                    <a:pt x="446818" y="348393"/>
                    <a:pt x="348393" y="446818"/>
                    <a:pt x="226981" y="446818"/>
                  </a:cubicBezTo>
                  <a:cubicBezTo>
                    <a:pt x="105568" y="446818"/>
                    <a:pt x="7144" y="348393"/>
                    <a:pt x="7144" y="226981"/>
                  </a:cubicBezTo>
                  <a:cubicBezTo>
                    <a:pt x="7144" y="105568"/>
                    <a:pt x="105568" y="7144"/>
                    <a:pt x="226981" y="7144"/>
                  </a:cubicBezTo>
                  <a:cubicBezTo>
                    <a:pt x="348393" y="7144"/>
                    <a:pt x="446818" y="105568"/>
                    <a:pt x="446818" y="226981"/>
                  </a:cubicBezTo>
                  <a:close/>
                </a:path>
              </a:pathLst>
            </a:custGeom>
            <a:solidFill>
              <a:srgbClr val="F3F4F3"/>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0112495-9B03-4794-813C-8DC2D7444253}"/>
                </a:ext>
              </a:extLst>
            </p:cNvPr>
            <p:cNvSpPr/>
            <p:nvPr/>
          </p:nvSpPr>
          <p:spPr>
            <a:xfrm>
              <a:off x="5087493" y="3391948"/>
              <a:ext cx="361950" cy="66675"/>
            </a:xfrm>
            <a:custGeom>
              <a:avLst/>
              <a:gdLst>
                <a:gd name="connsiteX0" fmla="*/ 7144 w 361950"/>
                <a:gd name="connsiteY0" fmla="*/ 7144 h 66675"/>
                <a:gd name="connsiteX1" fmla="*/ 358140 w 361950"/>
                <a:gd name="connsiteY1" fmla="*/ 7144 h 66675"/>
                <a:gd name="connsiteX2" fmla="*/ 358140 w 361950"/>
                <a:gd name="connsiteY2" fmla="*/ 67532 h 66675"/>
                <a:gd name="connsiteX3" fmla="*/ 7144 w 361950"/>
                <a:gd name="connsiteY3" fmla="*/ 67532 h 66675"/>
              </a:gdLst>
              <a:ahLst/>
              <a:cxnLst>
                <a:cxn ang="0">
                  <a:pos x="connsiteX0" y="connsiteY0"/>
                </a:cxn>
                <a:cxn ang="0">
                  <a:pos x="connsiteX1" y="connsiteY1"/>
                </a:cxn>
                <a:cxn ang="0">
                  <a:pos x="connsiteX2" y="connsiteY2"/>
                </a:cxn>
                <a:cxn ang="0">
                  <a:pos x="connsiteX3" y="connsiteY3"/>
                </a:cxn>
              </a:cxnLst>
              <a:rect l="l" t="t" r="r" b="b"/>
              <a:pathLst>
                <a:path w="361950" h="66675">
                  <a:moveTo>
                    <a:pt x="7144" y="7144"/>
                  </a:moveTo>
                  <a:lnTo>
                    <a:pt x="358140" y="7144"/>
                  </a:lnTo>
                  <a:lnTo>
                    <a:pt x="358140" y="67532"/>
                  </a:lnTo>
                  <a:lnTo>
                    <a:pt x="7144" y="67532"/>
                  </a:lnTo>
                  <a:close/>
                </a:path>
              </a:pathLst>
            </a:custGeom>
            <a:solidFill>
              <a:srgbClr val="FFFFFF"/>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DA580A8-8BC8-4B6D-A042-DCF5F39F93EA}"/>
                </a:ext>
              </a:extLst>
            </p:cNvPr>
            <p:cNvSpPr/>
            <p:nvPr/>
          </p:nvSpPr>
          <p:spPr>
            <a:xfrm>
              <a:off x="5035391" y="3575590"/>
              <a:ext cx="352425" cy="209550"/>
            </a:xfrm>
            <a:custGeom>
              <a:avLst/>
              <a:gdLst>
                <a:gd name="connsiteX0" fmla="*/ 320135 w 352425"/>
                <a:gd name="connsiteY0" fmla="*/ 208407 h 209550"/>
                <a:gd name="connsiteX1" fmla="*/ 7144 w 352425"/>
                <a:gd name="connsiteY1" fmla="*/ 65532 h 209550"/>
                <a:gd name="connsiteX2" fmla="*/ 21717 w 352425"/>
                <a:gd name="connsiteY2" fmla="*/ 7144 h 209550"/>
                <a:gd name="connsiteX3" fmla="*/ 351473 w 352425"/>
                <a:gd name="connsiteY3" fmla="*/ 157925 h 209550"/>
                <a:gd name="connsiteX4" fmla="*/ 320135 w 352425"/>
                <a:gd name="connsiteY4" fmla="*/ 208407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425" h="209550">
                  <a:moveTo>
                    <a:pt x="320135" y="208407"/>
                  </a:moveTo>
                  <a:cubicBezTo>
                    <a:pt x="223647" y="144875"/>
                    <a:pt x="118396" y="96869"/>
                    <a:pt x="7144" y="65532"/>
                  </a:cubicBezTo>
                  <a:lnTo>
                    <a:pt x="21717" y="7144"/>
                  </a:lnTo>
                  <a:cubicBezTo>
                    <a:pt x="138970" y="40100"/>
                    <a:pt x="249841" y="90773"/>
                    <a:pt x="351473" y="157925"/>
                  </a:cubicBezTo>
                  <a:lnTo>
                    <a:pt x="320135" y="208407"/>
                  </a:lnTo>
                  <a:close/>
                </a:path>
              </a:pathLst>
            </a:custGeom>
            <a:solidFill>
              <a:schemeClr val="accent4"/>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344D4F-12B1-4607-A637-8D6BD72B833D}"/>
                </a:ext>
              </a:extLst>
            </p:cNvPr>
            <p:cNvSpPr/>
            <p:nvPr/>
          </p:nvSpPr>
          <p:spPr>
            <a:xfrm>
              <a:off x="5035487" y="3067145"/>
              <a:ext cx="352425" cy="209550"/>
            </a:xfrm>
            <a:custGeom>
              <a:avLst/>
              <a:gdLst>
                <a:gd name="connsiteX0" fmla="*/ 7144 w 352425"/>
                <a:gd name="connsiteY0" fmla="*/ 150590 h 209550"/>
                <a:gd name="connsiteX1" fmla="*/ 280130 w 352425"/>
                <a:gd name="connsiteY1" fmla="*/ 32194 h 209550"/>
                <a:gd name="connsiteX2" fmla="*/ 319945 w 352425"/>
                <a:gd name="connsiteY2" fmla="*/ 7144 h 209550"/>
                <a:gd name="connsiteX3" fmla="*/ 351187 w 352425"/>
                <a:gd name="connsiteY3" fmla="*/ 57626 h 209550"/>
                <a:gd name="connsiteX4" fmla="*/ 308419 w 352425"/>
                <a:gd name="connsiteY4" fmla="*/ 84582 h 209550"/>
                <a:gd name="connsiteX5" fmla="*/ 21812 w 352425"/>
                <a:gd name="connsiteY5" fmla="*/ 208883 h 209550"/>
                <a:gd name="connsiteX6" fmla="*/ 7144 w 352425"/>
                <a:gd name="connsiteY6" fmla="*/ 15059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25" h="209550">
                  <a:moveTo>
                    <a:pt x="7144" y="150590"/>
                  </a:moveTo>
                  <a:cubicBezTo>
                    <a:pt x="101917" y="123920"/>
                    <a:pt x="193738" y="84106"/>
                    <a:pt x="280130" y="32194"/>
                  </a:cubicBezTo>
                  <a:cubicBezTo>
                    <a:pt x="293465" y="24194"/>
                    <a:pt x="306800" y="15811"/>
                    <a:pt x="319945" y="7144"/>
                  </a:cubicBezTo>
                  <a:lnTo>
                    <a:pt x="351187" y="57626"/>
                  </a:lnTo>
                  <a:cubicBezTo>
                    <a:pt x="337090" y="66865"/>
                    <a:pt x="322802" y="75914"/>
                    <a:pt x="308419" y="84582"/>
                  </a:cubicBezTo>
                  <a:cubicBezTo>
                    <a:pt x="217742" y="139065"/>
                    <a:pt x="121348" y="180880"/>
                    <a:pt x="21812" y="208883"/>
                  </a:cubicBezTo>
                  <a:lnTo>
                    <a:pt x="7144" y="150590"/>
                  </a:lnTo>
                  <a:close/>
                </a:path>
              </a:pathLst>
            </a:custGeom>
            <a:solidFill>
              <a:srgbClr val="6DCFF6"/>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9D8A9EE-B318-4CA8-9A26-46B155B75031}"/>
                </a:ext>
              </a:extLst>
            </p:cNvPr>
            <p:cNvSpPr/>
            <p:nvPr/>
          </p:nvSpPr>
          <p:spPr>
            <a:xfrm>
              <a:off x="3692938" y="3391662"/>
              <a:ext cx="361950" cy="66675"/>
            </a:xfrm>
            <a:custGeom>
              <a:avLst/>
              <a:gdLst>
                <a:gd name="connsiteX0" fmla="*/ 7144 w 361950"/>
                <a:gd name="connsiteY0" fmla="*/ 7144 h 66675"/>
                <a:gd name="connsiteX1" fmla="*/ 358140 w 361950"/>
                <a:gd name="connsiteY1" fmla="*/ 7144 h 66675"/>
                <a:gd name="connsiteX2" fmla="*/ 358140 w 361950"/>
                <a:gd name="connsiteY2" fmla="*/ 67532 h 66675"/>
                <a:gd name="connsiteX3" fmla="*/ 7144 w 361950"/>
                <a:gd name="connsiteY3" fmla="*/ 67532 h 66675"/>
              </a:gdLst>
              <a:ahLst/>
              <a:cxnLst>
                <a:cxn ang="0">
                  <a:pos x="connsiteX0" y="connsiteY0"/>
                </a:cxn>
                <a:cxn ang="0">
                  <a:pos x="connsiteX1" y="connsiteY1"/>
                </a:cxn>
                <a:cxn ang="0">
                  <a:pos x="connsiteX2" y="connsiteY2"/>
                </a:cxn>
                <a:cxn ang="0">
                  <a:pos x="connsiteX3" y="connsiteY3"/>
                </a:cxn>
              </a:cxnLst>
              <a:rect l="l" t="t" r="r" b="b"/>
              <a:pathLst>
                <a:path w="361950" h="66675">
                  <a:moveTo>
                    <a:pt x="7144" y="7144"/>
                  </a:moveTo>
                  <a:lnTo>
                    <a:pt x="358140" y="7144"/>
                  </a:lnTo>
                  <a:lnTo>
                    <a:pt x="358140" y="67532"/>
                  </a:lnTo>
                  <a:lnTo>
                    <a:pt x="7144" y="67532"/>
                  </a:lnTo>
                  <a:close/>
                </a:path>
              </a:pathLst>
            </a:custGeom>
            <a:solidFill>
              <a:srgbClr val="76B043"/>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0626D18-17E1-418F-8B06-796845B47A4B}"/>
                </a:ext>
              </a:extLst>
            </p:cNvPr>
            <p:cNvSpPr/>
            <p:nvPr/>
          </p:nvSpPr>
          <p:spPr>
            <a:xfrm>
              <a:off x="3751802" y="3067145"/>
              <a:ext cx="352425" cy="209550"/>
            </a:xfrm>
            <a:custGeom>
              <a:avLst/>
              <a:gdLst>
                <a:gd name="connsiteX0" fmla="*/ 336899 w 352425"/>
                <a:gd name="connsiteY0" fmla="*/ 208407 h 209550"/>
                <a:gd name="connsiteX1" fmla="*/ 7144 w 352425"/>
                <a:gd name="connsiteY1" fmla="*/ 57626 h 209550"/>
                <a:gd name="connsiteX2" fmla="*/ 38481 w 352425"/>
                <a:gd name="connsiteY2" fmla="*/ 7144 h 209550"/>
                <a:gd name="connsiteX3" fmla="*/ 351473 w 352425"/>
                <a:gd name="connsiteY3" fmla="*/ 150019 h 209550"/>
                <a:gd name="connsiteX4" fmla="*/ 336899 w 352425"/>
                <a:gd name="connsiteY4" fmla="*/ 208407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425" h="209550">
                  <a:moveTo>
                    <a:pt x="336899" y="208407"/>
                  </a:moveTo>
                  <a:cubicBezTo>
                    <a:pt x="219646" y="175450"/>
                    <a:pt x="108776" y="124777"/>
                    <a:pt x="7144" y="57626"/>
                  </a:cubicBezTo>
                  <a:lnTo>
                    <a:pt x="38481" y="7144"/>
                  </a:lnTo>
                  <a:cubicBezTo>
                    <a:pt x="134969" y="70675"/>
                    <a:pt x="240221" y="118681"/>
                    <a:pt x="351473" y="150019"/>
                  </a:cubicBezTo>
                  <a:lnTo>
                    <a:pt x="336899" y="208407"/>
                  </a:lnTo>
                  <a:close/>
                </a:path>
              </a:pathLst>
            </a:custGeom>
            <a:solidFill>
              <a:schemeClr val="accent6"/>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ACED2DF-6BA2-48A6-860C-B51C80853FB2}"/>
                </a:ext>
              </a:extLst>
            </p:cNvPr>
            <p:cNvSpPr/>
            <p:nvPr/>
          </p:nvSpPr>
          <p:spPr>
            <a:xfrm>
              <a:off x="3751898" y="3575018"/>
              <a:ext cx="352425" cy="209550"/>
            </a:xfrm>
            <a:custGeom>
              <a:avLst/>
              <a:gdLst>
                <a:gd name="connsiteX0" fmla="*/ 7144 w 352425"/>
                <a:gd name="connsiteY0" fmla="*/ 158401 h 209550"/>
                <a:gd name="connsiteX1" fmla="*/ 49911 w 352425"/>
                <a:gd name="connsiteY1" fmla="*/ 131445 h 209550"/>
                <a:gd name="connsiteX2" fmla="*/ 336518 w 352425"/>
                <a:gd name="connsiteY2" fmla="*/ 7144 h 209550"/>
                <a:gd name="connsiteX3" fmla="*/ 351187 w 352425"/>
                <a:gd name="connsiteY3" fmla="*/ 65532 h 209550"/>
                <a:gd name="connsiteX4" fmla="*/ 78200 w 352425"/>
                <a:gd name="connsiteY4" fmla="*/ 183928 h 209550"/>
                <a:gd name="connsiteX5" fmla="*/ 38386 w 352425"/>
                <a:gd name="connsiteY5" fmla="*/ 208979 h 209550"/>
                <a:gd name="connsiteX6" fmla="*/ 7144 w 352425"/>
                <a:gd name="connsiteY6" fmla="*/ 158401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25" h="209550">
                  <a:moveTo>
                    <a:pt x="7144" y="158401"/>
                  </a:moveTo>
                  <a:cubicBezTo>
                    <a:pt x="21241" y="149162"/>
                    <a:pt x="35528" y="140113"/>
                    <a:pt x="49911" y="131445"/>
                  </a:cubicBezTo>
                  <a:cubicBezTo>
                    <a:pt x="140589" y="76962"/>
                    <a:pt x="236982" y="35147"/>
                    <a:pt x="336518" y="7144"/>
                  </a:cubicBezTo>
                  <a:lnTo>
                    <a:pt x="351187" y="65532"/>
                  </a:lnTo>
                  <a:cubicBezTo>
                    <a:pt x="256413" y="92202"/>
                    <a:pt x="164592" y="132017"/>
                    <a:pt x="78200" y="183928"/>
                  </a:cubicBezTo>
                  <a:cubicBezTo>
                    <a:pt x="64865" y="191929"/>
                    <a:pt x="51435" y="200311"/>
                    <a:pt x="38386" y="208979"/>
                  </a:cubicBezTo>
                  <a:lnTo>
                    <a:pt x="7144" y="158401"/>
                  </a:lnTo>
                  <a:close/>
                </a:path>
              </a:pathLst>
            </a:custGeom>
            <a:solidFill>
              <a:schemeClr val="accent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C627B5F-349B-47E1-A678-BA1839D96F93}"/>
                </a:ext>
              </a:extLst>
            </p:cNvPr>
            <p:cNvSpPr/>
            <p:nvPr/>
          </p:nvSpPr>
          <p:spPr>
            <a:xfrm>
              <a:off x="4669378" y="2667667"/>
              <a:ext cx="514350" cy="1666875"/>
            </a:xfrm>
            <a:custGeom>
              <a:avLst/>
              <a:gdLst>
                <a:gd name="connsiteX0" fmla="*/ 90169 w 514350"/>
                <a:gd name="connsiteY0" fmla="*/ 1667447 h 1666875"/>
                <a:gd name="connsiteX1" fmla="*/ 68452 w 514350"/>
                <a:gd name="connsiteY1" fmla="*/ 514160 h 1666875"/>
                <a:gd name="connsiteX2" fmla="*/ 413162 w 514350"/>
                <a:gd name="connsiteY2" fmla="*/ 7144 h 1666875"/>
                <a:gd name="connsiteX3" fmla="*/ 516223 w 514350"/>
                <a:gd name="connsiteY3" fmla="*/ 109823 h 1666875"/>
                <a:gd name="connsiteX4" fmla="*/ 138080 w 514350"/>
                <a:gd name="connsiteY4" fmla="*/ 1591628 h 1666875"/>
                <a:gd name="connsiteX5" fmla="*/ 275335 w 514350"/>
                <a:gd name="connsiteY5" fmla="*/ 1628299 h 1666875"/>
                <a:gd name="connsiteX6" fmla="*/ 90169 w 514350"/>
                <a:gd name="connsiteY6" fmla="*/ 1667447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350" h="1666875">
                  <a:moveTo>
                    <a:pt x="90169" y="1667447"/>
                  </a:moveTo>
                  <a:cubicBezTo>
                    <a:pt x="-12796" y="1174909"/>
                    <a:pt x="-19940" y="797624"/>
                    <a:pt x="68452" y="514160"/>
                  </a:cubicBezTo>
                  <a:cubicBezTo>
                    <a:pt x="144652" y="269843"/>
                    <a:pt x="280479" y="129731"/>
                    <a:pt x="413162" y="7144"/>
                  </a:cubicBezTo>
                  <a:lnTo>
                    <a:pt x="516223" y="109823"/>
                  </a:lnTo>
                  <a:cubicBezTo>
                    <a:pt x="301529" y="308229"/>
                    <a:pt x="-63278" y="560642"/>
                    <a:pt x="138080" y="1591628"/>
                  </a:cubicBezTo>
                  <a:cubicBezTo>
                    <a:pt x="138080" y="1591628"/>
                    <a:pt x="245903" y="1570577"/>
                    <a:pt x="275335" y="1628299"/>
                  </a:cubicBezTo>
                  <a:lnTo>
                    <a:pt x="90169" y="1667447"/>
                  </a:lnTo>
                  <a:close/>
                </a:path>
              </a:pathLst>
            </a:custGeom>
            <a:solidFill>
              <a:srgbClr val="F3F4F3"/>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972A444-5AE9-4180-86C2-E3EC8F8BDA16}"/>
                </a:ext>
              </a:extLst>
            </p:cNvPr>
            <p:cNvSpPr/>
            <p:nvPr/>
          </p:nvSpPr>
          <p:spPr>
            <a:xfrm>
              <a:off x="3952970" y="2667667"/>
              <a:ext cx="514350" cy="1666875"/>
            </a:xfrm>
            <a:custGeom>
              <a:avLst/>
              <a:gdLst>
                <a:gd name="connsiteX0" fmla="*/ 433197 w 514350"/>
                <a:gd name="connsiteY0" fmla="*/ 1667447 h 1666875"/>
                <a:gd name="connsiteX1" fmla="*/ 454914 w 514350"/>
                <a:gd name="connsiteY1" fmla="*/ 514160 h 1666875"/>
                <a:gd name="connsiteX2" fmla="*/ 110204 w 514350"/>
                <a:gd name="connsiteY2" fmla="*/ 7144 h 1666875"/>
                <a:gd name="connsiteX3" fmla="*/ 7144 w 514350"/>
                <a:gd name="connsiteY3" fmla="*/ 109919 h 1666875"/>
                <a:gd name="connsiteX4" fmla="*/ 385286 w 514350"/>
                <a:gd name="connsiteY4" fmla="*/ 1591723 h 1666875"/>
                <a:gd name="connsiteX5" fmla="*/ 248031 w 514350"/>
                <a:gd name="connsiteY5" fmla="*/ 1628394 h 1666875"/>
                <a:gd name="connsiteX6" fmla="*/ 433197 w 514350"/>
                <a:gd name="connsiteY6" fmla="*/ 1667447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350" h="1666875">
                  <a:moveTo>
                    <a:pt x="433197" y="1667447"/>
                  </a:moveTo>
                  <a:cubicBezTo>
                    <a:pt x="536162" y="1174909"/>
                    <a:pt x="543306" y="797624"/>
                    <a:pt x="454914" y="514160"/>
                  </a:cubicBezTo>
                  <a:cubicBezTo>
                    <a:pt x="378714" y="269843"/>
                    <a:pt x="242888" y="129731"/>
                    <a:pt x="110204" y="7144"/>
                  </a:cubicBezTo>
                  <a:lnTo>
                    <a:pt x="7144" y="109919"/>
                  </a:lnTo>
                  <a:cubicBezTo>
                    <a:pt x="221837" y="308324"/>
                    <a:pt x="586645" y="560737"/>
                    <a:pt x="385286" y="1591723"/>
                  </a:cubicBezTo>
                  <a:cubicBezTo>
                    <a:pt x="385286" y="1591723"/>
                    <a:pt x="277463" y="1570673"/>
                    <a:pt x="248031" y="1628394"/>
                  </a:cubicBezTo>
                  <a:lnTo>
                    <a:pt x="433197" y="1667447"/>
                  </a:lnTo>
                  <a:close/>
                </a:path>
              </a:pathLst>
            </a:custGeom>
            <a:solidFill>
              <a:srgbClr val="F3F4F3"/>
            </a:solidFill>
            <a:ln w="9525" cap="flat">
              <a:noFill/>
              <a:prstDash val="solid"/>
              <a:miter/>
            </a:ln>
          </p:spPr>
          <p:txBody>
            <a:bodyPr rtlCol="0" anchor="ctr"/>
            <a:lstStyle/>
            <a:p>
              <a:endParaRPr lang="en-US"/>
            </a:p>
          </p:txBody>
        </p:sp>
      </p:grpSp>
      <p:pic>
        <p:nvPicPr>
          <p:cNvPr id="46" name="Graphic 45">
            <a:extLst>
              <a:ext uri="{FF2B5EF4-FFF2-40B4-BE49-F238E27FC236}">
                <a16:creationId xmlns:a16="http://schemas.microsoft.com/office/drawing/2014/main" id="{8652AE9D-F4CD-4B3A-BB4E-15488E99079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5009245"/>
            <a:ext cx="12192000" cy="66640"/>
          </a:xfrm>
          <a:prstGeom prst="rect">
            <a:avLst/>
          </a:prstGeom>
        </p:spPr>
      </p:pic>
    </p:spTree>
    <p:extLst>
      <p:ext uri="{BB962C8B-B14F-4D97-AF65-F5344CB8AC3E}">
        <p14:creationId xmlns:p14="http://schemas.microsoft.com/office/powerpoint/2010/main" val="10149831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Rectangle 3"/>
          <p:cNvSpPr>
            <a:spLocks noChangeArrowheads="1"/>
          </p:cNvSpPr>
          <p:nvPr userDrawn="1"/>
        </p:nvSpPr>
        <p:spPr bwMode="auto">
          <a:xfrm>
            <a:off x="0" y="1"/>
            <a:ext cx="12192000" cy="6857999"/>
          </a:xfrm>
          <a:prstGeom prst="rect">
            <a:avLst/>
          </a:prstGeom>
          <a:gradFill flip="none" rotWithShape="1">
            <a:gsLst>
              <a:gs pos="0">
                <a:srgbClr val="000000"/>
              </a:gs>
              <a:gs pos="100000">
                <a:srgbClr val="43525A"/>
              </a:gs>
            </a:gsLst>
            <a:lin ang="2700000" scaled="1"/>
            <a:tileRect/>
          </a:gradFill>
          <a:ln w="9525" algn="ctr">
            <a:noFill/>
            <a:miter lim="800000"/>
            <a:headEnd/>
            <a:tailEnd/>
          </a:ln>
          <a:effectLst/>
        </p:spPr>
        <p:txBody>
          <a:bodyPr wrap="none" anchor="ctr"/>
          <a:lstStyle/>
          <a:p>
            <a:endParaRPr lang="en-US" sz="1800"/>
          </a:p>
        </p:txBody>
      </p:sp>
      <p:sp>
        <p:nvSpPr>
          <p:cNvPr id="3167237" name="Rectangle 5"/>
          <p:cNvSpPr>
            <a:spLocks noGrp="1" noChangeArrowheads="1"/>
          </p:cNvSpPr>
          <p:nvPr>
            <p:ph type="ctrTitle"/>
          </p:nvPr>
        </p:nvSpPr>
        <p:spPr>
          <a:xfrm>
            <a:off x="1066800" y="2971799"/>
            <a:ext cx="10210277" cy="990602"/>
          </a:xfrm>
        </p:spPr>
        <p:txBody>
          <a:bodyPr lIns="0" rIns="0" anchor="t">
            <a:normAutofit/>
          </a:bodyPr>
          <a:lstStyle>
            <a:lvl1pPr algn="l">
              <a:defRPr sz="4800" b="0">
                <a:solidFill>
                  <a:schemeClr val="bg1"/>
                </a:solidFill>
                <a:latin typeface="Franklin Gothic Medium" panose="020B0603020102020204" pitchFamily="34" charset="0"/>
              </a:defRPr>
            </a:lvl1pPr>
          </a:lstStyle>
          <a:p>
            <a:r>
              <a:rPr lang="en-US"/>
              <a:t>Click to edit Master title style</a:t>
            </a:r>
          </a:p>
        </p:txBody>
      </p:sp>
      <p:sp>
        <p:nvSpPr>
          <p:cNvPr id="3167239" name="Rectangle 7"/>
          <p:cNvSpPr>
            <a:spLocks noGrp="1" noChangeArrowheads="1"/>
          </p:cNvSpPr>
          <p:nvPr>
            <p:ph type="subTitle" idx="1"/>
          </p:nvPr>
        </p:nvSpPr>
        <p:spPr>
          <a:xfrm>
            <a:off x="1066800" y="3962401"/>
            <a:ext cx="10224937" cy="762000"/>
          </a:xfrm>
        </p:spPr>
        <p:txBody>
          <a:bodyPr lIns="0" rIns="0">
            <a:normAutofit/>
          </a:bodyPr>
          <a:lstStyle>
            <a:lvl1pPr marL="0" indent="0">
              <a:buFont typeface="Wingdings" pitchFamily="2" charset="2"/>
              <a:buNone/>
              <a:defRPr sz="2400">
                <a:solidFill>
                  <a:schemeClr val="bg1"/>
                </a:solidFill>
                <a:latin typeface="Franklin Gothic Book" pitchFamily="34" charset="0"/>
              </a:defRPr>
            </a:lvl1pPr>
          </a:lstStyle>
          <a:p>
            <a:r>
              <a:rPr lang="en-US"/>
              <a:t>Click to edit Master subtitle style</a:t>
            </a:r>
          </a:p>
        </p:txBody>
      </p:sp>
      <p:grpSp>
        <p:nvGrpSpPr>
          <p:cNvPr id="7" name="Group 6"/>
          <p:cNvGrpSpPr/>
          <p:nvPr userDrawn="1"/>
        </p:nvGrpSpPr>
        <p:grpSpPr>
          <a:xfrm>
            <a:off x="0" y="5943601"/>
            <a:ext cx="12191999" cy="552540"/>
            <a:chOff x="0" y="5943601"/>
            <a:chExt cx="12191999" cy="55254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1" y="5943601"/>
              <a:ext cx="1000071" cy="552539"/>
            </a:xfrm>
            <a:prstGeom prst="rect">
              <a:avLst/>
            </a:prstGeom>
          </p:spPr>
        </p:pic>
        <p:pic>
          <p:nvPicPr>
            <p:cNvPr id="11" name="Picture 10"/>
            <p:cNvPicPr>
              <a:picLocks noChangeAspect="1"/>
            </p:cNvPicPr>
            <p:nvPr userDrawn="1"/>
          </p:nvPicPr>
          <p:blipFill rotWithShape="1">
            <a:blip r:embed="rId3" cstate="print">
              <a:extLst>
                <a:ext uri="{28A0092B-C50C-407E-A947-70E740481C1C}">
                  <a14:useLocalDpi xmlns:a14="http://schemas.microsoft.com/office/drawing/2010/main" val="0"/>
                </a:ext>
              </a:extLst>
            </a:blip>
            <a:srcRect l="16584" t="51920" r="41509" b="16551"/>
            <a:stretch/>
          </p:blipFill>
          <p:spPr>
            <a:xfrm>
              <a:off x="2146190" y="5943601"/>
              <a:ext cx="10045809" cy="552540"/>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8585" t="51919" r="87297" b="16552"/>
            <a:stretch/>
          </p:blipFill>
          <p:spPr>
            <a:xfrm>
              <a:off x="0" y="5943601"/>
              <a:ext cx="987482" cy="552539"/>
            </a:xfrm>
            <a:prstGeom prst="rect">
              <a:avLst/>
            </a:prstGeom>
          </p:spPr>
        </p:pic>
      </p:grpSp>
      <p:sp>
        <p:nvSpPr>
          <p:cNvPr id="15" name="Picture Placeholder 4"/>
          <p:cNvSpPr>
            <a:spLocks noGrp="1"/>
          </p:cNvSpPr>
          <p:nvPr>
            <p:ph type="pic" sz="quarter" idx="16" hasCustomPrompt="1"/>
          </p:nvPr>
        </p:nvSpPr>
        <p:spPr>
          <a:xfrm>
            <a:off x="9905477" y="762000"/>
            <a:ext cx="1371600" cy="1371600"/>
          </a:xfrm>
          <a:prstGeom prst="ellipse">
            <a:avLst/>
          </a:prstGeom>
          <a:noFill/>
          <a:ln>
            <a:noFill/>
          </a:ln>
        </p:spPr>
        <p:txBody>
          <a:bodyPr wrap="none" anchor="ctr" anchorCtr="0">
            <a:normAutofit/>
          </a:bodyPr>
          <a:lstStyle>
            <a:lvl1pPr marL="0" indent="0" algn="ctr">
              <a:lnSpc>
                <a:spcPts val="2000"/>
              </a:lnSpc>
              <a:spcBef>
                <a:spcPts val="0"/>
              </a:spcBef>
              <a:buNone/>
              <a:defRPr sz="2000">
                <a:solidFill>
                  <a:schemeClr val="bg1"/>
                </a:solidFill>
              </a:defRPr>
            </a:lvl1pPr>
          </a:lstStyle>
          <a:p>
            <a:r>
              <a:rPr lang="en-US"/>
              <a:t>OPTION TO</a:t>
            </a:r>
            <a:br>
              <a:rPr lang="en-US"/>
            </a:br>
            <a:r>
              <a:rPr lang="en-US"/>
              <a:t>INCLUDE</a:t>
            </a:r>
            <a:br>
              <a:rPr lang="en-US"/>
            </a:br>
            <a:r>
              <a:rPr lang="en-US"/>
              <a:t>CIRCULAR</a:t>
            </a:r>
            <a:br>
              <a:rPr lang="en-US"/>
            </a:br>
            <a:r>
              <a:rPr lang="en-US"/>
              <a:t>BC ICON</a:t>
            </a:r>
          </a:p>
        </p:txBody>
      </p:sp>
      <p:cxnSp>
        <p:nvCxnSpPr>
          <p:cNvPr id="18" name="Straight Connector 17">
            <a:extLst>
              <a:ext uri="{FF2B5EF4-FFF2-40B4-BE49-F238E27FC236}">
                <a16:creationId xmlns:a16="http://schemas.microsoft.com/office/drawing/2014/main" id="{3860E3A8-E286-42DC-8344-620AABA4E721}"/>
              </a:ext>
            </a:extLst>
          </p:cNvPr>
          <p:cNvCxnSpPr>
            <a:cxnSpLocks/>
          </p:cNvCxnSpPr>
          <p:nvPr userDrawn="1"/>
        </p:nvCxnSpPr>
        <p:spPr bwMode="auto">
          <a:xfrm>
            <a:off x="1066800" y="2819400"/>
            <a:ext cx="762000" cy="0"/>
          </a:xfrm>
          <a:prstGeom prst="line">
            <a:avLst/>
          </a:prstGeom>
          <a:noFill/>
          <a:ln w="38100" cap="flat" cmpd="sng" algn="ctr">
            <a:solidFill>
              <a:srgbClr val="FFC233"/>
            </a:solidFill>
            <a:prstDash val="solid"/>
            <a:round/>
            <a:headEnd type="none" w="med" len="med"/>
            <a:tailEnd type="none" w="med" len="med"/>
          </a:ln>
          <a:effectLst/>
        </p:spPr>
      </p:cxnSp>
      <p:sp>
        <p:nvSpPr>
          <p:cNvPr id="19" name="Rectangle 18">
            <a:extLst>
              <a:ext uri="{FF2B5EF4-FFF2-40B4-BE49-F238E27FC236}">
                <a16:creationId xmlns:a16="http://schemas.microsoft.com/office/drawing/2014/main" id="{B08E1F3D-9415-409F-8CAB-48D0B35C900F}"/>
              </a:ext>
            </a:extLst>
          </p:cNvPr>
          <p:cNvSpPr/>
          <p:nvPr userDrawn="1"/>
        </p:nvSpPr>
        <p:spPr bwMode="auto">
          <a:xfrm>
            <a:off x="0" y="0"/>
            <a:ext cx="12192000" cy="6858000"/>
          </a:xfrm>
          <a:prstGeom prst="rect">
            <a:avLst/>
          </a:prstGeom>
          <a:noFill/>
          <a:ln w="38100" cap="sq"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800206540"/>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4" name="Rectangle 3"/>
          <p:cNvSpPr>
            <a:spLocks noChangeArrowheads="1"/>
          </p:cNvSpPr>
          <p:nvPr userDrawn="1"/>
        </p:nvSpPr>
        <p:spPr bwMode="auto">
          <a:xfrm>
            <a:off x="0" y="1"/>
            <a:ext cx="12192000" cy="6857999"/>
          </a:xfrm>
          <a:prstGeom prst="rect">
            <a:avLst/>
          </a:prstGeom>
          <a:gradFill flip="none" rotWithShape="1">
            <a:gsLst>
              <a:gs pos="0">
                <a:srgbClr val="43525A"/>
              </a:gs>
              <a:gs pos="100000">
                <a:srgbClr val="909D93"/>
              </a:gs>
            </a:gsLst>
            <a:lin ang="2700000" scaled="1"/>
            <a:tileRect/>
          </a:gradFill>
          <a:ln w="9525" algn="ctr">
            <a:noFill/>
            <a:miter lim="800000"/>
            <a:headEnd/>
            <a:tailEnd/>
          </a:ln>
          <a:effectLst/>
        </p:spPr>
        <p:txBody>
          <a:bodyPr wrap="none" anchor="ctr"/>
          <a:lstStyle/>
          <a:p>
            <a:endParaRPr lang="en-US" sz="1800"/>
          </a:p>
        </p:txBody>
      </p:sp>
      <p:grpSp>
        <p:nvGrpSpPr>
          <p:cNvPr id="7" name="Group 6"/>
          <p:cNvGrpSpPr/>
          <p:nvPr userDrawn="1"/>
        </p:nvGrpSpPr>
        <p:grpSpPr>
          <a:xfrm>
            <a:off x="0" y="5943601"/>
            <a:ext cx="12191999" cy="552540"/>
            <a:chOff x="0" y="5943601"/>
            <a:chExt cx="12191999" cy="55254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1" y="5943601"/>
              <a:ext cx="1000071" cy="552539"/>
            </a:xfrm>
            <a:prstGeom prst="rect">
              <a:avLst/>
            </a:prstGeom>
          </p:spPr>
        </p:pic>
        <p:pic>
          <p:nvPicPr>
            <p:cNvPr id="11" name="Picture 10"/>
            <p:cNvPicPr>
              <a:picLocks noChangeAspect="1"/>
            </p:cNvPicPr>
            <p:nvPr userDrawn="1"/>
          </p:nvPicPr>
          <p:blipFill rotWithShape="1">
            <a:blip r:embed="rId3" cstate="print">
              <a:extLst>
                <a:ext uri="{28A0092B-C50C-407E-A947-70E740481C1C}">
                  <a14:useLocalDpi xmlns:a14="http://schemas.microsoft.com/office/drawing/2010/main" val="0"/>
                </a:ext>
              </a:extLst>
            </a:blip>
            <a:srcRect l="16584" t="51920" r="41509" b="16551"/>
            <a:stretch/>
          </p:blipFill>
          <p:spPr>
            <a:xfrm>
              <a:off x="2146190" y="5943601"/>
              <a:ext cx="10045809" cy="552540"/>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8585" t="51919" r="87297" b="16552"/>
            <a:stretch/>
          </p:blipFill>
          <p:spPr>
            <a:xfrm>
              <a:off x="0" y="5943601"/>
              <a:ext cx="987482" cy="552539"/>
            </a:xfrm>
            <a:prstGeom prst="rect">
              <a:avLst/>
            </a:prstGeom>
          </p:spPr>
        </p:pic>
      </p:grpSp>
      <p:sp>
        <p:nvSpPr>
          <p:cNvPr id="15" name="Picture Placeholder 4"/>
          <p:cNvSpPr>
            <a:spLocks noGrp="1"/>
          </p:cNvSpPr>
          <p:nvPr>
            <p:ph type="pic" sz="quarter" idx="16" hasCustomPrompt="1"/>
          </p:nvPr>
        </p:nvSpPr>
        <p:spPr>
          <a:xfrm>
            <a:off x="9905477" y="762000"/>
            <a:ext cx="1371600" cy="1371600"/>
          </a:xfrm>
          <a:prstGeom prst="ellipse">
            <a:avLst/>
          </a:prstGeom>
          <a:noFill/>
          <a:ln>
            <a:noFill/>
          </a:ln>
        </p:spPr>
        <p:txBody>
          <a:bodyPr wrap="none" anchor="ctr" anchorCtr="0">
            <a:normAutofit/>
          </a:bodyPr>
          <a:lstStyle>
            <a:lvl1pPr marL="0" indent="0" algn="ctr">
              <a:lnSpc>
                <a:spcPts val="2000"/>
              </a:lnSpc>
              <a:spcBef>
                <a:spcPts val="0"/>
              </a:spcBef>
              <a:buNone/>
              <a:defRPr sz="2000">
                <a:solidFill>
                  <a:schemeClr val="bg1"/>
                </a:solidFill>
              </a:defRPr>
            </a:lvl1pPr>
          </a:lstStyle>
          <a:p>
            <a:r>
              <a:rPr lang="en-US"/>
              <a:t>OPTION TO</a:t>
            </a:r>
            <a:br>
              <a:rPr lang="en-US"/>
            </a:br>
            <a:r>
              <a:rPr lang="en-US"/>
              <a:t>INCLUDE</a:t>
            </a:r>
            <a:br>
              <a:rPr lang="en-US"/>
            </a:br>
            <a:r>
              <a:rPr lang="en-US"/>
              <a:t>CIRCULAR</a:t>
            </a:r>
            <a:br>
              <a:rPr lang="en-US"/>
            </a:br>
            <a:r>
              <a:rPr lang="en-US"/>
              <a:t>BC ICON</a:t>
            </a:r>
          </a:p>
        </p:txBody>
      </p:sp>
      <p:sp>
        <p:nvSpPr>
          <p:cNvPr id="13" name="Rectangle 5">
            <a:extLst>
              <a:ext uri="{FF2B5EF4-FFF2-40B4-BE49-F238E27FC236}">
                <a16:creationId xmlns:a16="http://schemas.microsoft.com/office/drawing/2014/main" id="{22420A5A-84A1-4B7E-AB53-11E5F04CF462}"/>
              </a:ext>
            </a:extLst>
          </p:cNvPr>
          <p:cNvSpPr>
            <a:spLocks noGrp="1" noChangeArrowheads="1"/>
          </p:cNvSpPr>
          <p:nvPr>
            <p:ph type="ctrTitle"/>
          </p:nvPr>
        </p:nvSpPr>
        <p:spPr>
          <a:xfrm>
            <a:off x="1066800" y="2971799"/>
            <a:ext cx="10210277" cy="990602"/>
          </a:xfrm>
        </p:spPr>
        <p:txBody>
          <a:bodyPr lIns="0" rIns="0" anchor="t">
            <a:normAutofit/>
          </a:bodyPr>
          <a:lstStyle>
            <a:lvl1pPr algn="l">
              <a:defRPr sz="4800" b="0">
                <a:solidFill>
                  <a:schemeClr val="bg1"/>
                </a:solidFill>
                <a:latin typeface="Franklin Gothic Medium" panose="020B0603020102020204" pitchFamily="34" charset="0"/>
              </a:defRPr>
            </a:lvl1pPr>
          </a:lstStyle>
          <a:p>
            <a:r>
              <a:rPr lang="en-US"/>
              <a:t>Click to edit Master title style</a:t>
            </a:r>
          </a:p>
        </p:txBody>
      </p:sp>
      <p:sp>
        <p:nvSpPr>
          <p:cNvPr id="16" name="Rectangle 7">
            <a:extLst>
              <a:ext uri="{FF2B5EF4-FFF2-40B4-BE49-F238E27FC236}">
                <a16:creationId xmlns:a16="http://schemas.microsoft.com/office/drawing/2014/main" id="{67821F76-7F48-439A-942F-527D6442A50D}"/>
              </a:ext>
            </a:extLst>
          </p:cNvPr>
          <p:cNvSpPr>
            <a:spLocks noGrp="1" noChangeArrowheads="1"/>
          </p:cNvSpPr>
          <p:nvPr>
            <p:ph type="subTitle" idx="1"/>
          </p:nvPr>
        </p:nvSpPr>
        <p:spPr>
          <a:xfrm>
            <a:off x="1066800" y="3962401"/>
            <a:ext cx="10224937" cy="762000"/>
          </a:xfrm>
        </p:spPr>
        <p:txBody>
          <a:bodyPr lIns="0" rIns="0">
            <a:normAutofit/>
          </a:bodyPr>
          <a:lstStyle>
            <a:lvl1pPr marL="0" indent="0">
              <a:buFont typeface="Wingdings" pitchFamily="2" charset="2"/>
              <a:buNone/>
              <a:defRPr sz="2400">
                <a:solidFill>
                  <a:schemeClr val="bg1"/>
                </a:solidFill>
                <a:latin typeface="Franklin Gothic Book" pitchFamily="34" charset="0"/>
              </a:defRPr>
            </a:lvl1pPr>
          </a:lstStyle>
          <a:p>
            <a:r>
              <a:rPr lang="en-US"/>
              <a:t>Click to edit Master subtitle style</a:t>
            </a:r>
          </a:p>
        </p:txBody>
      </p:sp>
      <p:cxnSp>
        <p:nvCxnSpPr>
          <p:cNvPr id="17" name="Straight Connector 16">
            <a:extLst>
              <a:ext uri="{FF2B5EF4-FFF2-40B4-BE49-F238E27FC236}">
                <a16:creationId xmlns:a16="http://schemas.microsoft.com/office/drawing/2014/main" id="{7874F7D3-5725-4052-A162-E6FE973F0CB9}"/>
              </a:ext>
            </a:extLst>
          </p:cNvPr>
          <p:cNvCxnSpPr>
            <a:cxnSpLocks/>
          </p:cNvCxnSpPr>
          <p:nvPr userDrawn="1"/>
        </p:nvCxnSpPr>
        <p:spPr bwMode="auto">
          <a:xfrm>
            <a:off x="1066800" y="2819400"/>
            <a:ext cx="762000" cy="0"/>
          </a:xfrm>
          <a:prstGeom prst="line">
            <a:avLst/>
          </a:prstGeom>
          <a:noFill/>
          <a:ln w="38100" cap="flat" cmpd="sng" algn="ctr">
            <a:solidFill>
              <a:srgbClr val="FFC233"/>
            </a:solidFill>
            <a:prstDash val="solid"/>
            <a:round/>
            <a:headEnd type="none" w="med" len="med"/>
            <a:tailEnd type="none" w="med" len="med"/>
          </a:ln>
          <a:effectLst/>
        </p:spPr>
      </p:cxnSp>
      <p:sp>
        <p:nvSpPr>
          <p:cNvPr id="18" name="Rectangle 17">
            <a:extLst>
              <a:ext uri="{FF2B5EF4-FFF2-40B4-BE49-F238E27FC236}">
                <a16:creationId xmlns:a16="http://schemas.microsoft.com/office/drawing/2014/main" id="{E25273B7-D1CA-49C8-A68F-6460D2870874}"/>
              </a:ext>
            </a:extLst>
          </p:cNvPr>
          <p:cNvSpPr/>
          <p:nvPr userDrawn="1"/>
        </p:nvSpPr>
        <p:spPr bwMode="auto">
          <a:xfrm>
            <a:off x="0" y="0"/>
            <a:ext cx="12192000" cy="6858000"/>
          </a:xfrm>
          <a:prstGeom prst="rect">
            <a:avLst/>
          </a:prstGeom>
          <a:noFill/>
          <a:ln w="38100" cap="sq"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122614270"/>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A26FF6-DDF7-4331-8A01-7956E5FFF8EF}"/>
              </a:ext>
            </a:extLst>
          </p:cNvPr>
          <p:cNvSpPr/>
          <p:nvPr userDrawn="1"/>
        </p:nvSpPr>
        <p:spPr bwMode="auto">
          <a:xfrm>
            <a:off x="0" y="0"/>
            <a:ext cx="12192000" cy="6858000"/>
          </a:xfrm>
          <a:prstGeom prst="rect">
            <a:avLst/>
          </a:prstGeom>
          <a:solidFill>
            <a:srgbClr val="4352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21" name="Straight Connector 20">
            <a:extLst>
              <a:ext uri="{FF2B5EF4-FFF2-40B4-BE49-F238E27FC236}">
                <a16:creationId xmlns:a16="http://schemas.microsoft.com/office/drawing/2014/main" id="{C83AEB8F-1973-4F07-AF41-EC4CE2E82D6D}"/>
              </a:ext>
            </a:extLst>
          </p:cNvPr>
          <p:cNvCxnSpPr>
            <a:cxnSpLocks/>
          </p:cNvCxnSpPr>
          <p:nvPr userDrawn="1"/>
        </p:nvCxnSpPr>
        <p:spPr bwMode="auto">
          <a:xfrm>
            <a:off x="1066800" y="2819400"/>
            <a:ext cx="762000" cy="0"/>
          </a:xfrm>
          <a:prstGeom prst="line">
            <a:avLst/>
          </a:prstGeom>
          <a:noFill/>
          <a:ln w="38100" cap="flat" cmpd="sng" algn="ctr">
            <a:solidFill>
              <a:srgbClr val="FFC233"/>
            </a:solidFill>
            <a:prstDash val="solid"/>
            <a:round/>
            <a:headEnd type="none" w="med" len="med"/>
            <a:tailEnd type="none" w="med" len="med"/>
          </a:ln>
          <a:effectLst/>
        </p:spPr>
      </p:cxnSp>
      <p:sp>
        <p:nvSpPr>
          <p:cNvPr id="9" name="Rectangle 5">
            <a:extLst>
              <a:ext uri="{FF2B5EF4-FFF2-40B4-BE49-F238E27FC236}">
                <a16:creationId xmlns:a16="http://schemas.microsoft.com/office/drawing/2014/main" id="{49796889-E895-4921-A159-B2E6F069A461}"/>
              </a:ext>
            </a:extLst>
          </p:cNvPr>
          <p:cNvSpPr>
            <a:spLocks noGrp="1" noChangeArrowheads="1"/>
          </p:cNvSpPr>
          <p:nvPr>
            <p:ph type="ctrTitle"/>
          </p:nvPr>
        </p:nvSpPr>
        <p:spPr>
          <a:xfrm>
            <a:off x="1066800" y="2971799"/>
            <a:ext cx="10210277" cy="990602"/>
          </a:xfrm>
        </p:spPr>
        <p:txBody>
          <a:bodyPr lIns="0" rIns="0" anchor="t">
            <a:normAutofit/>
          </a:bodyPr>
          <a:lstStyle>
            <a:lvl1pPr algn="l">
              <a:defRPr sz="4800" b="0">
                <a:solidFill>
                  <a:schemeClr val="bg1"/>
                </a:solidFill>
                <a:latin typeface="Franklin Gothic Medium" panose="020B0603020102020204" pitchFamily="34" charset="0"/>
              </a:defRPr>
            </a:lvl1pPr>
          </a:lstStyle>
          <a:p>
            <a:r>
              <a:rPr lang="en-US"/>
              <a:t>Click to edit Master title style</a:t>
            </a:r>
          </a:p>
        </p:txBody>
      </p:sp>
      <p:sp>
        <p:nvSpPr>
          <p:cNvPr id="11" name="Rectangle 7">
            <a:extLst>
              <a:ext uri="{FF2B5EF4-FFF2-40B4-BE49-F238E27FC236}">
                <a16:creationId xmlns:a16="http://schemas.microsoft.com/office/drawing/2014/main" id="{5886A3EE-D580-4C51-920A-A14BF6B90DD3}"/>
              </a:ext>
            </a:extLst>
          </p:cNvPr>
          <p:cNvSpPr>
            <a:spLocks noGrp="1" noChangeArrowheads="1"/>
          </p:cNvSpPr>
          <p:nvPr>
            <p:ph type="subTitle" idx="1"/>
          </p:nvPr>
        </p:nvSpPr>
        <p:spPr>
          <a:xfrm>
            <a:off x="1066800" y="3962401"/>
            <a:ext cx="10224937" cy="762000"/>
          </a:xfrm>
        </p:spPr>
        <p:txBody>
          <a:bodyPr lIns="0" rIns="0">
            <a:normAutofit/>
          </a:bodyPr>
          <a:lstStyle>
            <a:lvl1pPr marL="0" indent="0">
              <a:buFont typeface="Wingdings" pitchFamily="2" charset="2"/>
              <a:buNone/>
              <a:defRPr sz="2400">
                <a:solidFill>
                  <a:schemeClr val="bg1"/>
                </a:solidFill>
                <a:latin typeface="Franklin Gothic Book" pitchFamily="34" charset="0"/>
              </a:defRPr>
            </a:lvl1pPr>
          </a:lstStyle>
          <a:p>
            <a:r>
              <a:rPr lang="en-US"/>
              <a:t>Click to edit Master subtitle style</a:t>
            </a:r>
          </a:p>
        </p:txBody>
      </p:sp>
      <p:sp>
        <p:nvSpPr>
          <p:cNvPr id="12" name="Rectangle 11">
            <a:extLst>
              <a:ext uri="{FF2B5EF4-FFF2-40B4-BE49-F238E27FC236}">
                <a16:creationId xmlns:a16="http://schemas.microsoft.com/office/drawing/2014/main" id="{2236DC22-2A40-44F4-80DC-DA5E138C9215}"/>
              </a:ext>
            </a:extLst>
          </p:cNvPr>
          <p:cNvSpPr/>
          <p:nvPr userDrawn="1"/>
        </p:nvSpPr>
        <p:spPr bwMode="auto">
          <a:xfrm>
            <a:off x="0" y="0"/>
            <a:ext cx="12192000" cy="6858000"/>
          </a:xfrm>
          <a:prstGeom prst="rect">
            <a:avLst/>
          </a:prstGeom>
          <a:noFill/>
          <a:ln w="38100" cap="sq"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066725023"/>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828800"/>
            <a:ext cx="11379200" cy="4572000"/>
          </a:xfrm>
        </p:spPr>
        <p:txBody>
          <a:bodyPr lIns="0" tIns="0">
            <a:normAutofit/>
          </a:bodyPr>
          <a:lstStyle>
            <a:lvl1pPr>
              <a:buClr>
                <a:schemeClr val="accent5"/>
              </a:buClr>
              <a:defRPr b="0">
                <a:solidFill>
                  <a:schemeClr val="tx1">
                    <a:lumMod val="75000"/>
                    <a:lumOff val="25000"/>
                  </a:schemeClr>
                </a:solidFill>
                <a:latin typeface="Franklin Gothic Book" pitchFamily="34" charset="0"/>
              </a:defRPr>
            </a:lvl1pPr>
            <a:lvl2pPr>
              <a:buClr>
                <a:schemeClr val="accent5"/>
              </a:buClr>
              <a:defRPr b="0">
                <a:solidFill>
                  <a:schemeClr val="tx1">
                    <a:lumMod val="75000"/>
                    <a:lumOff val="25000"/>
                  </a:schemeClr>
                </a:solidFill>
                <a:latin typeface="Franklin Gothic Book" pitchFamily="34" charset="0"/>
              </a:defRPr>
            </a:lvl2pPr>
            <a:lvl3pPr>
              <a:buClr>
                <a:schemeClr val="accent5"/>
              </a:buClr>
              <a:defRPr b="0">
                <a:solidFill>
                  <a:schemeClr val="tx1">
                    <a:lumMod val="75000"/>
                    <a:lumOff val="25000"/>
                  </a:schemeClr>
                </a:solidFill>
                <a:latin typeface="Franklin Gothic Book" pitchFamily="34" charset="0"/>
              </a:defRPr>
            </a:lvl3pPr>
            <a:lvl4pPr>
              <a:buClr>
                <a:schemeClr val="accent5"/>
              </a:buClr>
              <a:defRPr b="0">
                <a:solidFill>
                  <a:schemeClr val="tx1">
                    <a:lumMod val="75000"/>
                    <a:lumOff val="25000"/>
                  </a:schemeClr>
                </a:solidFill>
                <a:latin typeface="Franklin Gothic Book" pitchFamily="34" charset="0"/>
              </a:defRPr>
            </a:lvl4pPr>
            <a:lvl5pPr>
              <a:buClr>
                <a:srgbClr val="7C93A0"/>
              </a:buClr>
              <a:defRPr b="0">
                <a:solidFill>
                  <a:schemeClr val="tx1">
                    <a:lumMod val="95000"/>
                    <a:lumOff val="5000"/>
                  </a:schemeClr>
                </a:solidFill>
                <a:latin typeface="Franklin Gothic Book" pitchFamily="34" charset="0"/>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Rectangle 4"/>
          <p:cNvSpPr>
            <a:spLocks noGrp="1" noChangeArrowheads="1"/>
          </p:cNvSpPr>
          <p:nvPr>
            <p:ph type="title"/>
          </p:nvPr>
        </p:nvSpPr>
        <p:spPr bwMode="auto">
          <a:xfrm>
            <a:off x="406401" y="609600"/>
            <a:ext cx="9728199"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normAutofit/>
          </a:bodyPr>
          <a:lstStyle>
            <a:lvl1pPr>
              <a:defRPr>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6"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8"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235087465"/>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ub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1828800"/>
            <a:ext cx="10109200" cy="2514600"/>
          </a:xfrm>
        </p:spPr>
        <p:txBody>
          <a:bodyPr lIns="0" anchor="t">
            <a:normAutofit/>
          </a:bodyPr>
          <a:lstStyle>
            <a:lvl1pPr algn="l">
              <a:defRPr sz="4000" b="0" cap="none" baseline="0">
                <a:solidFill>
                  <a:schemeClr val="tx1">
                    <a:lumMod val="85000"/>
                    <a:lumOff val="15000"/>
                  </a:schemeClr>
                </a:solidFill>
                <a:latin typeface="Franklin Gothic Medium" panose="020B0603020102020204" pitchFamily="34" charset="0"/>
              </a:defRPr>
            </a:lvl1pPr>
          </a:lstStyle>
          <a:p>
            <a:r>
              <a:rPr lang="en-US"/>
              <a:t>Click to Edit Subtitle</a:t>
            </a:r>
          </a:p>
        </p:txBody>
      </p:sp>
      <p:sp>
        <p:nvSpPr>
          <p:cNvPr id="3" name="Text Placeholder 2"/>
          <p:cNvSpPr>
            <a:spLocks noGrp="1"/>
          </p:cNvSpPr>
          <p:nvPr>
            <p:ph type="body" idx="1"/>
          </p:nvPr>
        </p:nvSpPr>
        <p:spPr>
          <a:xfrm>
            <a:off x="406402" y="1104900"/>
            <a:ext cx="9728198" cy="457201"/>
          </a:xfrm>
        </p:spPr>
        <p:txBody>
          <a:bodyPr lIns="0" anchor="b">
            <a:normAutofit/>
          </a:bodyPr>
          <a:lstStyle>
            <a:lvl1pPr marL="0" indent="0">
              <a:buNone/>
              <a:defRPr sz="2000">
                <a:solidFill>
                  <a:srgbClr val="262626"/>
                </a:solidFill>
                <a:latin typeface="Franklin Gothic Book"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6"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9"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342748577"/>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tro Sentence Before Bullets">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06400" y="1761525"/>
            <a:ext cx="7924801" cy="742189"/>
          </a:xfrm>
        </p:spPr>
        <p:txBody>
          <a:bodyPr lIns="0" tIns="0" anchor="b" anchorCtr="0">
            <a:normAutofit/>
          </a:bodyPr>
          <a:lstStyle>
            <a:lvl1pPr marL="0" indent="0">
              <a:lnSpc>
                <a:spcPct val="85000"/>
              </a:lnSpc>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4" name="Content Placeholder 3"/>
          <p:cNvSpPr>
            <a:spLocks noGrp="1"/>
          </p:cNvSpPr>
          <p:nvPr>
            <p:ph sz="half" idx="2"/>
          </p:nvPr>
        </p:nvSpPr>
        <p:spPr>
          <a:xfrm>
            <a:off x="406400" y="2677886"/>
            <a:ext cx="7924800" cy="3408688"/>
          </a:xfrm>
        </p:spPr>
        <p:txBody>
          <a:bodyPr l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marL="1031875" indent="-228600">
              <a:defRPr sz="2000">
                <a:solidFill>
                  <a:schemeClr val="tx1">
                    <a:lumMod val="75000"/>
                    <a:lumOff val="25000"/>
                  </a:schemeClr>
                </a:solidFill>
              </a:defRPr>
            </a:lvl4pPr>
            <a:lvl5pPr marL="1201738" indent="-169863">
              <a:defRPr sz="2000">
                <a:solidFill>
                  <a:srgbClr val="262626"/>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Text Placeholder 3"/>
          <p:cNvSpPr>
            <a:spLocks noGrp="1"/>
          </p:cNvSpPr>
          <p:nvPr>
            <p:ph type="body" sz="half" idx="11"/>
          </p:nvPr>
        </p:nvSpPr>
        <p:spPr>
          <a:xfrm>
            <a:off x="8534400" y="6213173"/>
            <a:ext cx="3251200" cy="228601"/>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Rectangle 4"/>
          <p:cNvSpPr>
            <a:spLocks noGrp="1" noChangeArrowheads="1"/>
          </p:cNvSpPr>
          <p:nvPr>
            <p:ph type="title"/>
          </p:nvPr>
        </p:nvSpPr>
        <p:spPr bwMode="auto">
          <a:xfrm>
            <a:off x="406401" y="609600"/>
            <a:ext cx="9728200"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9" name="Picture Placeholder 2"/>
          <p:cNvSpPr>
            <a:spLocks noGrp="1"/>
          </p:cNvSpPr>
          <p:nvPr>
            <p:ph type="pic" idx="10"/>
          </p:nvPr>
        </p:nvSpPr>
        <p:spPr>
          <a:xfrm>
            <a:off x="8534400" y="1763487"/>
            <a:ext cx="3236685" cy="4323088"/>
          </a:xfrm>
        </p:spPr>
        <p:txBody>
          <a:bodyPr/>
          <a:lstStyle>
            <a:lvl1pPr marL="0" indent="0" algn="l">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4"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3893252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Bullets, Two Side Photos">
    <p:spTree>
      <p:nvGrpSpPr>
        <p:cNvPr id="1" name=""/>
        <p:cNvGrpSpPr/>
        <p:nvPr/>
      </p:nvGrpSpPr>
      <p:grpSpPr>
        <a:xfrm>
          <a:off x="0" y="0"/>
          <a:ext cx="0" cy="0"/>
          <a:chOff x="0" y="0"/>
          <a:chExt cx="0" cy="0"/>
        </a:xfrm>
      </p:grpSpPr>
      <p:sp>
        <p:nvSpPr>
          <p:cNvPr id="10" name="Text Placeholder 3"/>
          <p:cNvSpPr>
            <a:spLocks noGrp="1"/>
          </p:cNvSpPr>
          <p:nvPr>
            <p:ph type="body" sz="half" idx="2"/>
          </p:nvPr>
        </p:nvSpPr>
        <p:spPr>
          <a:xfrm>
            <a:off x="8505504" y="3618542"/>
            <a:ext cx="3251200" cy="377471"/>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3"/>
          <p:cNvSpPr>
            <a:spLocks noGrp="1"/>
          </p:cNvSpPr>
          <p:nvPr>
            <p:ph type="body" sz="half" idx="12"/>
          </p:nvPr>
        </p:nvSpPr>
        <p:spPr>
          <a:xfrm>
            <a:off x="8505504" y="6018342"/>
            <a:ext cx="3251200" cy="371573"/>
          </a:xfrm>
        </p:spPr>
        <p:txBody>
          <a:bodyPr lIns="0" tIns="0" rIns="0" bIns="0"/>
          <a:lstStyle>
            <a:lvl1pPr marL="0" indent="0">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7" name="Rectangle 4"/>
          <p:cNvSpPr>
            <a:spLocks noGrp="1" noChangeArrowheads="1"/>
          </p:cNvSpPr>
          <p:nvPr>
            <p:ph type="title"/>
          </p:nvPr>
        </p:nvSpPr>
        <p:spPr bwMode="auto">
          <a:xfrm>
            <a:off x="355411" y="609600"/>
            <a:ext cx="9779190"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18" name="Content Placeholder 2"/>
          <p:cNvSpPr>
            <a:spLocks noGrp="1"/>
          </p:cNvSpPr>
          <p:nvPr>
            <p:ph idx="1"/>
          </p:nvPr>
        </p:nvSpPr>
        <p:spPr>
          <a:xfrm>
            <a:off x="406400" y="1828800"/>
            <a:ext cx="7721600" cy="4561115"/>
          </a:xfrm>
        </p:spPr>
        <p:txBody>
          <a:bodyPr lIns="0" tIns="0" bIns="0"/>
          <a:lstStyle>
            <a:lvl1pPr>
              <a:lnSpc>
                <a:spcPct val="85000"/>
              </a:lnSpc>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marL="1031875" indent="-228600">
              <a:defRPr>
                <a:solidFill>
                  <a:schemeClr val="tx1">
                    <a:lumMod val="75000"/>
                    <a:lumOff val="25000"/>
                  </a:schemeClr>
                </a:solidFill>
              </a:defRPr>
            </a:lvl4pPr>
            <a:lvl5pPr marL="1201738" indent="-169863">
              <a:defRPr>
                <a:solidFill>
                  <a:srgbClr val="262626"/>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2" name="Picture Placeholder 2"/>
          <p:cNvSpPr>
            <a:spLocks noGrp="1"/>
          </p:cNvSpPr>
          <p:nvPr>
            <p:ph type="pic" idx="10"/>
          </p:nvPr>
        </p:nvSpPr>
        <p:spPr>
          <a:xfrm>
            <a:off x="8505373" y="1828800"/>
            <a:ext cx="3251200" cy="1647255"/>
          </a:xfrm>
        </p:spPr>
        <p:txBody>
          <a:bodyPr/>
          <a:lstStyle>
            <a:lvl1pPr marL="0" indent="0">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Picture Placeholder 2"/>
          <p:cNvSpPr>
            <a:spLocks noGrp="1"/>
          </p:cNvSpPr>
          <p:nvPr>
            <p:ph type="pic" idx="11"/>
          </p:nvPr>
        </p:nvSpPr>
        <p:spPr>
          <a:xfrm>
            <a:off x="8505373" y="4285458"/>
            <a:ext cx="3251200" cy="1647255"/>
          </a:xfrm>
        </p:spPr>
        <p:txBody>
          <a:bodyPr/>
          <a:lstStyle>
            <a:lvl1pPr marL="0" indent="0">
              <a:buNone/>
              <a:defRPr sz="3200">
                <a:solidFill>
                  <a:schemeClr val="tx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9"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383220315"/>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4"/>
          <p:cNvSpPr>
            <a:spLocks noGrp="1" noChangeArrowheads="1"/>
          </p:cNvSpPr>
          <p:nvPr>
            <p:ph type="title"/>
          </p:nvPr>
        </p:nvSpPr>
        <p:spPr bwMode="auto">
          <a:xfrm>
            <a:off x="406401" y="609600"/>
            <a:ext cx="9728200"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5"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8"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025296703"/>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828800"/>
            <a:ext cx="5547360" cy="4572000"/>
          </a:xfrm>
        </p:spPr>
        <p:txBody>
          <a:bodyPr tIns="0" b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rgbClr val="262626"/>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11" name="Rectangle 4"/>
          <p:cNvSpPr>
            <a:spLocks noGrp="1" noChangeArrowheads="1"/>
          </p:cNvSpPr>
          <p:nvPr>
            <p:ph type="title"/>
          </p:nvPr>
        </p:nvSpPr>
        <p:spPr bwMode="auto">
          <a:xfrm>
            <a:off x="406401" y="533400"/>
            <a:ext cx="9728200"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7" name="Content Placeholder 2"/>
          <p:cNvSpPr>
            <a:spLocks noGrp="1"/>
          </p:cNvSpPr>
          <p:nvPr>
            <p:ph sz="half" idx="10"/>
          </p:nvPr>
        </p:nvSpPr>
        <p:spPr>
          <a:xfrm>
            <a:off x="6223725" y="1828800"/>
            <a:ext cx="5547360" cy="4572001"/>
          </a:xfrm>
        </p:spPr>
        <p:txBody>
          <a:bodyPr tIns="0" bIns="0">
            <a:normAutofit/>
          </a:bodyPr>
          <a:lstStyle>
            <a:lvl1pPr>
              <a:defRPr sz="26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rgbClr val="262626"/>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0"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1153997676"/>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399" y="1866221"/>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6400" y="2362200"/>
            <a:ext cx="5547360" cy="40386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p:txBody>
      </p:sp>
      <p:sp>
        <p:nvSpPr>
          <p:cNvPr id="15" name="Rectangle 4"/>
          <p:cNvSpPr>
            <a:spLocks noGrp="1" noChangeArrowheads="1"/>
          </p:cNvSpPr>
          <p:nvPr>
            <p:ph type="title"/>
          </p:nvPr>
        </p:nvSpPr>
        <p:spPr bwMode="auto">
          <a:xfrm>
            <a:off x="406400" y="609600"/>
            <a:ext cx="9728200"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9" name="Text Placeholder 2"/>
          <p:cNvSpPr>
            <a:spLocks noGrp="1"/>
          </p:cNvSpPr>
          <p:nvPr>
            <p:ph type="body" idx="14"/>
          </p:nvPr>
        </p:nvSpPr>
        <p:spPr>
          <a:xfrm>
            <a:off x="6226628" y="1866221"/>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Content Placeholder 3"/>
          <p:cNvSpPr>
            <a:spLocks noGrp="1"/>
          </p:cNvSpPr>
          <p:nvPr>
            <p:ph sz="half" idx="15"/>
          </p:nvPr>
        </p:nvSpPr>
        <p:spPr>
          <a:xfrm>
            <a:off x="6226628" y="2362200"/>
            <a:ext cx="5547360" cy="40386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p:txBody>
      </p:sp>
      <p:sp>
        <p:nvSpPr>
          <p:cNvPr id="12"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3"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64465423"/>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a:t>Brown and Caldwell  |  Health and Safety</a:t>
            </a:r>
          </a:p>
        </p:txBody>
      </p:sp>
      <p:sp>
        <p:nvSpPr>
          <p:cNvPr id="3" name="Slide Number Placeholder 2"/>
          <p:cNvSpPr>
            <a:spLocks noGrp="1"/>
          </p:cNvSpPr>
          <p:nvPr>
            <p:ph type="sldNum" sz="quarter" idx="11"/>
          </p:nvPr>
        </p:nvSpPr>
        <p:spPr/>
        <p:txBody>
          <a:bodyPr/>
          <a:lstStyle/>
          <a:p>
            <a:fld id="{83D12EE2-0A52-405F-9235-0A5D75AB581D}" type="slidenum">
              <a:rPr lang="en-US" smtClean="0"/>
              <a:pPr/>
              <a:t>‹#›</a:t>
            </a:fld>
            <a:endParaRPr lang="en-US"/>
          </a:p>
        </p:txBody>
      </p:sp>
    </p:spTree>
    <p:extLst>
      <p:ext uri="{BB962C8B-B14F-4D97-AF65-F5344CB8AC3E}">
        <p14:creationId xmlns:p14="http://schemas.microsoft.com/office/powerpoint/2010/main" val="891851349"/>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rgbClr val="909D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rgbClr val="C0CAC7"/>
            </a:solidFill>
            <a:prstDash val="solid"/>
            <a:round/>
            <a:headEnd type="none" w="med" len="med"/>
            <a:tailEnd type="none" w="med" len="med"/>
          </a:ln>
          <a:effectLst/>
        </p:spPr>
      </p:cxnSp>
      <p:pic>
        <p:nvPicPr>
          <p:cNvPr id="3" name="Graphic 2">
            <a:extLst>
              <a:ext uri="{FF2B5EF4-FFF2-40B4-BE49-F238E27FC236}">
                <a16:creationId xmlns:a16="http://schemas.microsoft.com/office/drawing/2014/main" id="{276F2A2C-0BC0-405F-A230-6A70DFB7AA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5" name="Title 4">
            <a:extLst>
              <a:ext uri="{FF2B5EF4-FFF2-40B4-BE49-F238E27FC236}">
                <a16:creationId xmlns:a16="http://schemas.microsoft.com/office/drawing/2014/main" id="{DBDAAC73-5A85-4DBA-9A0E-4466BAF44D89}"/>
              </a:ext>
            </a:extLst>
          </p:cNvPr>
          <p:cNvSpPr>
            <a:spLocks noGrp="1"/>
          </p:cNvSpPr>
          <p:nvPr>
            <p:ph type="title"/>
          </p:nvPr>
        </p:nvSpPr>
        <p:spPr>
          <a:xfrm>
            <a:off x="609600" y="1529394"/>
            <a:ext cx="8869680" cy="1472885"/>
          </a:xfrm>
        </p:spPr>
        <p:txBody>
          <a:bodyPr/>
          <a:lstStyle/>
          <a:p>
            <a:r>
              <a:rPr lang="en-US"/>
              <a:t>Click to edit Master title style</a:t>
            </a:r>
          </a:p>
        </p:txBody>
      </p:sp>
    </p:spTree>
    <p:extLst>
      <p:ext uri="{BB962C8B-B14F-4D97-AF65-F5344CB8AC3E}">
        <p14:creationId xmlns:p14="http://schemas.microsoft.com/office/powerpoint/2010/main" val="413236050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lide Colo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2640A7-3374-4B52-8B22-48386BD54EF6}"/>
              </a:ext>
            </a:extLst>
          </p:cNvPr>
          <p:cNvSpPr/>
          <p:nvPr userDrawn="1"/>
        </p:nvSpPr>
        <p:spPr>
          <a:xfrm>
            <a:off x="0" y="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1"/>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a:ln>
            <a:noFill/>
          </a:ln>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chemeClr val="bg1"/>
            </a:solidFill>
            <a:prstDash val="solid"/>
            <a:round/>
            <a:headEnd type="none" w="med" len="med"/>
            <a:tailEnd type="none" w="med" len="med"/>
          </a:ln>
          <a:effectLst/>
        </p:spPr>
      </p:cxnSp>
      <p:pic>
        <p:nvPicPr>
          <p:cNvPr id="13" name="Picture 12" descr="Background pattern&#10;&#10;Description automatically generated">
            <a:extLst>
              <a:ext uri="{FF2B5EF4-FFF2-40B4-BE49-F238E27FC236}">
                <a16:creationId xmlns:a16="http://schemas.microsoft.com/office/drawing/2014/main" id="{F9911F24-8262-4467-A6FE-FD8F23F6150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pic>
        <p:nvPicPr>
          <p:cNvPr id="19" name="Graphic 18">
            <a:extLst>
              <a:ext uri="{FF2B5EF4-FFF2-40B4-BE49-F238E27FC236}">
                <a16:creationId xmlns:a16="http://schemas.microsoft.com/office/drawing/2014/main" id="{031016BF-B334-4510-96DE-52AE45C1C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468FBBC8-1BF9-49AE-A383-EDE1460450AC}"/>
              </a:ext>
            </a:extLst>
          </p:cNvPr>
          <p:cNvSpPr>
            <a:spLocks noGrp="1"/>
          </p:cNvSpPr>
          <p:nvPr>
            <p:ph type="title"/>
          </p:nvPr>
        </p:nvSpPr>
        <p:spPr>
          <a:xfrm>
            <a:off x="609600" y="1529394"/>
            <a:ext cx="8869680" cy="1472885"/>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5990794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ference Title Blo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6F1452-F202-4BF1-838E-9B6A0C113817}"/>
              </a:ext>
            </a:extLst>
          </p:cNvPr>
          <p:cNvSpPr/>
          <p:nvPr userDrawn="1"/>
        </p:nvSpPr>
        <p:spPr>
          <a:xfrm>
            <a:off x="0" y="685800"/>
            <a:ext cx="12192000" cy="4114800"/>
          </a:xfrm>
          <a:prstGeom prst="rect">
            <a:avLst/>
          </a:prstGeom>
          <a:solidFill>
            <a:srgbClr val="C0CA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graphical user interface&#10;&#10;Description automatically generated">
            <a:extLst>
              <a:ext uri="{FF2B5EF4-FFF2-40B4-BE49-F238E27FC236}">
                <a16:creationId xmlns:a16="http://schemas.microsoft.com/office/drawing/2014/main" id="{F0F6C279-1165-4357-911D-38C0013EF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411419"/>
            <a:ext cx="1097280" cy="607161"/>
          </a:xfrm>
          <a:prstGeom prst="rect">
            <a:avLst/>
          </a:prstGeom>
        </p:spPr>
      </p:pic>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4815854"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8387317" y="1143000"/>
            <a:ext cx="3200400" cy="32004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1956501" y="5411419"/>
            <a:ext cx="2310720"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Author Name</a:t>
            </a:r>
          </a:p>
          <a:p>
            <a:pPr lvl="1"/>
            <a:r>
              <a:rPr lang="en-US"/>
              <a:t>000.000.000</a:t>
            </a:r>
          </a:p>
          <a:p>
            <a:pPr lvl="1"/>
            <a:r>
              <a:rPr lang="en-US"/>
              <a:t>Email@email.com</a:t>
            </a:r>
          </a:p>
        </p:txBody>
      </p:sp>
      <p:sp>
        <p:nvSpPr>
          <p:cNvPr id="11" name="Text Placeholder 16">
            <a:extLst>
              <a:ext uri="{FF2B5EF4-FFF2-40B4-BE49-F238E27FC236}">
                <a16:creationId xmlns:a16="http://schemas.microsoft.com/office/drawing/2014/main" id="{B5CEDDEC-E159-4D5A-A30E-5DFC9CA8F9D0}"/>
              </a:ext>
            </a:extLst>
          </p:cNvPr>
          <p:cNvSpPr>
            <a:spLocks noGrp="1"/>
          </p:cNvSpPr>
          <p:nvPr>
            <p:ph type="body" sz="quarter" idx="16" hasCustomPrompt="1"/>
          </p:nvPr>
        </p:nvSpPr>
        <p:spPr>
          <a:xfrm>
            <a:off x="6220811"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sp>
        <p:nvSpPr>
          <p:cNvPr id="19" name="Picture Placeholder 9">
            <a:extLst>
              <a:ext uri="{FF2B5EF4-FFF2-40B4-BE49-F238E27FC236}">
                <a16:creationId xmlns:a16="http://schemas.microsoft.com/office/drawing/2014/main" id="{6E4D2E5C-68D2-4E8A-B949-85CA4E752E1C}"/>
              </a:ext>
            </a:extLst>
          </p:cNvPr>
          <p:cNvSpPr>
            <a:spLocks noGrp="1"/>
          </p:cNvSpPr>
          <p:nvPr>
            <p:ph type="pic" sz="quarter" idx="17" hasCustomPrompt="1"/>
          </p:nvPr>
        </p:nvSpPr>
        <p:spPr>
          <a:xfrm>
            <a:off x="8622920"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20" name="Text Placeholder 16">
            <a:extLst>
              <a:ext uri="{FF2B5EF4-FFF2-40B4-BE49-F238E27FC236}">
                <a16:creationId xmlns:a16="http://schemas.microsoft.com/office/drawing/2014/main" id="{3A870265-D4C4-4728-BC43-EDC04B805826}"/>
              </a:ext>
            </a:extLst>
          </p:cNvPr>
          <p:cNvSpPr>
            <a:spLocks noGrp="1"/>
          </p:cNvSpPr>
          <p:nvPr>
            <p:ph type="body" sz="quarter" idx="18" hasCustomPrompt="1"/>
          </p:nvPr>
        </p:nvSpPr>
        <p:spPr>
          <a:xfrm>
            <a:off x="10027877"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cxnSp>
        <p:nvCxnSpPr>
          <p:cNvPr id="14" name="Anchor Line (Teal)">
            <a:extLst>
              <a:ext uri="{FF2B5EF4-FFF2-40B4-BE49-F238E27FC236}">
                <a16:creationId xmlns:a16="http://schemas.microsoft.com/office/drawing/2014/main" id="{26DB4D2A-C732-4710-BFF2-128CEC8BB755}"/>
              </a:ext>
            </a:extLst>
          </p:cNvPr>
          <p:cNvCxnSpPr>
            <a:cxnSpLocks/>
          </p:cNvCxnSpPr>
          <p:nvPr userDrawn="1"/>
        </p:nvCxnSpPr>
        <p:spPr bwMode="auto">
          <a:xfrm>
            <a:off x="609600" y="1212986"/>
            <a:ext cx="685800" cy="0"/>
          </a:xfrm>
          <a:prstGeom prst="line">
            <a:avLst/>
          </a:prstGeom>
          <a:noFill/>
          <a:ln w="38100" cap="flat" cmpd="sng" algn="ctr">
            <a:solidFill>
              <a:srgbClr val="909D93"/>
            </a:solidFill>
            <a:prstDash val="solid"/>
            <a:round/>
            <a:headEnd type="none" w="med" len="med"/>
            <a:tailEnd type="none" w="med" len="med"/>
          </a:ln>
          <a:effectLst/>
        </p:spPr>
      </p:cxnSp>
      <p:sp>
        <p:nvSpPr>
          <p:cNvPr id="4" name="Title 3">
            <a:extLst>
              <a:ext uri="{FF2B5EF4-FFF2-40B4-BE49-F238E27FC236}">
                <a16:creationId xmlns:a16="http://schemas.microsoft.com/office/drawing/2014/main" id="{975E4359-0B47-4AA2-81D3-370D9A683A2A}"/>
              </a:ext>
            </a:extLst>
          </p:cNvPr>
          <p:cNvSpPr>
            <a:spLocks noGrp="1"/>
          </p:cNvSpPr>
          <p:nvPr>
            <p:ph type="title"/>
          </p:nvPr>
        </p:nvSpPr>
        <p:spPr>
          <a:xfrm>
            <a:off x="609600" y="1529394"/>
            <a:ext cx="7315200" cy="1472885"/>
          </a:xfrm>
        </p:spPr>
        <p:txBody>
          <a:bodyPr/>
          <a:lstStyle/>
          <a:p>
            <a:r>
              <a:rPr lang="en-US"/>
              <a:t>Click to edit Master title style</a:t>
            </a:r>
          </a:p>
        </p:txBody>
      </p:sp>
    </p:spTree>
    <p:extLst>
      <p:ext uri="{BB962C8B-B14F-4D97-AF65-F5344CB8AC3E}">
        <p14:creationId xmlns:p14="http://schemas.microsoft.com/office/powerpoint/2010/main" val="9356484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olid Color">
    <p:spTree>
      <p:nvGrpSpPr>
        <p:cNvPr id="1" name=""/>
        <p:cNvGrpSpPr/>
        <p:nvPr/>
      </p:nvGrpSpPr>
      <p:grpSpPr>
        <a:xfrm>
          <a:off x="0" y="0"/>
          <a:ext cx="0" cy="0"/>
          <a:chOff x="0" y="0"/>
          <a:chExt cx="0" cy="0"/>
        </a:xfrm>
      </p:grpSpPr>
      <p:sp>
        <p:nvSpPr>
          <p:cNvPr id="15" name="Rectangle 44">
            <a:extLst>
              <a:ext uri="{FF2B5EF4-FFF2-40B4-BE49-F238E27FC236}">
                <a16:creationId xmlns:a16="http://schemas.microsoft.com/office/drawing/2014/main" id="{8B67DCF5-A9EC-4521-AF7B-8EF1A809A4ED}"/>
              </a:ext>
            </a:extLst>
          </p:cNvPr>
          <p:cNvSpPr/>
          <p:nvPr userDrawn="1"/>
        </p:nvSpPr>
        <p:spPr>
          <a:xfrm rot="16200000" flipH="1">
            <a:off x="3565556" y="-3565556"/>
            <a:ext cx="5060887"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14" name="Oval 13">
            <a:extLst>
              <a:ext uri="{FF2B5EF4-FFF2-40B4-BE49-F238E27FC236}">
                <a16:creationId xmlns:a16="http://schemas.microsoft.com/office/drawing/2014/main" id="{09EEBC67-357C-4D73-8A8C-80F63065BE29}"/>
              </a:ext>
            </a:extLst>
          </p:cNvPr>
          <p:cNvSpPr/>
          <p:nvPr userDrawn="1"/>
        </p:nvSpPr>
        <p:spPr>
          <a:xfrm>
            <a:off x="6559218"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DA73BAE-FD0A-4A2C-8A01-FA8569121DFD}"/>
              </a:ext>
            </a:extLst>
          </p:cNvPr>
          <p:cNvCxnSpPr>
            <a:cxnSpLocks/>
          </p:cNvCxnSpPr>
          <p:nvPr userDrawn="1"/>
        </p:nvCxnSpPr>
        <p:spPr bwMode="auto">
          <a:xfrm>
            <a:off x="609600" y="2073711"/>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4" name="Picture Placeholder 3">
            <a:extLst>
              <a:ext uri="{FF2B5EF4-FFF2-40B4-BE49-F238E27FC236}">
                <a16:creationId xmlns:a16="http://schemas.microsoft.com/office/drawing/2014/main" id="{86321A85-0ED0-46E5-AA0C-068C77B220A3}"/>
              </a:ext>
            </a:extLst>
          </p:cNvPr>
          <p:cNvSpPr>
            <a:spLocks noGrp="1"/>
          </p:cNvSpPr>
          <p:nvPr>
            <p:ph type="pic" sz="quarter" idx="11" hasCustomPrompt="1"/>
          </p:nvPr>
        </p:nvSpPr>
        <p:spPr>
          <a:xfrm>
            <a:off x="6694366"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22" name="Picture 21" descr="Background pattern&#10;&#10;Description automatically generated">
            <a:extLst>
              <a:ext uri="{FF2B5EF4-FFF2-40B4-BE49-F238E27FC236}">
                <a16:creationId xmlns:a16="http://schemas.microsoft.com/office/drawing/2014/main" id="{A158985E-B9A7-42D2-8622-DCF95FA8E8C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26" name="Oval 25">
            <a:extLst>
              <a:ext uri="{FF2B5EF4-FFF2-40B4-BE49-F238E27FC236}">
                <a16:creationId xmlns:a16="http://schemas.microsoft.com/office/drawing/2014/main" id="{6764E626-D386-4D32-A417-9B845F1A8DEB}"/>
              </a:ext>
            </a:extLst>
          </p:cNvPr>
          <p:cNvSpPr/>
          <p:nvPr userDrawn="1"/>
        </p:nvSpPr>
        <p:spPr>
          <a:xfrm>
            <a:off x="8338266"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3">
            <a:extLst>
              <a:ext uri="{FF2B5EF4-FFF2-40B4-BE49-F238E27FC236}">
                <a16:creationId xmlns:a16="http://schemas.microsoft.com/office/drawing/2014/main" id="{B80FD3BD-D8F0-418E-8B47-2ABB3675B0E8}"/>
              </a:ext>
            </a:extLst>
          </p:cNvPr>
          <p:cNvSpPr>
            <a:spLocks noGrp="1"/>
          </p:cNvSpPr>
          <p:nvPr>
            <p:ph type="pic" sz="quarter" idx="12" hasCustomPrompt="1"/>
          </p:nvPr>
        </p:nvSpPr>
        <p:spPr>
          <a:xfrm>
            <a:off x="8473414"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sp>
        <p:nvSpPr>
          <p:cNvPr id="28" name="Oval 27">
            <a:extLst>
              <a:ext uri="{FF2B5EF4-FFF2-40B4-BE49-F238E27FC236}">
                <a16:creationId xmlns:a16="http://schemas.microsoft.com/office/drawing/2014/main" id="{6DF3693E-9C5E-459F-BF99-167C92ADF586}"/>
              </a:ext>
            </a:extLst>
          </p:cNvPr>
          <p:cNvSpPr/>
          <p:nvPr userDrawn="1"/>
        </p:nvSpPr>
        <p:spPr>
          <a:xfrm>
            <a:off x="10115311"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icture Placeholder 3">
            <a:extLst>
              <a:ext uri="{FF2B5EF4-FFF2-40B4-BE49-F238E27FC236}">
                <a16:creationId xmlns:a16="http://schemas.microsoft.com/office/drawing/2014/main" id="{6866D1FB-89E0-4B62-BE3A-8DC17857F68A}"/>
              </a:ext>
            </a:extLst>
          </p:cNvPr>
          <p:cNvSpPr>
            <a:spLocks noGrp="1"/>
          </p:cNvSpPr>
          <p:nvPr>
            <p:ph type="pic" sz="quarter" idx="13" hasCustomPrompt="1"/>
          </p:nvPr>
        </p:nvSpPr>
        <p:spPr>
          <a:xfrm>
            <a:off x="10250459"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17" name="Graphic 16">
            <a:extLst>
              <a:ext uri="{FF2B5EF4-FFF2-40B4-BE49-F238E27FC236}">
                <a16:creationId xmlns:a16="http://schemas.microsoft.com/office/drawing/2014/main" id="{8B4BAA8C-E1DD-4D69-BDE2-74B913491D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21E5BC9B-201B-46A0-AC52-57A9C6389A5F}"/>
              </a:ext>
            </a:extLst>
          </p:cNvPr>
          <p:cNvSpPr>
            <a:spLocks noGrp="1"/>
          </p:cNvSpPr>
          <p:nvPr>
            <p:ph type="title"/>
          </p:nvPr>
        </p:nvSpPr>
        <p:spPr>
          <a:xfrm>
            <a:off x="609600" y="2299192"/>
            <a:ext cx="10972800" cy="161209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2004352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
        <p:nvSpPr>
          <p:cNvPr id="13" name="Gradient Background">
            <a:extLst>
              <a:ext uri="{FF2B5EF4-FFF2-40B4-BE49-F238E27FC236}">
                <a16:creationId xmlns:a16="http://schemas.microsoft.com/office/drawing/2014/main" id="{AF077148-9C18-47FF-BAB6-4ACE29EF0279}"/>
              </a:ext>
            </a:extLst>
          </p:cNvPr>
          <p:cNvSpPr/>
          <p:nvPr userDrawn="1"/>
        </p:nvSpPr>
        <p:spPr>
          <a:xfrm rot="16200000" flipH="1">
            <a:off x="2666999" y="-2666998"/>
            <a:ext cx="6858001"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25" name="Anchor Line (Teal)">
            <a:extLst>
              <a:ext uri="{FF2B5EF4-FFF2-40B4-BE49-F238E27FC236}">
                <a16:creationId xmlns:a16="http://schemas.microsoft.com/office/drawing/2014/main" id="{1DA73BAE-FD0A-4A2C-8A01-FA8569121DFD}"/>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Background pattern&#10;&#10;Description automatically generated">
            <a:extLst>
              <a:ext uri="{FF2B5EF4-FFF2-40B4-BE49-F238E27FC236}">
                <a16:creationId xmlns:a16="http://schemas.microsoft.com/office/drawing/2014/main" id="{5C049E40-EF68-4B1B-BCD7-6D2A24D8DF0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1" name="Graphic 10">
            <a:extLst>
              <a:ext uri="{FF2B5EF4-FFF2-40B4-BE49-F238E27FC236}">
                <a16:creationId xmlns:a16="http://schemas.microsoft.com/office/drawing/2014/main" id="{A415B23C-5D82-4DE4-94C7-F7A0367F0A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sp>
        <p:nvSpPr>
          <p:cNvPr id="3" name="Title 2">
            <a:extLst>
              <a:ext uri="{FF2B5EF4-FFF2-40B4-BE49-F238E27FC236}">
                <a16:creationId xmlns:a16="http://schemas.microsoft.com/office/drawing/2014/main" id="{CA4CB275-ABCF-466B-BDDA-5C2D261BF6C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2830321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ue">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46902829-D5D1-4F00-A1B9-EF14BCD064FF}"/>
              </a:ext>
            </a:extLst>
          </p:cNvPr>
          <p:cNvSpPr/>
          <p:nvPr userDrawn="1"/>
        </p:nvSpPr>
        <p:spPr>
          <a:xfrm rot="16200000" flipH="1">
            <a:off x="2667000" y="-2667000"/>
            <a:ext cx="6858000" cy="12192000"/>
          </a:xfrm>
          <a:prstGeom prst="rect">
            <a:avLst/>
          </a:prstGeom>
          <a:gradFill flip="none" rotWithShape="1">
            <a:gsLst>
              <a:gs pos="0">
                <a:srgbClr val="332A86"/>
              </a:gs>
              <a:gs pos="9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BF0782B8-5272-420C-8DAE-70E09C81F5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3" name="Graphic 12">
            <a:extLst>
              <a:ext uri="{FF2B5EF4-FFF2-40B4-BE49-F238E27FC236}">
                <a16:creationId xmlns:a16="http://schemas.microsoft.com/office/drawing/2014/main" id="{087513A4-C855-4E73-81CA-494CAB4E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886F3037-7F32-417A-A0C3-B25F6685577C}"/>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2217310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al">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0E01A9E5-E62D-461C-AE5C-5D2207236E49}"/>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1" name="Picture 10" descr="Background pattern&#10;&#10;Description automatically generated">
            <a:extLst>
              <a:ext uri="{FF2B5EF4-FFF2-40B4-BE49-F238E27FC236}">
                <a16:creationId xmlns:a16="http://schemas.microsoft.com/office/drawing/2014/main" id="{3CA8531E-4D73-4698-84BE-40DD961F057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2" name="Graphic 11">
            <a:extLst>
              <a:ext uri="{FF2B5EF4-FFF2-40B4-BE49-F238E27FC236}">
                <a16:creationId xmlns:a16="http://schemas.microsoft.com/office/drawing/2014/main" id="{9EEF3970-0883-4EC6-8D57-7F0D7910D28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01064B8-AE22-4EF2-B988-EE5C7EEBED14}"/>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73359421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een">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BCEBB715-ABFF-4A55-914D-2450BA5C9952}"/>
              </a:ext>
            </a:extLst>
          </p:cNvPr>
          <p:cNvSpPr/>
          <p:nvPr userDrawn="1"/>
        </p:nvSpPr>
        <p:spPr>
          <a:xfrm rot="16200000" flipH="1">
            <a:off x="2667000" y="-2667000"/>
            <a:ext cx="6858000" cy="12192000"/>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AF5D5338-D316-4FC2-9DCF-9A170A4BCE0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A0AF4861-01B3-4710-BDF9-22737616EA7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735FA4D-9839-46B4-9490-0DE7C7241F12}"/>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7814701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Grey">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71F8AED0-8B9B-4922-A54F-39626014887E}"/>
              </a:ext>
            </a:extLst>
          </p:cNvPr>
          <p:cNvSpPr/>
          <p:nvPr userDrawn="1"/>
        </p:nvSpPr>
        <p:spPr>
          <a:xfrm rot="16200000" flipH="1">
            <a:off x="2667000" y="-2667000"/>
            <a:ext cx="6858000" cy="12192000"/>
          </a:xfrm>
          <a:prstGeom prst="rect">
            <a:avLst/>
          </a:prstGeom>
          <a:gradFill flip="none" rotWithShape="1">
            <a:gsLst>
              <a:gs pos="100000">
                <a:srgbClr val="909D93"/>
              </a:gs>
              <a:gs pos="20000">
                <a:srgbClr val="43525A"/>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2" name="Picture 11" descr="Background pattern&#10;&#10;Description automatically generated">
            <a:extLst>
              <a:ext uri="{FF2B5EF4-FFF2-40B4-BE49-F238E27FC236}">
                <a16:creationId xmlns:a16="http://schemas.microsoft.com/office/drawing/2014/main" id="{29F7D90A-3943-49D0-A60A-D1FB7F48724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5C5A7027-59BC-478B-9B1A-96443AE96E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E0741744-C7D7-4CC4-A6D7-D08966652C37}"/>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93907465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B5BF-A1CE-4281-B132-2D0EFF04A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6C9C8B2-A844-4336-BB69-E4FC5C0CDA8C}"/>
              </a:ext>
            </a:extLst>
          </p:cNvPr>
          <p:cNvSpPr>
            <a:spLocks noGrp="1"/>
          </p:cNvSpPr>
          <p:nvPr>
            <p:ph type="title"/>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56AAF97E-E486-4FCC-A6C9-9E270D984E83}"/>
              </a:ext>
            </a:extLst>
          </p:cNvPr>
          <p:cNvSpPr>
            <a:spLocks noGrp="1"/>
          </p:cNvSpPr>
          <p:nvPr>
            <p:ph type="ftr" sz="quarter" idx="10"/>
          </p:nvPr>
        </p:nvSpPr>
        <p:spPr/>
        <p:txBody>
          <a:bodyPr/>
          <a:lstStyle/>
          <a:p>
            <a:r>
              <a:rPr lang="en-US"/>
              <a:t>Brown and Caldwell</a:t>
            </a:r>
          </a:p>
        </p:txBody>
      </p:sp>
      <p:sp>
        <p:nvSpPr>
          <p:cNvPr id="10" name="Slide Number Placeholder 9">
            <a:extLst>
              <a:ext uri="{FF2B5EF4-FFF2-40B4-BE49-F238E27FC236}">
                <a16:creationId xmlns:a16="http://schemas.microsoft.com/office/drawing/2014/main" id="{943AA6E3-9EF1-4B78-92E4-A100012844C1}"/>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8002615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2819400"/>
            <a:ext cx="5305425" cy="335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27603230-F4BF-4235-87F3-11E12CBBEE53}"/>
              </a:ext>
            </a:extLst>
          </p:cNvPr>
          <p:cNvSpPr>
            <a:spLocks noGrp="1"/>
          </p:cNvSpPr>
          <p:nvPr>
            <p:ph type="body" sz="quarter" idx="12" hasCustomPrompt="1"/>
          </p:nvPr>
        </p:nvSpPr>
        <p:spPr>
          <a:xfrm>
            <a:off x="609600"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
        <p:nvSpPr>
          <p:cNvPr id="9" name="Text Placeholder 7">
            <a:extLst>
              <a:ext uri="{FF2B5EF4-FFF2-40B4-BE49-F238E27FC236}">
                <a16:creationId xmlns:a16="http://schemas.microsoft.com/office/drawing/2014/main" id="{72752BDE-54E7-4945-A686-64FA3CBCD4E1}"/>
              </a:ext>
            </a:extLst>
          </p:cNvPr>
          <p:cNvSpPr>
            <a:spLocks noGrp="1"/>
          </p:cNvSpPr>
          <p:nvPr>
            <p:ph type="body" sz="quarter" idx="13" hasCustomPrompt="1"/>
          </p:nvPr>
        </p:nvSpPr>
        <p:spPr>
          <a:xfrm>
            <a:off x="6278502" y="1782763"/>
            <a:ext cx="5303838" cy="837152"/>
          </a:xfrm>
        </p:spPr>
        <p:txBody>
          <a:bodyPr>
            <a:noAutofit/>
          </a:bodyPr>
          <a:lstStyle>
            <a:lvl1pPr marL="0" indent="0">
              <a:lnSpc>
                <a:spcPct val="85000"/>
              </a:lnSpc>
              <a:spcAft>
                <a:spcPts val="0"/>
              </a:spcAft>
              <a:buNone/>
              <a:defRPr sz="3200" spc="-30" baseline="0">
                <a:latin typeface="Franklin Gothic Medium" panose="020B0603020102020204" pitchFamily="34" charset="0"/>
              </a:defRPr>
            </a:lvl1pPr>
          </a:lstStyle>
          <a:p>
            <a:pPr lvl="0"/>
            <a:r>
              <a:rPr lang="en-US"/>
              <a:t>Click to edit Master text styles</a:t>
            </a:r>
            <a:br>
              <a:rPr lang="en-US"/>
            </a:br>
            <a:r>
              <a:rPr lang="en-US"/>
              <a:t>Maximum of two lines</a:t>
            </a:r>
          </a:p>
        </p:txBody>
      </p:sp>
    </p:spTree>
    <p:extLst>
      <p:ext uri="{BB962C8B-B14F-4D97-AF65-F5344CB8AC3E}">
        <p14:creationId xmlns:p14="http://schemas.microsoft.com/office/powerpoint/2010/main" val="1151115196"/>
      </p:ext>
    </p:extLst>
  </p:cSld>
  <p:clrMapOvr>
    <a:masterClrMapping/>
  </p:clrMapOvr>
  <p:extLst>
    <p:ext uri="{DCECCB84-F9BA-43D5-87BE-67443E8EF086}">
      <p15:sldGuideLst xmlns:p15="http://schemas.microsoft.com/office/powerpoint/2012/main">
        <p15:guide id="1" pos="3936">
          <p15:clr>
            <a:srgbClr val="FBAE40"/>
          </p15:clr>
        </p15:guide>
        <p15:guide id="2" pos="372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03267125"/>
      </p:ext>
    </p:extLst>
  </p:cSld>
  <p:clrMapOvr>
    <a:masterClrMapping/>
  </p:clrMapOvr>
  <p:extLst>
    <p:ext uri="{DCECCB84-F9BA-43D5-87BE-67443E8EF086}">
      <p15:sldGuideLst xmlns:p15="http://schemas.microsoft.com/office/powerpoint/2012/main">
        <p15:guide id="1" pos="3936">
          <p15:clr>
            <a:srgbClr val="FBAE40"/>
          </p15:clr>
        </p15:guide>
        <p15:guide id="2" pos="372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4" name="Content Placeholder 2">
            <a:extLst>
              <a:ext uri="{FF2B5EF4-FFF2-40B4-BE49-F238E27FC236}">
                <a16:creationId xmlns:a16="http://schemas.microsoft.com/office/drawing/2014/main" id="{39241BED-729D-482D-883A-95AB302C88AF}"/>
              </a:ext>
            </a:extLst>
          </p:cNvPr>
          <p:cNvSpPr>
            <a:spLocks noGrp="1"/>
          </p:cNvSpPr>
          <p:nvPr>
            <p:ph sz="half" idx="20"/>
          </p:nvPr>
        </p:nvSpPr>
        <p:spPr>
          <a:xfrm>
            <a:off x="4390644"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6839E709-FDAA-49F5-8E65-DCF24C746C83}"/>
              </a:ext>
            </a:extLst>
          </p:cNvPr>
          <p:cNvSpPr>
            <a:spLocks noGrp="1"/>
          </p:cNvSpPr>
          <p:nvPr>
            <p:ph sz="half" idx="21"/>
          </p:nvPr>
        </p:nvSpPr>
        <p:spPr>
          <a:xfrm>
            <a:off x="8171688"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20771A1E-9DD6-4E56-9559-0724D6ACB533}"/>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0C1EFD11-52AC-4BF7-8817-D2A4E4BF84B5}"/>
              </a:ext>
            </a:extLst>
          </p:cNvPr>
          <p:cNvSpPr>
            <a:spLocks noGrp="1"/>
          </p:cNvSpPr>
          <p:nvPr>
            <p:ph type="ftr" sz="quarter" idx="22"/>
          </p:nvPr>
        </p:nvSpPr>
        <p:spPr/>
        <p:txBody>
          <a:bodyPr/>
          <a:lstStyle/>
          <a:p>
            <a:r>
              <a:rPr lang="en-US"/>
              <a:t>Brown and Caldwell</a:t>
            </a:r>
          </a:p>
        </p:txBody>
      </p:sp>
      <p:sp>
        <p:nvSpPr>
          <p:cNvPr id="7" name="Slide Number Placeholder 6">
            <a:extLst>
              <a:ext uri="{FF2B5EF4-FFF2-40B4-BE49-F238E27FC236}">
                <a16:creationId xmlns:a16="http://schemas.microsoft.com/office/drawing/2014/main" id="{50761FD3-D350-4C4E-9BC4-21E0B3DD9462}"/>
              </a:ext>
            </a:extLst>
          </p:cNvPr>
          <p:cNvSpPr>
            <a:spLocks noGrp="1"/>
          </p:cNvSpPr>
          <p:nvPr>
            <p:ph type="sldNum" sz="quarter" idx="23"/>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3967403737"/>
      </p:ext>
    </p:extLst>
  </p:cSld>
  <p:clrMapOvr>
    <a:masterClrMapping/>
  </p:clrMapOvr>
  <p:extLst>
    <p:ext uri="{DCECCB84-F9BA-43D5-87BE-67443E8EF086}">
      <p15:sldGuideLst xmlns:p15="http://schemas.microsoft.com/office/powerpoint/2012/main">
        <p15:guide id="1" pos="2535">
          <p15:clr>
            <a:srgbClr val="FBAE40"/>
          </p15:clr>
        </p15:guide>
        <p15:guide id="2" pos="2765">
          <p15:clr>
            <a:srgbClr val="FBAE40"/>
          </p15:clr>
        </p15:guide>
        <p15:guide id="3" pos="4917">
          <p15:clr>
            <a:srgbClr val="FBAE40"/>
          </p15:clr>
        </p15:guide>
        <p15:guide id="4" pos="5146">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Column Photo (lef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0" y="0"/>
            <a:ext cx="5915025" cy="6858000"/>
          </a:xfrm>
          <a:solidFill>
            <a:srgbClr val="C0CAC7"/>
          </a:solidFill>
        </p:spPr>
        <p:txBody>
          <a:bodyPr tIns="137160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2D5057D0-81AB-4F64-B78A-AC19A489E59F}"/>
              </a:ext>
            </a:extLst>
          </p:cNvPr>
          <p:cNvSpPr>
            <a:spLocks noGrp="1"/>
          </p:cNvSpPr>
          <p:nvPr>
            <p:ph type="ftr" sz="quarter" idx="26"/>
          </p:nvPr>
        </p:nvSpPr>
        <p:spPr/>
        <p:txBody>
          <a:bodyPr/>
          <a:lstStyle>
            <a:lvl1pPr>
              <a:defRPr>
                <a:solidFill>
                  <a:schemeClr val="bg1">
                    <a:lumMod val="95000"/>
                  </a:schemeClr>
                </a:solidFill>
              </a:defRPr>
            </a:lvl1pPr>
          </a:lstStyle>
          <a:p>
            <a:r>
              <a:rPr lang="en-US"/>
              <a:t>Brown and Caldwell</a:t>
            </a:r>
          </a:p>
        </p:txBody>
      </p:sp>
      <p:sp>
        <p:nvSpPr>
          <p:cNvPr id="3" name="Slide Number Placeholder 2">
            <a:extLst>
              <a:ext uri="{FF2B5EF4-FFF2-40B4-BE49-F238E27FC236}">
                <a16:creationId xmlns:a16="http://schemas.microsoft.com/office/drawing/2014/main" id="{3D5B860A-DE42-4098-BEAB-8D3A6F4D2C46}"/>
              </a:ext>
            </a:extLst>
          </p:cNvPr>
          <p:cNvSpPr>
            <a:spLocks noGrp="1"/>
          </p:cNvSpPr>
          <p:nvPr>
            <p:ph type="sldNum" sz="quarter" idx="27"/>
          </p:nvPr>
        </p:nvSpPr>
        <p:spPr/>
        <p:txBody>
          <a:bodyPr/>
          <a:lstStyle/>
          <a:p>
            <a:fld id="{04E9CEDC-B5D7-4E9A-BA46-5FD30BEA372C}" type="slidenum">
              <a:rPr lang="en-US" smtClean="0"/>
              <a:pPr/>
              <a:t>‹#›</a:t>
            </a:fld>
            <a:endParaRPr lang="en-US"/>
          </a:p>
        </p:txBody>
      </p:sp>
      <p:sp>
        <p:nvSpPr>
          <p:cNvPr id="5" name="Text Placeholder 4">
            <a:extLst>
              <a:ext uri="{FF2B5EF4-FFF2-40B4-BE49-F238E27FC236}">
                <a16:creationId xmlns:a16="http://schemas.microsoft.com/office/drawing/2014/main" id="{C5B043A2-0B4C-49E8-82E2-A119976A5D2B}"/>
              </a:ext>
            </a:extLst>
          </p:cNvPr>
          <p:cNvSpPr>
            <a:spLocks noGrp="1"/>
          </p:cNvSpPr>
          <p:nvPr>
            <p:ph type="body" sz="quarter" idx="28"/>
          </p:nvPr>
        </p:nvSpPr>
        <p:spPr>
          <a:xfrm>
            <a:off x="6275388" y="2514599"/>
            <a:ext cx="5307012" cy="3657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422E7CAA-2B2D-4D36-BCA8-D77CD98C2D4C}"/>
              </a:ext>
            </a:extLst>
          </p:cNvPr>
          <p:cNvSpPr>
            <a:spLocks noGrp="1"/>
          </p:cNvSpPr>
          <p:nvPr>
            <p:ph type="title"/>
          </p:nvPr>
        </p:nvSpPr>
        <p:spPr>
          <a:xfrm>
            <a:off x="6275388" y="630777"/>
            <a:ext cx="5307012" cy="1046440"/>
          </a:xfrm>
        </p:spPr>
        <p:txBody>
          <a:bodyPr wrap="square">
            <a:spAutoFit/>
          </a:bodyPr>
          <a:lstStyle/>
          <a:p>
            <a:r>
              <a:rPr lang="en-US"/>
              <a:t>Click to edit Master title style</a:t>
            </a:r>
          </a:p>
        </p:txBody>
      </p:sp>
      <p:cxnSp>
        <p:nvCxnSpPr>
          <p:cNvPr id="9" name="Anchor Line (Gray)">
            <a:extLst>
              <a:ext uri="{FF2B5EF4-FFF2-40B4-BE49-F238E27FC236}">
                <a16:creationId xmlns:a16="http://schemas.microsoft.com/office/drawing/2014/main" id="{BFBBE376-8623-4115-8884-88804011E9A3}"/>
              </a:ext>
            </a:extLst>
          </p:cNvPr>
          <p:cNvCxnSpPr>
            <a:cxnSpLocks/>
          </p:cNvCxnSpPr>
          <p:nvPr userDrawn="1"/>
        </p:nvCxnSpPr>
        <p:spPr bwMode="auto">
          <a:xfrm>
            <a:off x="6276975"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015158052"/>
      </p:ext>
    </p:extLst>
  </p:cSld>
  <p:clrMapOvr>
    <a:masterClrMapping/>
  </p:clrMapOvr>
  <p:extLst>
    <p:ext uri="{DCECCB84-F9BA-43D5-87BE-67443E8EF086}">
      <p15:sldGuideLst xmlns:p15="http://schemas.microsoft.com/office/powerpoint/2012/main">
        <p15:guide id="1" pos="3954">
          <p15:clr>
            <a:srgbClr val="FBAE40"/>
          </p15:clr>
        </p15:guide>
        <p15:guide id="2" orient="horz" pos="1584">
          <p15:clr>
            <a:srgbClr val="FBAE40"/>
          </p15:clr>
        </p15:guide>
        <p15:guide id="3" pos="372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2-Column Photo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6276975" y="0"/>
            <a:ext cx="5915025" cy="6858000"/>
          </a:xfrm>
          <a:solidFill>
            <a:srgbClr val="C0CAC7"/>
          </a:solidFill>
        </p:spPr>
        <p:txBody>
          <a:bodyPr tIns="137160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2D5057D0-81AB-4F64-B78A-AC19A489E59F}"/>
              </a:ext>
            </a:extLst>
          </p:cNvPr>
          <p:cNvSpPr>
            <a:spLocks noGrp="1"/>
          </p:cNvSpPr>
          <p:nvPr>
            <p:ph type="ftr" sz="quarter" idx="26"/>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3D5B860A-DE42-4098-BEAB-8D3A6F4D2C46}"/>
              </a:ext>
            </a:extLst>
          </p:cNvPr>
          <p:cNvSpPr>
            <a:spLocks noGrp="1"/>
          </p:cNvSpPr>
          <p:nvPr>
            <p:ph type="sldNum" sz="quarter" idx="27"/>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5" name="Text Placeholder 4">
            <a:extLst>
              <a:ext uri="{FF2B5EF4-FFF2-40B4-BE49-F238E27FC236}">
                <a16:creationId xmlns:a16="http://schemas.microsoft.com/office/drawing/2014/main" id="{C5B043A2-0B4C-49E8-82E2-A119976A5D2B}"/>
              </a:ext>
            </a:extLst>
          </p:cNvPr>
          <p:cNvSpPr>
            <a:spLocks noGrp="1"/>
          </p:cNvSpPr>
          <p:nvPr>
            <p:ph type="body" sz="quarter" idx="28"/>
          </p:nvPr>
        </p:nvSpPr>
        <p:spPr>
          <a:xfrm>
            <a:off x="608014" y="2514599"/>
            <a:ext cx="5307012" cy="3657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422E7CAA-2B2D-4D36-BCA8-D77CD98C2D4C}"/>
              </a:ext>
            </a:extLst>
          </p:cNvPr>
          <p:cNvSpPr>
            <a:spLocks noGrp="1"/>
          </p:cNvSpPr>
          <p:nvPr>
            <p:ph type="title"/>
          </p:nvPr>
        </p:nvSpPr>
        <p:spPr>
          <a:xfrm>
            <a:off x="608014" y="630777"/>
            <a:ext cx="5307012" cy="1046440"/>
          </a:xfrm>
        </p:spPr>
        <p:txBody>
          <a:bodyPr wrap="square">
            <a:spAutoFit/>
          </a:bodyPr>
          <a:lstStyle/>
          <a:p>
            <a:r>
              <a:rPr lang="en-US"/>
              <a:t>Click to edit Master title style</a:t>
            </a:r>
          </a:p>
        </p:txBody>
      </p:sp>
      <p:cxnSp>
        <p:nvCxnSpPr>
          <p:cNvPr id="9" name="Anchor Line (Gray)">
            <a:extLst>
              <a:ext uri="{FF2B5EF4-FFF2-40B4-BE49-F238E27FC236}">
                <a16:creationId xmlns:a16="http://schemas.microsoft.com/office/drawing/2014/main" id="{BFBBE376-8623-4115-8884-88804011E9A3}"/>
              </a:ext>
            </a:extLst>
          </p:cNvPr>
          <p:cNvCxnSpPr>
            <a:cxnSpLocks/>
          </p:cNvCxnSpPr>
          <p:nvPr userDrawn="1"/>
        </p:nvCxnSpPr>
        <p:spPr bwMode="auto">
          <a:xfrm>
            <a:off x="609601"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261863358"/>
      </p:ext>
    </p:extLst>
  </p:cSld>
  <p:clrMapOvr>
    <a:masterClrMapping/>
  </p:clrMapOvr>
  <p:extLst>
    <p:ext uri="{DCECCB84-F9BA-43D5-87BE-67443E8EF086}">
      <p15:sldGuideLst xmlns:p15="http://schemas.microsoft.com/office/powerpoint/2012/main">
        <p15:guide id="1" pos="3954">
          <p15:clr>
            <a:srgbClr val="FBAE40"/>
          </p15:clr>
        </p15:guide>
        <p15:guide id="2" orient="horz" pos="1584">
          <p15:clr>
            <a:srgbClr val="FBAE40"/>
          </p15:clr>
        </p15:guide>
        <p15:guide id="3" pos="372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2-Column Object (lef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708FED-2C58-4BF8-99ED-4D249F6122E0}"/>
              </a:ext>
            </a:extLst>
          </p:cNvPr>
          <p:cNvSpPr>
            <a:spLocks noGrp="1"/>
          </p:cNvSpPr>
          <p:nvPr>
            <p:ph sz="half" idx="2"/>
          </p:nvPr>
        </p:nvSpPr>
        <p:spPr>
          <a:xfrm>
            <a:off x="6275388" y="2514600"/>
            <a:ext cx="530352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D3724F1-6A34-4018-BD80-57E65E7F06D1}"/>
              </a:ext>
            </a:extLst>
          </p:cNvPr>
          <p:cNvSpPr>
            <a:spLocks noGrp="1"/>
          </p:cNvSpPr>
          <p:nvPr>
            <p:ph sz="quarter" idx="4" hasCustomPrompt="1"/>
          </p:nvPr>
        </p:nvSpPr>
        <p:spPr>
          <a:xfrm>
            <a:off x="0" y="630777"/>
            <a:ext cx="5916612" cy="5541423"/>
          </a:xfrm>
        </p:spPr>
        <p:txBody>
          <a:bodyPr tIns="731520"/>
          <a:lstStyle>
            <a:lvl1pPr marL="0" indent="0" algn="ctr">
              <a:buNone/>
              <a:defRPr>
                <a:solidFill>
                  <a:srgbClr val="C0CAC7"/>
                </a:solidFill>
                <a:latin typeface="+mj-lt"/>
              </a:defRPr>
            </a:lvl1pPr>
          </a:lstStyle>
          <a:p>
            <a:pPr lvl="0"/>
            <a:r>
              <a:rPr lang="en-US"/>
              <a:t>OBJECT</a:t>
            </a:r>
          </a:p>
        </p:txBody>
      </p:sp>
      <p:sp>
        <p:nvSpPr>
          <p:cNvPr id="3" name="Footer Placeholder 2">
            <a:extLst>
              <a:ext uri="{FF2B5EF4-FFF2-40B4-BE49-F238E27FC236}">
                <a16:creationId xmlns:a16="http://schemas.microsoft.com/office/drawing/2014/main" id="{81263E7D-ACF8-4057-B711-620676FE9BD9}"/>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6437056-D690-4847-99EB-7EB24559D470}"/>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07B9254F-70E0-48BE-9215-DA4FCB1A0612}"/>
              </a:ext>
            </a:extLst>
          </p:cNvPr>
          <p:cNvSpPr>
            <a:spLocks noGrp="1"/>
          </p:cNvSpPr>
          <p:nvPr>
            <p:ph type="title"/>
          </p:nvPr>
        </p:nvSpPr>
        <p:spPr>
          <a:xfrm>
            <a:off x="6275388" y="630777"/>
            <a:ext cx="5303520" cy="1046440"/>
          </a:xfrm>
        </p:spPr>
        <p:txBody>
          <a:bodyPr wrap="square">
            <a:spAutoFit/>
          </a:bodyPr>
          <a:lstStyle/>
          <a:p>
            <a:r>
              <a:rPr lang="en-US"/>
              <a:t>Click to edit Master title style</a:t>
            </a:r>
          </a:p>
        </p:txBody>
      </p:sp>
      <p:cxnSp>
        <p:nvCxnSpPr>
          <p:cNvPr id="7" name="Straight Connector 6">
            <a:extLst>
              <a:ext uri="{FF2B5EF4-FFF2-40B4-BE49-F238E27FC236}">
                <a16:creationId xmlns:a16="http://schemas.microsoft.com/office/drawing/2014/main" id="{BADE494F-B2E7-40DA-BEFC-F919D626ACF3}"/>
              </a:ext>
            </a:extLst>
          </p:cNvPr>
          <p:cNvCxnSpPr>
            <a:cxnSpLocks/>
          </p:cNvCxnSpPr>
          <p:nvPr userDrawn="1"/>
        </p:nvCxnSpPr>
        <p:spPr bwMode="auto">
          <a:xfrm>
            <a:off x="6275388"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828244529"/>
      </p:ext>
    </p:extLst>
  </p:cSld>
  <p:clrMapOvr>
    <a:masterClrMapping/>
  </p:clrMapOvr>
  <p:extLst>
    <p:ext uri="{DCECCB84-F9BA-43D5-87BE-67443E8EF086}">
      <p15:sldGuideLst xmlns:p15="http://schemas.microsoft.com/office/powerpoint/2012/main">
        <p15:guide id="1" orient="horz" pos="1584">
          <p15:clr>
            <a:srgbClr val="FBAE40"/>
          </p15:clr>
        </p15:guide>
        <p15:guide id="2" pos="3726">
          <p15:clr>
            <a:srgbClr val="FBAE40"/>
          </p15:clr>
        </p15:guide>
        <p15:guide id="3" pos="3953">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Column Object (righ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3708FED-2C58-4BF8-99ED-4D249F6122E0}"/>
              </a:ext>
            </a:extLst>
          </p:cNvPr>
          <p:cNvSpPr>
            <a:spLocks noGrp="1"/>
          </p:cNvSpPr>
          <p:nvPr>
            <p:ph sz="half" idx="2"/>
          </p:nvPr>
        </p:nvSpPr>
        <p:spPr>
          <a:xfrm>
            <a:off x="609600" y="2514600"/>
            <a:ext cx="530352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7D3724F1-6A34-4018-BD80-57E65E7F06D1}"/>
              </a:ext>
            </a:extLst>
          </p:cNvPr>
          <p:cNvSpPr>
            <a:spLocks noGrp="1"/>
          </p:cNvSpPr>
          <p:nvPr>
            <p:ph sz="quarter" idx="4" hasCustomPrompt="1"/>
          </p:nvPr>
        </p:nvSpPr>
        <p:spPr>
          <a:xfrm>
            <a:off x="6275388" y="630777"/>
            <a:ext cx="5916612" cy="5541423"/>
          </a:xfrm>
        </p:spPr>
        <p:txBody>
          <a:bodyPr tIns="731520"/>
          <a:lstStyle>
            <a:lvl1pPr marL="0" indent="0" algn="ctr">
              <a:buNone/>
              <a:defRPr>
                <a:solidFill>
                  <a:srgbClr val="C0CAC7"/>
                </a:solidFill>
                <a:latin typeface="+mj-lt"/>
              </a:defRPr>
            </a:lvl1pPr>
          </a:lstStyle>
          <a:p>
            <a:pPr lvl="0"/>
            <a:r>
              <a:rPr lang="en-US"/>
              <a:t>OBJECT</a:t>
            </a:r>
          </a:p>
        </p:txBody>
      </p:sp>
      <p:sp>
        <p:nvSpPr>
          <p:cNvPr id="3" name="Footer Placeholder 2">
            <a:extLst>
              <a:ext uri="{FF2B5EF4-FFF2-40B4-BE49-F238E27FC236}">
                <a16:creationId xmlns:a16="http://schemas.microsoft.com/office/drawing/2014/main" id="{81263E7D-ACF8-4057-B711-620676FE9BD9}"/>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6437056-D690-4847-99EB-7EB24559D470}"/>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07B9254F-70E0-48BE-9215-DA4FCB1A0612}"/>
              </a:ext>
            </a:extLst>
          </p:cNvPr>
          <p:cNvSpPr>
            <a:spLocks noGrp="1"/>
          </p:cNvSpPr>
          <p:nvPr>
            <p:ph type="title"/>
          </p:nvPr>
        </p:nvSpPr>
        <p:spPr>
          <a:xfrm>
            <a:off x="609600" y="630777"/>
            <a:ext cx="5303520" cy="1046440"/>
          </a:xfrm>
        </p:spPr>
        <p:txBody>
          <a:bodyPr wrap="square">
            <a:spAutoFit/>
          </a:bodyPr>
          <a:lstStyle/>
          <a:p>
            <a:r>
              <a:rPr lang="en-US"/>
              <a:t>Click to edit Master title style</a:t>
            </a:r>
          </a:p>
        </p:txBody>
      </p:sp>
      <p:cxnSp>
        <p:nvCxnSpPr>
          <p:cNvPr id="7" name="Anchor Line (Gray)">
            <a:extLst>
              <a:ext uri="{FF2B5EF4-FFF2-40B4-BE49-F238E27FC236}">
                <a16:creationId xmlns:a16="http://schemas.microsoft.com/office/drawing/2014/main" id="{4E4C6941-EF23-4B83-8ACB-7A2EA57265AE}"/>
              </a:ext>
            </a:extLst>
          </p:cNvPr>
          <p:cNvCxnSpPr>
            <a:cxnSpLocks/>
          </p:cNvCxnSpPr>
          <p:nvPr userDrawn="1"/>
        </p:nvCxnSpPr>
        <p:spPr bwMode="auto">
          <a:xfrm>
            <a:off x="609600"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243307200"/>
      </p:ext>
    </p:extLst>
  </p:cSld>
  <p:clrMapOvr>
    <a:masterClrMapping/>
  </p:clrMapOvr>
  <p:extLst>
    <p:ext uri="{DCECCB84-F9BA-43D5-87BE-67443E8EF086}">
      <p15:sldGuideLst xmlns:p15="http://schemas.microsoft.com/office/powerpoint/2012/main">
        <p15:guide id="1" orient="horz" pos="1584">
          <p15:clr>
            <a:srgbClr val="FBAE40"/>
          </p15:clr>
        </p15:guide>
        <p15:guide id="2" pos="3726">
          <p15:clr>
            <a:srgbClr val="FBAE40"/>
          </p15:clr>
        </p15:guide>
        <p15:guide id="3" pos="3953">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Column Photo">
    <p:spTree>
      <p:nvGrpSpPr>
        <p:cNvPr id="1" name=""/>
        <p:cNvGrpSpPr/>
        <p:nvPr/>
      </p:nvGrpSpPr>
      <p:grpSpPr>
        <a:xfrm>
          <a:off x="0" y="0"/>
          <a:ext cx="0" cy="0"/>
          <a:chOff x="0" y="0"/>
          <a:chExt cx="0" cy="0"/>
        </a:xfrm>
      </p:grpSpPr>
      <p:sp>
        <p:nvSpPr>
          <p:cNvPr id="16" name="Gradient Background">
            <a:extLst>
              <a:ext uri="{FF2B5EF4-FFF2-40B4-BE49-F238E27FC236}">
                <a16:creationId xmlns:a16="http://schemas.microsoft.com/office/drawing/2014/main" id="{D9A952C9-602C-401F-A44F-1E0C730680B3}"/>
              </a:ext>
            </a:extLst>
          </p:cNvPr>
          <p:cNvSpPr/>
          <p:nvPr userDrawn="1"/>
        </p:nvSpPr>
        <p:spPr>
          <a:xfrm rot="16200000" flipH="1">
            <a:off x="5044440" y="-289560"/>
            <a:ext cx="210312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570BCA30-51DF-4A8C-9A16-D7457208E653}"/>
              </a:ext>
            </a:extLst>
          </p:cNvPr>
          <p:cNvSpPr>
            <a:spLocks noGrp="1"/>
          </p:cNvSpPr>
          <p:nvPr>
            <p:ph type="pic" sz="quarter" idx="15" hasCustomPrompt="1"/>
          </p:nvPr>
        </p:nvSpPr>
        <p:spPr>
          <a:xfrm>
            <a:off x="609600" y="3886200"/>
            <a:ext cx="3411538"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12" name="Picture Placeholder 10">
            <a:extLst>
              <a:ext uri="{FF2B5EF4-FFF2-40B4-BE49-F238E27FC236}">
                <a16:creationId xmlns:a16="http://schemas.microsoft.com/office/drawing/2014/main" id="{422D1126-548E-4F26-B3A9-065346269D13}"/>
              </a:ext>
            </a:extLst>
          </p:cNvPr>
          <p:cNvSpPr>
            <a:spLocks noGrp="1"/>
          </p:cNvSpPr>
          <p:nvPr>
            <p:ph type="pic" sz="quarter" idx="16" hasCustomPrompt="1"/>
          </p:nvPr>
        </p:nvSpPr>
        <p:spPr>
          <a:xfrm>
            <a:off x="4390644" y="3886200"/>
            <a:ext cx="3410712"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13" name="Picture Placeholder 10">
            <a:extLst>
              <a:ext uri="{FF2B5EF4-FFF2-40B4-BE49-F238E27FC236}">
                <a16:creationId xmlns:a16="http://schemas.microsoft.com/office/drawing/2014/main" id="{534085C2-AB1E-499D-AD1C-E6448EFD28FC}"/>
              </a:ext>
            </a:extLst>
          </p:cNvPr>
          <p:cNvSpPr>
            <a:spLocks noGrp="1"/>
          </p:cNvSpPr>
          <p:nvPr>
            <p:ph type="pic" sz="quarter" idx="17" hasCustomPrompt="1"/>
          </p:nvPr>
        </p:nvSpPr>
        <p:spPr>
          <a:xfrm>
            <a:off x="8171052" y="3886200"/>
            <a:ext cx="3411347" cy="2286000"/>
          </a:xfrm>
          <a:solidFill>
            <a:srgbClr val="C0CAC7"/>
          </a:solidFill>
        </p:spPr>
        <p:txBody>
          <a:bodyPr tIns="182880"/>
          <a:lstStyle>
            <a:lvl1pPr marL="0" indent="0" algn="ctr">
              <a:buNone/>
              <a:defRPr cap="all" baseline="0">
                <a:solidFill>
                  <a:schemeClr val="bg1"/>
                </a:solidFill>
              </a:defRPr>
            </a:lvl1pPr>
          </a:lstStyle>
          <a:p>
            <a:r>
              <a:rPr lang="en-US"/>
              <a:t>PHOTO</a:t>
            </a:r>
          </a:p>
        </p:txBody>
      </p:sp>
      <p:sp>
        <p:nvSpPr>
          <p:cNvPr id="2" name="Footer Placeholder 1">
            <a:extLst>
              <a:ext uri="{FF2B5EF4-FFF2-40B4-BE49-F238E27FC236}">
                <a16:creationId xmlns:a16="http://schemas.microsoft.com/office/drawing/2014/main" id="{58751329-B1B8-4FAE-B964-AC7D981BEB9B}"/>
              </a:ext>
            </a:extLst>
          </p:cNvPr>
          <p:cNvSpPr>
            <a:spLocks noGrp="1"/>
          </p:cNvSpPr>
          <p:nvPr>
            <p:ph type="ftr" sz="quarter" idx="18"/>
          </p:nvPr>
        </p:nvSpPr>
        <p:spPr/>
        <p:txBody>
          <a:bodyPr/>
          <a:lstStyle>
            <a:lvl1pPr>
              <a:defRPr>
                <a:solidFill>
                  <a:schemeClr val="bg1">
                    <a:lumMod val="95000"/>
                  </a:schemeClr>
                </a:solidFill>
              </a:defRPr>
            </a:lvl1pPr>
          </a:lstStyle>
          <a:p>
            <a:r>
              <a:rPr lang="en-US"/>
              <a:t>Brown and Caldwell</a:t>
            </a:r>
          </a:p>
        </p:txBody>
      </p:sp>
      <p:sp>
        <p:nvSpPr>
          <p:cNvPr id="4" name="Slide Number Placeholder 3">
            <a:extLst>
              <a:ext uri="{FF2B5EF4-FFF2-40B4-BE49-F238E27FC236}">
                <a16:creationId xmlns:a16="http://schemas.microsoft.com/office/drawing/2014/main" id="{795C9B32-D1D5-4B5C-8863-A6EFA4557DCC}"/>
              </a:ext>
            </a:extLst>
          </p:cNvPr>
          <p:cNvSpPr>
            <a:spLocks noGrp="1"/>
          </p:cNvSpPr>
          <p:nvPr>
            <p:ph type="sldNum" sz="quarter" idx="19"/>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14" name="Content Placeholder 2">
            <a:extLst>
              <a:ext uri="{FF2B5EF4-FFF2-40B4-BE49-F238E27FC236}">
                <a16:creationId xmlns:a16="http://schemas.microsoft.com/office/drawing/2014/main" id="{39241BED-729D-482D-883A-95AB302C88AF}"/>
              </a:ext>
            </a:extLst>
          </p:cNvPr>
          <p:cNvSpPr>
            <a:spLocks noGrp="1"/>
          </p:cNvSpPr>
          <p:nvPr>
            <p:ph sz="half" idx="20"/>
          </p:nvPr>
        </p:nvSpPr>
        <p:spPr>
          <a:xfrm>
            <a:off x="4390644"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6839E709-FDAA-49F5-8E65-DCF24C746C83}"/>
              </a:ext>
            </a:extLst>
          </p:cNvPr>
          <p:cNvSpPr>
            <a:spLocks noGrp="1"/>
          </p:cNvSpPr>
          <p:nvPr>
            <p:ph sz="half" idx="21"/>
          </p:nvPr>
        </p:nvSpPr>
        <p:spPr>
          <a:xfrm>
            <a:off x="8171688" y="1782762"/>
            <a:ext cx="3410712" cy="1874837"/>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20771A1E-9DD6-4E56-9559-0724D6ACB5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2395478"/>
      </p:ext>
    </p:extLst>
  </p:cSld>
  <p:clrMapOvr>
    <a:masterClrMapping/>
  </p:clrMapOvr>
  <p:extLst>
    <p:ext uri="{DCECCB84-F9BA-43D5-87BE-67443E8EF086}">
      <p15:sldGuideLst xmlns:p15="http://schemas.microsoft.com/office/powerpoint/2012/main">
        <p15:guide id="1" pos="2533">
          <p15:clr>
            <a:srgbClr val="FBAE40"/>
          </p15:clr>
        </p15:guide>
        <p15:guide id="2" pos="2765">
          <p15:clr>
            <a:srgbClr val="FBAE40"/>
          </p15:clr>
        </p15:guide>
        <p15:guide id="3" pos="4919">
          <p15:clr>
            <a:srgbClr val="FBAE40"/>
          </p15:clr>
        </p15:guide>
        <p15:guide id="4" pos="5146">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Column 1/3 Photo (lef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B0FA3B1-A112-475F-9DB2-50FE782C43F7}"/>
              </a:ext>
            </a:extLst>
          </p:cNvPr>
          <p:cNvSpPr>
            <a:spLocks noGrp="1"/>
          </p:cNvSpPr>
          <p:nvPr>
            <p:ph type="pic" sz="quarter" idx="16" hasCustomPrompt="1"/>
          </p:nvPr>
        </p:nvSpPr>
        <p:spPr>
          <a:xfrm>
            <a:off x="0" y="0"/>
            <a:ext cx="4024503" cy="6857999"/>
          </a:xfrm>
          <a:solidFill>
            <a:srgbClr val="C0CAC7"/>
          </a:solidFill>
          <a:ln>
            <a:noFill/>
          </a:ln>
        </p:spPr>
        <p:txBody>
          <a:bodyPr tIns="1371600"/>
          <a:lstStyle>
            <a:lvl1pPr marL="0" indent="0" algn="ctr">
              <a:buNone/>
              <a:defRPr>
                <a:solidFill>
                  <a:schemeClr val="bg1"/>
                </a:solidFill>
              </a:defRPr>
            </a:lvl1pPr>
          </a:lstStyle>
          <a:p>
            <a:r>
              <a:rPr lang="en-US"/>
              <a:t>PHOTO</a:t>
            </a:r>
          </a:p>
        </p:txBody>
      </p:sp>
      <p:cxnSp>
        <p:nvCxnSpPr>
          <p:cNvPr id="8" name="Straight Connector 7">
            <a:extLst>
              <a:ext uri="{FF2B5EF4-FFF2-40B4-BE49-F238E27FC236}">
                <a16:creationId xmlns:a16="http://schemas.microsoft.com/office/drawing/2014/main" id="{70D23CA9-093A-4258-9E0C-DFC4ABA79A4A}"/>
              </a:ext>
            </a:extLst>
          </p:cNvPr>
          <p:cNvCxnSpPr>
            <a:cxnSpLocks/>
          </p:cNvCxnSpPr>
          <p:nvPr userDrawn="1"/>
        </p:nvCxnSpPr>
        <p:spPr bwMode="auto">
          <a:xfrm>
            <a:off x="4386452" y="47565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4386452" y="1782763"/>
            <a:ext cx="7195947" cy="438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0C286-EA41-4D0B-A536-6C95A9F879F6}"/>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6" name="Slide Number Placeholder 5">
            <a:extLst>
              <a:ext uri="{FF2B5EF4-FFF2-40B4-BE49-F238E27FC236}">
                <a16:creationId xmlns:a16="http://schemas.microsoft.com/office/drawing/2014/main" id="{2642C392-5579-4DF2-99B7-4D9E5BFF5198}"/>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D0F5DC89-AD84-481B-80CF-6892D0B5112F}"/>
              </a:ext>
            </a:extLst>
          </p:cNvPr>
          <p:cNvSpPr>
            <a:spLocks noGrp="1"/>
          </p:cNvSpPr>
          <p:nvPr>
            <p:ph type="title"/>
          </p:nvPr>
        </p:nvSpPr>
        <p:spPr>
          <a:xfrm>
            <a:off x="4386452" y="630777"/>
            <a:ext cx="7195948" cy="523220"/>
          </a:xfrm>
        </p:spPr>
        <p:txBody>
          <a:bodyPr/>
          <a:lstStyle/>
          <a:p>
            <a:r>
              <a:rPr lang="en-US"/>
              <a:t>Click to edit Master title style</a:t>
            </a:r>
          </a:p>
        </p:txBody>
      </p:sp>
    </p:spTree>
    <p:extLst>
      <p:ext uri="{BB962C8B-B14F-4D97-AF65-F5344CB8AC3E}">
        <p14:creationId xmlns:p14="http://schemas.microsoft.com/office/powerpoint/2010/main" val="1865937035"/>
      </p:ext>
    </p:extLst>
  </p:cSld>
  <p:clrMapOvr>
    <a:masterClrMapping/>
  </p:clrMapOvr>
  <p:extLst>
    <p:ext uri="{DCECCB84-F9BA-43D5-87BE-67443E8EF086}">
      <p15:sldGuideLst xmlns:p15="http://schemas.microsoft.com/office/powerpoint/2012/main">
        <p15:guide id="1" pos="2534">
          <p15:clr>
            <a:srgbClr val="FBAE40"/>
          </p15:clr>
        </p15:guide>
        <p15:guide id="2" pos="276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Column 1/3 Photo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8171051" y="0"/>
            <a:ext cx="4020949" cy="6857998"/>
          </a:xfrm>
          <a:solidFill>
            <a:srgbClr val="C0CAC7"/>
          </a:solidFill>
        </p:spPr>
        <p:txBody>
          <a:bodyPr tIns="1371600"/>
          <a:lstStyle>
            <a:lvl1pPr marL="0" indent="0" algn="ctr">
              <a:buNone/>
              <a:defRPr>
                <a:solidFill>
                  <a:schemeClr val="bg1"/>
                </a:solidFill>
              </a:defRPr>
            </a:lvl1pPr>
          </a:lstStyle>
          <a:p>
            <a:r>
              <a:rPr lang="en-US"/>
              <a:t>PHOTO</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579" y="1782763"/>
            <a:ext cx="7195970" cy="4389437"/>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2FD19E30-E1CB-4A1D-BFAF-18064D58B276}"/>
              </a:ext>
            </a:extLst>
          </p:cNvPr>
          <p:cNvSpPr>
            <a:spLocks noGrp="1"/>
          </p:cNvSpPr>
          <p:nvPr>
            <p:ph type="title"/>
          </p:nvPr>
        </p:nvSpPr>
        <p:spPr>
          <a:xfrm>
            <a:off x="609579" y="630777"/>
            <a:ext cx="7195970" cy="523220"/>
          </a:xfrm>
        </p:spPr>
        <p:txBody>
          <a:bodyPr/>
          <a:lstStyle/>
          <a:p>
            <a:r>
              <a:rPr lang="en-US"/>
              <a:t>Click to edit Master title style</a:t>
            </a:r>
          </a:p>
        </p:txBody>
      </p:sp>
    </p:spTree>
    <p:extLst>
      <p:ext uri="{BB962C8B-B14F-4D97-AF65-F5344CB8AC3E}">
        <p14:creationId xmlns:p14="http://schemas.microsoft.com/office/powerpoint/2010/main" val="1580081056"/>
      </p:ext>
    </p:extLst>
  </p:cSld>
  <p:clrMapOvr>
    <a:masterClrMapping/>
  </p:clrMapOvr>
  <p:extLst>
    <p:ext uri="{DCECCB84-F9BA-43D5-87BE-67443E8EF086}">
      <p15:sldGuideLst xmlns:p15="http://schemas.microsoft.com/office/powerpoint/2012/main">
        <p15:guide id="1" pos="4917">
          <p15:clr>
            <a:srgbClr val="FBAE40"/>
          </p15:clr>
        </p15:guide>
        <p15:guide id="2" pos="514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Column 2/3 Objec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EE049-8CD2-4CFA-88AF-02B706EBF42C}"/>
              </a:ext>
            </a:extLst>
          </p:cNvPr>
          <p:cNvSpPr>
            <a:spLocks noGrp="1"/>
          </p:cNvSpPr>
          <p:nvPr>
            <p:ph idx="1" hasCustomPrompt="1"/>
          </p:nvPr>
        </p:nvSpPr>
        <p:spPr>
          <a:xfrm>
            <a:off x="0" y="0"/>
            <a:ext cx="7805737" cy="6858001"/>
          </a:xfrm>
          <a:noFill/>
        </p:spPr>
        <p:txBody>
          <a:bodyPr tIns="1371600"/>
          <a:lstStyle>
            <a:lvl1pPr marL="0" indent="0" algn="ctr">
              <a:buNone/>
              <a:defRPr sz="3200" cap="all" baseline="0">
                <a:solidFill>
                  <a:schemeClr val="bg2"/>
                </a:solidFill>
              </a:defRPr>
            </a:lvl1pPr>
            <a:lvl2pPr marL="342900" indent="0">
              <a:buNone/>
              <a:defRPr sz="2800"/>
            </a:lvl2pPr>
            <a:lvl3pPr marL="685800" indent="0">
              <a:buNone/>
              <a:defRPr sz="2400"/>
            </a:lvl3pPr>
            <a:lvl4pPr marL="1028700" indent="0">
              <a:buNone/>
              <a:defRPr sz="2000"/>
            </a:lvl4pPr>
            <a:lvl5pPr marL="1371600" indent="0">
              <a:buNone/>
              <a:defRPr sz="2000"/>
            </a:lvl5pPr>
            <a:lvl6pPr>
              <a:defRPr sz="2000"/>
            </a:lvl6pPr>
            <a:lvl7pPr>
              <a:defRPr sz="2000"/>
            </a:lvl7pPr>
            <a:lvl8pPr>
              <a:defRPr sz="2000"/>
            </a:lvl8pPr>
            <a:lvl9pPr>
              <a:defRPr sz="2000"/>
            </a:lvl9pPr>
          </a:lstStyle>
          <a:p>
            <a:pPr lvl="0"/>
            <a:r>
              <a:rPr lang="en-US"/>
              <a:t>Add Object</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8181895" y="2514600"/>
            <a:ext cx="3411538" cy="3657599"/>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3348212-BD3B-429B-854D-DCD29AC9B634}"/>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A49789-63B7-4EB2-9FC8-36229C782BBC}"/>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ABD905D8-0228-4BFC-8381-033CF0D94C0F}"/>
              </a:ext>
            </a:extLst>
          </p:cNvPr>
          <p:cNvSpPr>
            <a:spLocks noGrp="1"/>
          </p:cNvSpPr>
          <p:nvPr>
            <p:ph type="title"/>
          </p:nvPr>
        </p:nvSpPr>
        <p:spPr>
          <a:xfrm>
            <a:off x="8181894" y="630777"/>
            <a:ext cx="3411539" cy="1569660"/>
          </a:xfrm>
        </p:spPr>
        <p:txBody>
          <a:bodyPr wrap="square">
            <a:spAutoFit/>
          </a:bodyPr>
          <a:lstStyle/>
          <a:p>
            <a:r>
              <a:rPr lang="en-US"/>
              <a:t>Click to edit Master title style</a:t>
            </a:r>
          </a:p>
        </p:txBody>
      </p:sp>
      <p:cxnSp>
        <p:nvCxnSpPr>
          <p:cNvPr id="7" name="Anchor Line (Gray)">
            <a:extLst>
              <a:ext uri="{FF2B5EF4-FFF2-40B4-BE49-F238E27FC236}">
                <a16:creationId xmlns:a16="http://schemas.microsoft.com/office/drawing/2014/main" id="{125F6A3E-E29E-4B43-94BA-B1E8ABF49FFD}"/>
              </a:ext>
            </a:extLst>
          </p:cNvPr>
          <p:cNvCxnSpPr>
            <a:cxnSpLocks/>
          </p:cNvCxnSpPr>
          <p:nvPr userDrawn="1"/>
        </p:nvCxnSpPr>
        <p:spPr bwMode="auto">
          <a:xfrm>
            <a:off x="8181895"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211465593"/>
      </p:ext>
    </p:extLst>
  </p:cSld>
  <p:clrMapOvr>
    <a:masterClrMapping/>
  </p:clrMapOvr>
  <p:extLst>
    <p:ext uri="{DCECCB84-F9BA-43D5-87BE-67443E8EF086}">
      <p15:sldGuideLst xmlns:p15="http://schemas.microsoft.com/office/powerpoint/2012/main">
        <p15:guide id="1" pos="2535">
          <p15:clr>
            <a:srgbClr val="FBAE40"/>
          </p15:clr>
        </p15:guide>
        <p15:guide id="2" pos="2763">
          <p15:clr>
            <a:srgbClr val="FBAE40"/>
          </p15:clr>
        </p15:guide>
        <p15:guide id="3" orient="horz" pos="158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3-Column 2/3 Object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EE049-8CD2-4CFA-88AF-02B706EBF42C}"/>
              </a:ext>
            </a:extLst>
          </p:cNvPr>
          <p:cNvSpPr>
            <a:spLocks noGrp="1"/>
          </p:cNvSpPr>
          <p:nvPr>
            <p:ph idx="1" hasCustomPrompt="1"/>
          </p:nvPr>
        </p:nvSpPr>
        <p:spPr>
          <a:xfrm>
            <a:off x="4386263" y="0"/>
            <a:ext cx="7805737" cy="6858001"/>
          </a:xfrm>
          <a:noFill/>
        </p:spPr>
        <p:txBody>
          <a:bodyPr tIns="1371600"/>
          <a:lstStyle>
            <a:lvl1pPr marL="0" indent="0" algn="ctr">
              <a:buNone/>
              <a:defRPr sz="3200" cap="all" baseline="0">
                <a:solidFill>
                  <a:schemeClr val="bg2"/>
                </a:solidFill>
              </a:defRPr>
            </a:lvl1pPr>
            <a:lvl2pPr marL="342900" indent="0">
              <a:buNone/>
              <a:defRPr sz="2800"/>
            </a:lvl2pPr>
            <a:lvl3pPr marL="685800" indent="0">
              <a:buNone/>
              <a:defRPr sz="2400"/>
            </a:lvl3pPr>
            <a:lvl4pPr marL="1028700" indent="0">
              <a:buNone/>
              <a:defRPr sz="2000"/>
            </a:lvl4pPr>
            <a:lvl5pPr marL="1371600" indent="0">
              <a:buNone/>
              <a:defRPr sz="2000"/>
            </a:lvl5pPr>
            <a:lvl6pPr>
              <a:defRPr sz="2000"/>
            </a:lvl6pPr>
            <a:lvl7pPr>
              <a:defRPr sz="2000"/>
            </a:lvl7pPr>
            <a:lvl8pPr>
              <a:defRPr sz="2000"/>
            </a:lvl8pPr>
            <a:lvl9pPr>
              <a:defRPr sz="2000"/>
            </a:lvl9pPr>
          </a:lstStyle>
          <a:p>
            <a:pPr lvl="0"/>
            <a:r>
              <a:rPr lang="en-US"/>
              <a:t>Add Object</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600" y="2514600"/>
            <a:ext cx="3411538" cy="3657599"/>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3348212-BD3B-429B-854D-DCD29AC9B634}"/>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A49789-63B7-4EB2-9FC8-36229C782BBC}"/>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ABD905D8-0228-4BFC-8381-033CF0D94C0F}"/>
              </a:ext>
            </a:extLst>
          </p:cNvPr>
          <p:cNvSpPr>
            <a:spLocks noGrp="1"/>
          </p:cNvSpPr>
          <p:nvPr>
            <p:ph type="title"/>
          </p:nvPr>
        </p:nvSpPr>
        <p:spPr>
          <a:xfrm>
            <a:off x="609599" y="630777"/>
            <a:ext cx="3411539" cy="1569660"/>
          </a:xfrm>
        </p:spPr>
        <p:txBody>
          <a:bodyPr wrap="square">
            <a:spAutoFit/>
          </a:bodyPr>
          <a:lstStyle/>
          <a:p>
            <a:r>
              <a:rPr lang="en-US"/>
              <a:t>Click to edit Master title style</a:t>
            </a:r>
          </a:p>
        </p:txBody>
      </p:sp>
      <p:cxnSp>
        <p:nvCxnSpPr>
          <p:cNvPr id="7" name="Anchor Line (Gray)">
            <a:extLst>
              <a:ext uri="{FF2B5EF4-FFF2-40B4-BE49-F238E27FC236}">
                <a16:creationId xmlns:a16="http://schemas.microsoft.com/office/drawing/2014/main" id="{306A7359-D19A-497A-B743-11C794464A1A}"/>
              </a:ext>
            </a:extLst>
          </p:cNvPr>
          <p:cNvCxnSpPr>
            <a:cxnSpLocks/>
          </p:cNvCxnSpPr>
          <p:nvPr userDrawn="1"/>
        </p:nvCxnSpPr>
        <p:spPr bwMode="auto">
          <a:xfrm>
            <a:off x="609600"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925919304"/>
      </p:ext>
    </p:extLst>
  </p:cSld>
  <p:clrMapOvr>
    <a:masterClrMapping/>
  </p:clrMapOvr>
  <p:extLst>
    <p:ext uri="{DCECCB84-F9BA-43D5-87BE-67443E8EF086}">
      <p15:sldGuideLst xmlns:p15="http://schemas.microsoft.com/office/powerpoint/2012/main">
        <p15:guide id="1" pos="2535">
          <p15:clr>
            <a:srgbClr val="FBAE40"/>
          </p15:clr>
        </p15:guide>
        <p15:guide id="2" pos="2763">
          <p15:clr>
            <a:srgbClr val="FBAE40"/>
          </p15:clr>
        </p15:guide>
        <p15:guide id="3" orient="horz" pos="158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Column Callou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462915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rgbClr val="909D93"/>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4629150" y="630777"/>
            <a:ext cx="6953250" cy="523220"/>
          </a:xfrm>
        </p:spPr>
        <p:txBody>
          <a:bodyPr wrap="square">
            <a:spAutoFit/>
          </a:bodyPr>
          <a:lstStyle/>
          <a:p>
            <a:r>
              <a:rPr lang="en-US"/>
              <a:t>Click to edit Master title style</a:t>
            </a:r>
          </a:p>
        </p:txBody>
      </p:sp>
      <p:sp>
        <p:nvSpPr>
          <p:cNvPr id="10" name="Gradient Background">
            <a:extLst>
              <a:ext uri="{FF2B5EF4-FFF2-40B4-BE49-F238E27FC236}">
                <a16:creationId xmlns:a16="http://schemas.microsoft.com/office/drawing/2014/main" id="{E0728B7E-F5C5-4D1D-9CEA-910DBA1D7510}"/>
              </a:ext>
            </a:extLst>
          </p:cNvPr>
          <p:cNvSpPr/>
          <p:nvPr userDrawn="1"/>
        </p:nvSpPr>
        <p:spPr>
          <a:xfrm rot="16200000" flipH="1">
            <a:off x="-1325879" y="1325881"/>
            <a:ext cx="6858000" cy="420624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53063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cxnSp>
        <p:nvCxnSpPr>
          <p:cNvPr id="9" name="Anchor Line (Gray)">
            <a:extLst>
              <a:ext uri="{FF2B5EF4-FFF2-40B4-BE49-F238E27FC236}">
                <a16:creationId xmlns:a16="http://schemas.microsoft.com/office/drawing/2014/main" id="{322F252D-C66F-4DFF-BE5F-A1BC45B520C5}"/>
              </a:ext>
            </a:extLst>
          </p:cNvPr>
          <p:cNvCxnSpPr>
            <a:cxnSpLocks/>
          </p:cNvCxnSpPr>
          <p:nvPr userDrawn="1"/>
        </p:nvCxnSpPr>
        <p:spPr bwMode="auto">
          <a:xfrm>
            <a:off x="4629150" y="47565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773762824"/>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Column Callout (right)">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E0728B7E-F5C5-4D1D-9CEA-910DBA1D7510}"/>
              </a:ext>
            </a:extLst>
          </p:cNvPr>
          <p:cNvSpPr/>
          <p:nvPr userDrawn="1"/>
        </p:nvSpPr>
        <p:spPr>
          <a:xfrm rot="16200000" flipH="1">
            <a:off x="6659880" y="1325881"/>
            <a:ext cx="6858000" cy="420624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Diagonal Lines (white)" descr="Background pattern&#10;&#10;Description automatically generated">
            <a:extLst>
              <a:ext uri="{FF2B5EF4-FFF2-40B4-BE49-F238E27FC236}">
                <a16:creationId xmlns:a16="http://schemas.microsoft.com/office/drawing/2014/main" id="{DEC2AB5E-F70D-48BD-8B0B-D7331C336C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851639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609600" y="630777"/>
            <a:ext cx="6953250" cy="523220"/>
          </a:xfrm>
        </p:spPr>
        <p:txBody>
          <a:bodyPr wrap="square">
            <a:spAutoFit/>
          </a:bodyPr>
          <a:lstStyle/>
          <a:p>
            <a:r>
              <a:rPr lang="en-US"/>
              <a:t>Click to edit Master title style</a:t>
            </a:r>
          </a:p>
        </p:txBody>
      </p:sp>
    </p:spTree>
    <p:extLst>
      <p:ext uri="{BB962C8B-B14F-4D97-AF65-F5344CB8AC3E}">
        <p14:creationId xmlns:p14="http://schemas.microsoft.com/office/powerpoint/2010/main" val="2414058333"/>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9838D92B-2824-440C-8DE5-E2A9F6FE569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579408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nk with Diagonal">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Rectangle 1">
            <a:extLst>
              <a:ext uri="{FF2B5EF4-FFF2-40B4-BE49-F238E27FC236}">
                <a16:creationId xmlns:a16="http://schemas.microsoft.com/office/drawing/2014/main" id="{D9A79FA9-73A7-4C67-8309-EF26740CE824}"/>
              </a:ext>
            </a:extLst>
          </p:cNvPr>
          <p:cNvSpPr/>
          <p:nvPr userDrawn="1"/>
        </p:nvSpPr>
        <p:spPr>
          <a:xfrm>
            <a:off x="0" y="0"/>
            <a:ext cx="1828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818843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499332438"/>
      </p:ext>
    </p:extLst>
  </p:cSld>
  <p:clrMapOvr>
    <a:masterClrMapping/>
  </p:clrMapOvr>
  <p:hf hdr="0" dt="0"/>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0" y="-1"/>
            <a:ext cx="12192000" cy="6857999"/>
          </a:xfrm>
          <a:solidFill>
            <a:srgbClr val="C0CAC7"/>
          </a:solidFill>
        </p:spPr>
        <p:txBody>
          <a:bodyPr tIns="1371600"/>
          <a:lstStyle>
            <a:lvl1pPr marL="0" indent="0" algn="ctr">
              <a:buNone/>
              <a:defRPr>
                <a:solidFill>
                  <a:schemeClr val="bg1"/>
                </a:solidFill>
              </a:defRPr>
            </a:lvl1pPr>
          </a:lstStyle>
          <a:p>
            <a:r>
              <a:rPr lang="en-US"/>
              <a:t>PHOTO</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17882310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Full Objec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082525F-B732-41A9-8E4C-95F73EBFD6BC}"/>
              </a:ext>
            </a:extLst>
          </p:cNvPr>
          <p:cNvSpPr>
            <a:spLocks noGrp="1"/>
          </p:cNvSpPr>
          <p:nvPr>
            <p:ph sz="quarter" idx="12" hasCustomPrompt="1"/>
          </p:nvPr>
        </p:nvSpPr>
        <p:spPr>
          <a:xfrm>
            <a:off x="0" y="0"/>
            <a:ext cx="12192000" cy="6858000"/>
          </a:xfrm>
          <a:noFill/>
        </p:spPr>
        <p:txBody>
          <a:bodyPr tIns="1371600"/>
          <a:lstStyle>
            <a:lvl1pPr marL="0" indent="0" algn="ctr">
              <a:buNone/>
              <a:defRPr>
                <a:solidFill>
                  <a:schemeClr val="bg2"/>
                </a:solidFill>
              </a:defRPr>
            </a:lvl1pPr>
          </a:lstStyle>
          <a:p>
            <a:pPr lvl="0"/>
            <a:r>
              <a:rPr lang="en-US"/>
              <a:t>OBJECT</a:t>
            </a:r>
          </a:p>
        </p:txBody>
      </p:sp>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215499641"/>
      </p:ext>
    </p:extLst>
  </p:cSld>
  <p:clrMapOvr>
    <a:masterClrMapping/>
  </p:clrMapOvr>
  <p:hf hd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Rectangle 44">
            <a:extLst>
              <a:ext uri="{FF2B5EF4-FFF2-40B4-BE49-F238E27FC236}">
                <a16:creationId xmlns:a16="http://schemas.microsoft.com/office/drawing/2014/main" id="{992E4E7A-A81B-4FD7-A62E-5F67AA4D8195}"/>
              </a:ext>
            </a:extLst>
          </p:cNvPr>
          <p:cNvSpPr/>
          <p:nvPr userDrawn="1"/>
        </p:nvSpPr>
        <p:spPr>
          <a:xfrm rot="16200000" flipH="1">
            <a:off x="2667000" y="-2667000"/>
            <a:ext cx="6858000" cy="12192000"/>
          </a:xfrm>
          <a:prstGeom prst="rect">
            <a:avLst/>
          </a:prstGeom>
          <a:solidFill>
            <a:srgbClr val="332A8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9" name="object 2">
            <a:extLst>
              <a:ext uri="{FF2B5EF4-FFF2-40B4-BE49-F238E27FC236}">
                <a16:creationId xmlns:a16="http://schemas.microsoft.com/office/drawing/2014/main" id="{FDFEE229-C73A-4A9D-82A4-A8F87E706027}"/>
              </a:ext>
            </a:extLst>
          </p:cNvPr>
          <p:cNvSpPr/>
          <p:nvPr userDrawn="1"/>
        </p:nvSpPr>
        <p:spPr>
          <a:xfrm>
            <a:off x="1219200" y="457200"/>
            <a:ext cx="2777712" cy="2720975"/>
          </a:xfrm>
          <a:custGeom>
            <a:avLst/>
            <a:gdLst/>
            <a:ahLst/>
            <a:cxnLst/>
            <a:rect l="l" t="t" r="r" b="b"/>
            <a:pathLst>
              <a:path w="2207260" h="2162175">
                <a:moveTo>
                  <a:pt x="2034311" y="0"/>
                </a:moveTo>
                <a:lnTo>
                  <a:pt x="1984425" y="24549"/>
                </a:lnTo>
                <a:lnTo>
                  <a:pt x="1936286" y="49970"/>
                </a:lnTo>
                <a:lnTo>
                  <a:pt x="1889894" y="76260"/>
                </a:lnTo>
                <a:lnTo>
                  <a:pt x="1845247" y="103422"/>
                </a:lnTo>
                <a:lnTo>
                  <a:pt x="1802346" y="131454"/>
                </a:lnTo>
                <a:lnTo>
                  <a:pt x="1761191" y="160357"/>
                </a:lnTo>
                <a:lnTo>
                  <a:pt x="1721782" y="190132"/>
                </a:lnTo>
                <a:lnTo>
                  <a:pt x="1684118" y="220778"/>
                </a:lnTo>
                <a:lnTo>
                  <a:pt x="1648199" y="252296"/>
                </a:lnTo>
                <a:lnTo>
                  <a:pt x="1614025" y="284685"/>
                </a:lnTo>
                <a:lnTo>
                  <a:pt x="1581596" y="317947"/>
                </a:lnTo>
                <a:lnTo>
                  <a:pt x="1550911" y="352081"/>
                </a:lnTo>
                <a:lnTo>
                  <a:pt x="1521971" y="387088"/>
                </a:lnTo>
                <a:lnTo>
                  <a:pt x="1494775" y="422967"/>
                </a:lnTo>
                <a:lnTo>
                  <a:pt x="1469323" y="459719"/>
                </a:lnTo>
                <a:lnTo>
                  <a:pt x="1445615" y="497344"/>
                </a:lnTo>
                <a:lnTo>
                  <a:pt x="1422066" y="538531"/>
                </a:lnTo>
                <a:lnTo>
                  <a:pt x="1400141" y="580894"/>
                </a:lnTo>
                <a:lnTo>
                  <a:pt x="1379841" y="624431"/>
                </a:lnTo>
                <a:lnTo>
                  <a:pt x="1361164" y="669142"/>
                </a:lnTo>
                <a:lnTo>
                  <a:pt x="1344112" y="715027"/>
                </a:lnTo>
                <a:lnTo>
                  <a:pt x="1328684" y="762085"/>
                </a:lnTo>
                <a:lnTo>
                  <a:pt x="1314880" y="810315"/>
                </a:lnTo>
                <a:lnTo>
                  <a:pt x="1302700" y="859716"/>
                </a:lnTo>
                <a:lnTo>
                  <a:pt x="1292144" y="910289"/>
                </a:lnTo>
                <a:lnTo>
                  <a:pt x="1283212" y="962032"/>
                </a:lnTo>
                <a:lnTo>
                  <a:pt x="1275904" y="1014946"/>
                </a:lnTo>
                <a:lnTo>
                  <a:pt x="1270221" y="1069029"/>
                </a:lnTo>
                <a:lnTo>
                  <a:pt x="1266161" y="1124280"/>
                </a:lnTo>
                <a:lnTo>
                  <a:pt x="1263725" y="1180700"/>
                </a:lnTo>
                <a:lnTo>
                  <a:pt x="1262913" y="1238288"/>
                </a:lnTo>
                <a:lnTo>
                  <a:pt x="1262913" y="2161933"/>
                </a:lnTo>
                <a:lnTo>
                  <a:pt x="2196706" y="2161933"/>
                </a:lnTo>
                <a:lnTo>
                  <a:pt x="2196706" y="1248448"/>
                </a:lnTo>
                <a:lnTo>
                  <a:pt x="1638465" y="1248448"/>
                </a:lnTo>
                <a:lnTo>
                  <a:pt x="1639310" y="1187041"/>
                </a:lnTo>
                <a:lnTo>
                  <a:pt x="1641848" y="1127955"/>
                </a:lnTo>
                <a:lnTo>
                  <a:pt x="1646077" y="1071190"/>
                </a:lnTo>
                <a:lnTo>
                  <a:pt x="1651998" y="1016746"/>
                </a:lnTo>
                <a:lnTo>
                  <a:pt x="1659611" y="964623"/>
                </a:lnTo>
                <a:lnTo>
                  <a:pt x="1668914" y="914823"/>
                </a:lnTo>
                <a:lnTo>
                  <a:pt x="1679910" y="867346"/>
                </a:lnTo>
                <a:lnTo>
                  <a:pt x="1692597" y="822192"/>
                </a:lnTo>
                <a:lnTo>
                  <a:pt x="1706975" y="779362"/>
                </a:lnTo>
                <a:lnTo>
                  <a:pt x="1723045" y="738856"/>
                </a:lnTo>
                <a:lnTo>
                  <a:pt x="1740805" y="700675"/>
                </a:lnTo>
                <a:lnTo>
                  <a:pt x="1760258" y="664819"/>
                </a:lnTo>
                <a:lnTo>
                  <a:pt x="1781966" y="630412"/>
                </a:lnTo>
                <a:lnTo>
                  <a:pt x="1806490" y="596493"/>
                </a:lnTo>
                <a:lnTo>
                  <a:pt x="1833832" y="563064"/>
                </a:lnTo>
                <a:lnTo>
                  <a:pt x="1863991" y="530123"/>
                </a:lnTo>
                <a:lnTo>
                  <a:pt x="1896970" y="497671"/>
                </a:lnTo>
                <a:lnTo>
                  <a:pt x="1932770" y="465709"/>
                </a:lnTo>
                <a:lnTo>
                  <a:pt x="1971391" y="434235"/>
                </a:lnTo>
                <a:lnTo>
                  <a:pt x="2012835" y="403250"/>
                </a:lnTo>
                <a:lnTo>
                  <a:pt x="2057104" y="372754"/>
                </a:lnTo>
                <a:lnTo>
                  <a:pt x="2104197" y="342747"/>
                </a:lnTo>
                <a:lnTo>
                  <a:pt x="2154118" y="313229"/>
                </a:lnTo>
                <a:lnTo>
                  <a:pt x="2206866" y="284200"/>
                </a:lnTo>
                <a:lnTo>
                  <a:pt x="2034311" y="0"/>
                </a:lnTo>
                <a:close/>
              </a:path>
              <a:path w="2207260" h="2162175">
                <a:moveTo>
                  <a:pt x="771397" y="0"/>
                </a:moveTo>
                <a:lnTo>
                  <a:pt x="721512" y="24549"/>
                </a:lnTo>
                <a:lnTo>
                  <a:pt x="673374" y="49970"/>
                </a:lnTo>
                <a:lnTo>
                  <a:pt x="626981" y="76260"/>
                </a:lnTo>
                <a:lnTo>
                  <a:pt x="582336" y="103422"/>
                </a:lnTo>
                <a:lnTo>
                  <a:pt x="539436" y="131454"/>
                </a:lnTo>
                <a:lnTo>
                  <a:pt x="498281" y="160357"/>
                </a:lnTo>
                <a:lnTo>
                  <a:pt x="458873" y="190132"/>
                </a:lnTo>
                <a:lnTo>
                  <a:pt x="421209" y="220778"/>
                </a:lnTo>
                <a:lnTo>
                  <a:pt x="385291" y="252296"/>
                </a:lnTo>
                <a:lnTo>
                  <a:pt x="351117" y="284685"/>
                </a:lnTo>
                <a:lnTo>
                  <a:pt x="318688" y="317947"/>
                </a:lnTo>
                <a:lnTo>
                  <a:pt x="288003" y="352081"/>
                </a:lnTo>
                <a:lnTo>
                  <a:pt x="259062" y="387088"/>
                </a:lnTo>
                <a:lnTo>
                  <a:pt x="231865" y="422967"/>
                </a:lnTo>
                <a:lnTo>
                  <a:pt x="206412" y="459719"/>
                </a:lnTo>
                <a:lnTo>
                  <a:pt x="182702" y="497344"/>
                </a:lnTo>
                <a:lnTo>
                  <a:pt x="159155" y="538531"/>
                </a:lnTo>
                <a:lnTo>
                  <a:pt x="137232" y="580894"/>
                </a:lnTo>
                <a:lnTo>
                  <a:pt x="116932" y="624431"/>
                </a:lnTo>
                <a:lnTo>
                  <a:pt x="98256" y="669142"/>
                </a:lnTo>
                <a:lnTo>
                  <a:pt x="81204" y="715027"/>
                </a:lnTo>
                <a:lnTo>
                  <a:pt x="65776" y="762085"/>
                </a:lnTo>
                <a:lnTo>
                  <a:pt x="51971" y="810315"/>
                </a:lnTo>
                <a:lnTo>
                  <a:pt x="39791" y="859716"/>
                </a:lnTo>
                <a:lnTo>
                  <a:pt x="29234" y="910289"/>
                </a:lnTo>
                <a:lnTo>
                  <a:pt x="20302" y="962032"/>
                </a:lnTo>
                <a:lnTo>
                  <a:pt x="12993" y="1014946"/>
                </a:lnTo>
                <a:lnTo>
                  <a:pt x="7308" y="1069029"/>
                </a:lnTo>
                <a:lnTo>
                  <a:pt x="3248" y="1124280"/>
                </a:lnTo>
                <a:lnTo>
                  <a:pt x="812" y="1180700"/>
                </a:lnTo>
                <a:lnTo>
                  <a:pt x="0" y="1238288"/>
                </a:lnTo>
                <a:lnTo>
                  <a:pt x="0" y="2161933"/>
                </a:lnTo>
                <a:lnTo>
                  <a:pt x="933805" y="2161933"/>
                </a:lnTo>
                <a:lnTo>
                  <a:pt x="933805" y="1248448"/>
                </a:lnTo>
                <a:lnTo>
                  <a:pt x="375551" y="1248448"/>
                </a:lnTo>
                <a:lnTo>
                  <a:pt x="376397" y="1187041"/>
                </a:lnTo>
                <a:lnTo>
                  <a:pt x="378935" y="1127955"/>
                </a:lnTo>
                <a:lnTo>
                  <a:pt x="383164" y="1071190"/>
                </a:lnTo>
                <a:lnTo>
                  <a:pt x="389085" y="1016746"/>
                </a:lnTo>
                <a:lnTo>
                  <a:pt x="396698" y="964623"/>
                </a:lnTo>
                <a:lnTo>
                  <a:pt x="406003" y="914823"/>
                </a:lnTo>
                <a:lnTo>
                  <a:pt x="416999" y="867346"/>
                </a:lnTo>
                <a:lnTo>
                  <a:pt x="429687" y="822192"/>
                </a:lnTo>
                <a:lnTo>
                  <a:pt x="444067" y="779362"/>
                </a:lnTo>
                <a:lnTo>
                  <a:pt x="460138" y="738856"/>
                </a:lnTo>
                <a:lnTo>
                  <a:pt x="477902" y="700675"/>
                </a:lnTo>
                <a:lnTo>
                  <a:pt x="497357" y="664819"/>
                </a:lnTo>
                <a:lnTo>
                  <a:pt x="519063" y="630412"/>
                </a:lnTo>
                <a:lnTo>
                  <a:pt x="543585" y="596493"/>
                </a:lnTo>
                <a:lnTo>
                  <a:pt x="570925" y="563064"/>
                </a:lnTo>
                <a:lnTo>
                  <a:pt x="601084" y="530123"/>
                </a:lnTo>
                <a:lnTo>
                  <a:pt x="634063" y="497671"/>
                </a:lnTo>
                <a:lnTo>
                  <a:pt x="669863" y="465709"/>
                </a:lnTo>
                <a:lnTo>
                  <a:pt x="708484" y="434235"/>
                </a:lnTo>
                <a:lnTo>
                  <a:pt x="749928" y="403250"/>
                </a:lnTo>
                <a:lnTo>
                  <a:pt x="794196" y="372754"/>
                </a:lnTo>
                <a:lnTo>
                  <a:pt x="841288" y="342747"/>
                </a:lnTo>
                <a:lnTo>
                  <a:pt x="891207" y="313229"/>
                </a:lnTo>
                <a:lnTo>
                  <a:pt x="943952" y="284200"/>
                </a:lnTo>
                <a:lnTo>
                  <a:pt x="771397" y="0"/>
                </a:lnTo>
                <a:close/>
              </a:path>
            </a:pathLst>
          </a:custGeom>
          <a:solidFill>
            <a:srgbClr val="F1F2F2">
              <a:alpha val="24000"/>
            </a:srgbClr>
          </a:solidFill>
        </p:spPr>
        <p:txBody>
          <a:bodyPr wrap="square" lIns="0" tIns="0" rIns="0" bIns="0" rtlCol="0"/>
          <a:lstStyle/>
          <a:p>
            <a:endParaRPr/>
          </a:p>
        </p:txBody>
      </p:sp>
      <p:sp>
        <p:nvSpPr>
          <p:cNvPr id="3" name="Footer Placeholder 2">
            <a:extLst>
              <a:ext uri="{FF2B5EF4-FFF2-40B4-BE49-F238E27FC236}">
                <a16:creationId xmlns:a16="http://schemas.microsoft.com/office/drawing/2014/main" id="{B9B034F1-F2DA-4FA0-9701-236D01BB969A}"/>
              </a:ext>
            </a:extLst>
          </p:cNvPr>
          <p:cNvSpPr>
            <a:spLocks noGrp="1"/>
          </p:cNvSpPr>
          <p:nvPr>
            <p:ph type="ftr" sz="quarter" idx="10"/>
          </p:nvPr>
        </p:nvSpPr>
        <p:spPr>
          <a:xfrm>
            <a:off x="609600" y="6356350"/>
            <a:ext cx="7543800" cy="365125"/>
          </a:xfrm>
          <a:prstGeom prst="rect">
            <a:avLst/>
          </a:prstGeom>
        </p:spPr>
        <p:txBody>
          <a:bodyPr/>
          <a:lstStyle>
            <a:lvl1pPr>
              <a:defRPr>
                <a:solidFill>
                  <a:schemeClr val="bg1"/>
                </a:solidFill>
              </a:defRPr>
            </a:lvl1pPr>
          </a:lstStyle>
          <a:p>
            <a:r>
              <a:rPr lang="en-US"/>
              <a:t>Brown and Caldwell</a:t>
            </a:r>
          </a:p>
        </p:txBody>
      </p:sp>
      <p:sp>
        <p:nvSpPr>
          <p:cNvPr id="4" name="Slide Number Placeholder 3">
            <a:extLst>
              <a:ext uri="{FF2B5EF4-FFF2-40B4-BE49-F238E27FC236}">
                <a16:creationId xmlns:a16="http://schemas.microsoft.com/office/drawing/2014/main" id="{E94556A7-63F2-414C-BEF1-D0C3FCAFF1DD}"/>
              </a:ext>
            </a:extLst>
          </p:cNvPr>
          <p:cNvSpPr>
            <a:spLocks noGrp="1"/>
          </p:cNvSpPr>
          <p:nvPr>
            <p:ph type="sldNum" sz="quarter" idx="11"/>
          </p:nvPr>
        </p:nvSpPr>
        <p:spPr>
          <a:xfrm>
            <a:off x="8610600" y="6356350"/>
            <a:ext cx="2971800" cy="365125"/>
          </a:xfrm>
          <a:prstGeom prst="rect">
            <a:avLst/>
          </a:prstGeom>
        </p:spPr>
        <p:txBody>
          <a:bodyPr/>
          <a:lstStyle>
            <a:lvl1pPr>
              <a:defRPr>
                <a:solidFill>
                  <a:schemeClr val="bg1"/>
                </a:solidFill>
              </a:defRPr>
            </a:lvl1pPr>
          </a:lstStyle>
          <a:p>
            <a:fld id="{04E9CEDC-B5D7-4E9A-BA46-5FD30BEA372C}" type="slidenum">
              <a:rPr lang="en-US" smtClean="0"/>
              <a:pPr/>
              <a:t>‹#›</a:t>
            </a:fld>
            <a:endParaRPr lang="en-US"/>
          </a:p>
        </p:txBody>
      </p:sp>
      <p:sp>
        <p:nvSpPr>
          <p:cNvPr id="6" name="Text Placeholder 5">
            <a:extLst>
              <a:ext uri="{FF2B5EF4-FFF2-40B4-BE49-F238E27FC236}">
                <a16:creationId xmlns:a16="http://schemas.microsoft.com/office/drawing/2014/main" id="{5B5CBA7D-1C23-4B98-A975-321CAB3510DA}"/>
              </a:ext>
            </a:extLst>
          </p:cNvPr>
          <p:cNvSpPr>
            <a:spLocks noGrp="1"/>
          </p:cNvSpPr>
          <p:nvPr>
            <p:ph type="body" sz="quarter" idx="12" hasCustomPrompt="1"/>
          </p:nvPr>
        </p:nvSpPr>
        <p:spPr>
          <a:xfrm>
            <a:off x="609601" y="1854958"/>
            <a:ext cx="10972800" cy="3783842"/>
          </a:xfrm>
          <a:prstGeom prst="rect">
            <a:avLst/>
          </a:prstGeom>
        </p:spPr>
        <p:txBody>
          <a:bodyPr lIns="0" tIns="0" rIns="0" bIns="0" anchor="ctr" anchorCtr="0">
            <a:normAutofit/>
          </a:bodyPr>
          <a:lstStyle>
            <a:lvl1pPr marL="0" indent="0" algn="ctr">
              <a:lnSpc>
                <a:spcPct val="110000"/>
              </a:lnSpc>
              <a:spcBef>
                <a:spcPts val="0"/>
              </a:spcBef>
              <a:buNone/>
              <a:defRPr sz="8800" i="0" spc="-200" baseline="0">
                <a:solidFill>
                  <a:schemeClr val="bg1"/>
                </a:solidFill>
              </a:defRPr>
            </a:lvl1pPr>
            <a:lvl2pPr marL="0" indent="0" algn="ctr">
              <a:lnSpc>
                <a:spcPct val="110000"/>
              </a:lnSpc>
              <a:spcBef>
                <a:spcPts val="0"/>
              </a:spcBef>
              <a:buNone/>
              <a:defRPr sz="5400" i="0" spc="-200" baseline="0">
                <a:solidFill>
                  <a:schemeClr val="bg1"/>
                </a:solidFill>
              </a:defRPr>
            </a:lvl2pPr>
            <a:lvl3pPr marL="0" indent="0" algn="ctr">
              <a:lnSpc>
                <a:spcPct val="110000"/>
              </a:lnSpc>
              <a:spcBef>
                <a:spcPts val="0"/>
              </a:spcBef>
              <a:buNone/>
              <a:defRPr sz="4800" i="0" spc="-100" baseline="0">
                <a:solidFill>
                  <a:schemeClr val="bg1"/>
                </a:solidFill>
              </a:defRPr>
            </a:lvl3pPr>
            <a:lvl4pPr marL="1371600" indent="0" algn="ctr">
              <a:lnSpc>
                <a:spcPct val="85000"/>
              </a:lnSpc>
              <a:buNone/>
              <a:defRPr sz="2800" i="1" spc="-50" baseline="0">
                <a:solidFill>
                  <a:schemeClr val="bg1"/>
                </a:solidFill>
              </a:defRPr>
            </a:lvl4pPr>
            <a:lvl5pPr marL="1828800" indent="0" algn="ctr">
              <a:lnSpc>
                <a:spcPct val="85000"/>
              </a:lnSpc>
              <a:buNone/>
              <a:defRPr sz="2800" i="1" spc="-50" baseline="0">
                <a:solidFill>
                  <a:schemeClr val="bg1"/>
                </a:solidFill>
              </a:defRPr>
            </a:lvl5pPr>
          </a:lstStyle>
          <a:p>
            <a:pPr lvl="0"/>
            <a:r>
              <a:rPr lang="en-US"/>
              <a:t>Big quote here</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76541A6D-5BA2-462F-A751-E5153DDE18E5}"/>
              </a:ext>
            </a:extLst>
          </p:cNvPr>
          <p:cNvSpPr>
            <a:spLocks noGrp="1"/>
          </p:cNvSpPr>
          <p:nvPr>
            <p:ph type="body" sz="quarter" idx="13" hasCustomPrompt="1"/>
          </p:nvPr>
        </p:nvSpPr>
        <p:spPr>
          <a:xfrm>
            <a:off x="2438401" y="5791200"/>
            <a:ext cx="9144000" cy="609600"/>
          </a:xfrm>
          <a:prstGeom prst="rect">
            <a:avLst/>
          </a:prstGeom>
        </p:spPr>
        <p:txBody>
          <a:bodyPr lIns="0" tIns="0" rIns="0" bIns="0">
            <a:normAutofit/>
          </a:bodyPr>
          <a:lstStyle>
            <a:lvl1pPr algn="r">
              <a:buClr>
                <a:schemeClr val="bg1"/>
              </a:buClr>
              <a:defRPr sz="2400" i="1" cap="none" baseline="0">
                <a:solidFill>
                  <a:schemeClr val="bg1"/>
                </a:solidFill>
                <a:latin typeface="+mn-lt"/>
              </a:defRPr>
            </a:lvl1pPr>
          </a:lstStyle>
          <a:p>
            <a:pPr lvl="0"/>
            <a:r>
              <a:rPr lang="en-US"/>
              <a:t>Name reference here</a:t>
            </a:r>
          </a:p>
        </p:txBody>
      </p:sp>
    </p:spTree>
    <p:extLst>
      <p:ext uri="{BB962C8B-B14F-4D97-AF65-F5344CB8AC3E}">
        <p14:creationId xmlns:p14="http://schemas.microsoft.com/office/powerpoint/2010/main" val="18202314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eal">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0E01A9E5-E62D-461C-AE5C-5D2207236E49}"/>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1" name="Picture 10" descr="Background pattern&#10;&#10;Description automatically generated">
            <a:extLst>
              <a:ext uri="{FF2B5EF4-FFF2-40B4-BE49-F238E27FC236}">
                <a16:creationId xmlns:a16="http://schemas.microsoft.com/office/drawing/2014/main" id="{3CA8531E-4D73-4698-84BE-40DD961F057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2" name="Graphic 11">
            <a:extLst>
              <a:ext uri="{FF2B5EF4-FFF2-40B4-BE49-F238E27FC236}">
                <a16:creationId xmlns:a16="http://schemas.microsoft.com/office/drawing/2014/main" id="{9EEF3970-0883-4EC6-8D57-7F0D7910D28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01064B8-AE22-4EF2-B988-EE5C7EEBED14}"/>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67357911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rgbClr val="909D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rgbClr val="C0CAC7"/>
            </a:solidFill>
            <a:prstDash val="solid"/>
            <a:round/>
            <a:headEnd type="none" w="med" len="med"/>
            <a:tailEnd type="none" w="med" len="med"/>
          </a:ln>
          <a:effectLst/>
        </p:spPr>
      </p:cxnSp>
      <p:pic>
        <p:nvPicPr>
          <p:cNvPr id="3" name="Graphic 2">
            <a:extLst>
              <a:ext uri="{FF2B5EF4-FFF2-40B4-BE49-F238E27FC236}">
                <a16:creationId xmlns:a16="http://schemas.microsoft.com/office/drawing/2014/main" id="{276F2A2C-0BC0-405F-A230-6A70DFB7AA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5" name="Title 4">
            <a:extLst>
              <a:ext uri="{FF2B5EF4-FFF2-40B4-BE49-F238E27FC236}">
                <a16:creationId xmlns:a16="http://schemas.microsoft.com/office/drawing/2014/main" id="{DBDAAC73-5A85-4DBA-9A0E-4466BAF44D89}"/>
              </a:ext>
            </a:extLst>
          </p:cNvPr>
          <p:cNvSpPr>
            <a:spLocks noGrp="1"/>
          </p:cNvSpPr>
          <p:nvPr>
            <p:ph type="title"/>
          </p:nvPr>
        </p:nvSpPr>
        <p:spPr>
          <a:xfrm>
            <a:off x="609600" y="1529394"/>
            <a:ext cx="8869680" cy="1472885"/>
          </a:xfrm>
        </p:spPr>
        <p:txBody>
          <a:bodyPr/>
          <a:lstStyle/>
          <a:p>
            <a:r>
              <a:rPr lang="en-US"/>
              <a:t>Click to edit Master title style</a:t>
            </a:r>
          </a:p>
        </p:txBody>
      </p:sp>
    </p:spTree>
    <p:extLst>
      <p:ext uri="{BB962C8B-B14F-4D97-AF65-F5344CB8AC3E}">
        <p14:creationId xmlns:p14="http://schemas.microsoft.com/office/powerpoint/2010/main" val="302090594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Colo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2640A7-3374-4B52-8B22-48386BD54EF6}"/>
              </a:ext>
            </a:extLst>
          </p:cNvPr>
          <p:cNvSpPr/>
          <p:nvPr userDrawn="1"/>
        </p:nvSpPr>
        <p:spPr>
          <a:xfrm>
            <a:off x="0" y="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9753600" y="1325563"/>
            <a:ext cx="1828800" cy="1828800"/>
          </a:xfrm>
          <a:prstGeom prst="rect">
            <a:avLst/>
          </a:prstGeom>
          <a:ln>
            <a:noFill/>
            <a:prstDash val="dash"/>
          </a:ln>
        </p:spPr>
        <p:txBody>
          <a:bodyPr lIns="0" tIns="0" rIns="0" bIns="0" anchor="ctr" anchorCtr="0"/>
          <a:lstStyle>
            <a:lvl1pPr marL="0" indent="0" algn="ctr">
              <a:buNone/>
              <a:defRPr sz="1400">
                <a:solidFill>
                  <a:schemeClr val="bg1"/>
                </a:solidFill>
              </a:defRPr>
            </a:lvl1pPr>
          </a:lstStyle>
          <a:p>
            <a:r>
              <a:rPr lang="en-US"/>
              <a:t>CLIENT 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0" y="3429000"/>
            <a:ext cx="12192000" cy="3429000"/>
          </a:xfrm>
          <a:prstGeom prst="rect">
            <a:avLst/>
          </a:prstGeom>
          <a:ln>
            <a:noFill/>
          </a:ln>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609600" y="3082401"/>
            <a:ext cx="8869680" cy="184666"/>
          </a:xfrm>
          <a:prstGeom prst="rect">
            <a:avLst/>
          </a:prstGeom>
        </p:spPr>
        <p:txBody>
          <a:bodyPr wrap="square" lIns="0" tIns="0" rIns="0" bIns="0">
            <a:normAutofit/>
          </a:bodyPr>
          <a:lstStyle>
            <a:lvl1pPr marL="0" indent="0">
              <a:lnSpc>
                <a:spcPct val="100000"/>
              </a:lnSpc>
              <a:spcBef>
                <a:spcPts val="0"/>
              </a:spcBef>
              <a:buNone/>
              <a:defRPr sz="1200" spc="-3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Date 00, Year (Click to edit)</a:t>
            </a:r>
          </a:p>
        </p:txBody>
      </p:sp>
      <p:cxnSp>
        <p:nvCxnSpPr>
          <p:cNvPr id="18" name="Straight Connector 17">
            <a:extLst>
              <a:ext uri="{FF2B5EF4-FFF2-40B4-BE49-F238E27FC236}">
                <a16:creationId xmlns:a16="http://schemas.microsoft.com/office/drawing/2014/main" id="{05BB3611-856D-447E-B8F1-E4BD1F02F9C2}"/>
              </a:ext>
            </a:extLst>
          </p:cNvPr>
          <p:cNvCxnSpPr>
            <a:cxnSpLocks/>
          </p:cNvCxnSpPr>
          <p:nvPr userDrawn="1"/>
        </p:nvCxnSpPr>
        <p:spPr bwMode="auto">
          <a:xfrm>
            <a:off x="609600" y="2971805"/>
            <a:ext cx="685800" cy="0"/>
          </a:xfrm>
          <a:prstGeom prst="line">
            <a:avLst/>
          </a:prstGeom>
          <a:noFill/>
          <a:ln w="38100" cap="flat" cmpd="sng" algn="ctr">
            <a:solidFill>
              <a:schemeClr val="bg1"/>
            </a:solidFill>
            <a:prstDash val="solid"/>
            <a:round/>
            <a:headEnd type="none" w="med" len="med"/>
            <a:tailEnd type="none" w="med" len="med"/>
          </a:ln>
          <a:effectLst/>
        </p:spPr>
      </p:cxnSp>
      <p:pic>
        <p:nvPicPr>
          <p:cNvPr id="13" name="Picture 12" descr="Background pattern&#10;&#10;Description automatically generated">
            <a:extLst>
              <a:ext uri="{FF2B5EF4-FFF2-40B4-BE49-F238E27FC236}">
                <a16:creationId xmlns:a16="http://schemas.microsoft.com/office/drawing/2014/main" id="{F9911F24-8262-4467-A6FE-FD8F23F6150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pic>
        <p:nvPicPr>
          <p:cNvPr id="19" name="Graphic 18">
            <a:extLst>
              <a:ext uri="{FF2B5EF4-FFF2-40B4-BE49-F238E27FC236}">
                <a16:creationId xmlns:a16="http://schemas.microsoft.com/office/drawing/2014/main" id="{031016BF-B334-4510-96DE-52AE45C1C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468FBBC8-1BF9-49AE-A383-EDE1460450AC}"/>
              </a:ext>
            </a:extLst>
          </p:cNvPr>
          <p:cNvSpPr>
            <a:spLocks noGrp="1"/>
          </p:cNvSpPr>
          <p:nvPr>
            <p:ph type="title"/>
          </p:nvPr>
        </p:nvSpPr>
        <p:spPr>
          <a:xfrm>
            <a:off x="609600" y="1529394"/>
            <a:ext cx="8869680" cy="1472885"/>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95917105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ference Title Blo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6F1452-F202-4BF1-838E-9B6A0C113817}"/>
              </a:ext>
            </a:extLst>
          </p:cNvPr>
          <p:cNvSpPr/>
          <p:nvPr userDrawn="1"/>
        </p:nvSpPr>
        <p:spPr>
          <a:xfrm>
            <a:off x="0" y="685800"/>
            <a:ext cx="12192000" cy="4114800"/>
          </a:xfrm>
          <a:prstGeom prst="rect">
            <a:avLst/>
          </a:prstGeom>
          <a:solidFill>
            <a:srgbClr val="C0CA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graphical user interface&#10;&#10;Description automatically generated">
            <a:extLst>
              <a:ext uri="{FF2B5EF4-FFF2-40B4-BE49-F238E27FC236}">
                <a16:creationId xmlns:a16="http://schemas.microsoft.com/office/drawing/2014/main" id="{F0F6C279-1165-4357-911D-38C0013EF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411419"/>
            <a:ext cx="1097280" cy="607161"/>
          </a:xfrm>
          <a:prstGeom prst="rect">
            <a:avLst/>
          </a:prstGeom>
        </p:spPr>
      </p:pic>
      <p:pic>
        <p:nvPicPr>
          <p:cNvPr id="6" name="Picture 5">
            <a:extLst>
              <a:ext uri="{FF2B5EF4-FFF2-40B4-BE49-F238E27FC236}">
                <a16:creationId xmlns:a16="http://schemas.microsoft.com/office/drawing/2014/main" id="{DA2C0FCC-C8A7-42A6-A89E-1AEBFAEF17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sp>
        <p:nvSpPr>
          <p:cNvPr id="10" name="Picture Placeholder 9">
            <a:extLst>
              <a:ext uri="{FF2B5EF4-FFF2-40B4-BE49-F238E27FC236}">
                <a16:creationId xmlns:a16="http://schemas.microsoft.com/office/drawing/2014/main" id="{F7C120C8-39A8-477D-B58D-F23BF975C785}"/>
              </a:ext>
            </a:extLst>
          </p:cNvPr>
          <p:cNvSpPr>
            <a:spLocks noGrp="1"/>
          </p:cNvSpPr>
          <p:nvPr>
            <p:ph type="pic" sz="quarter" idx="11" hasCustomPrompt="1"/>
          </p:nvPr>
        </p:nvSpPr>
        <p:spPr>
          <a:xfrm>
            <a:off x="4815854"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12" name="Picture Placeholder 11">
            <a:extLst>
              <a:ext uri="{FF2B5EF4-FFF2-40B4-BE49-F238E27FC236}">
                <a16:creationId xmlns:a16="http://schemas.microsoft.com/office/drawing/2014/main" id="{982DFA41-C32D-4FE4-9DB2-44BB1568E40C}"/>
              </a:ext>
            </a:extLst>
          </p:cNvPr>
          <p:cNvSpPr>
            <a:spLocks noGrp="1"/>
          </p:cNvSpPr>
          <p:nvPr>
            <p:ph type="pic" sz="quarter" idx="12"/>
          </p:nvPr>
        </p:nvSpPr>
        <p:spPr>
          <a:xfrm>
            <a:off x="8387317" y="1143000"/>
            <a:ext cx="3200400" cy="3200400"/>
          </a:xfrm>
          <a:prstGeom prst="rect">
            <a:avLst/>
          </a:prstGeom>
        </p:spPr>
        <p:txBody>
          <a:bodyPr lIns="0" tIns="0" rIns="0" bIns="0" anchor="ctr" anchorCtr="0"/>
          <a:lstStyle>
            <a:lvl1pPr marL="0" indent="0" algn="ctr">
              <a:buNone/>
              <a:defRPr sz="2000" cap="all" baseline="0">
                <a:solidFill>
                  <a:schemeClr val="bg2"/>
                </a:solidFill>
              </a:defRPr>
            </a:lvl1pPr>
          </a:lstStyle>
          <a:p>
            <a:r>
              <a:rPr lang="en-US"/>
              <a:t>Click icon to add picture</a:t>
            </a:r>
          </a:p>
        </p:txBody>
      </p:sp>
      <p:sp>
        <p:nvSpPr>
          <p:cNvPr id="17" name="Text Placeholder 16">
            <a:extLst>
              <a:ext uri="{FF2B5EF4-FFF2-40B4-BE49-F238E27FC236}">
                <a16:creationId xmlns:a16="http://schemas.microsoft.com/office/drawing/2014/main" id="{69497C9E-A69F-4C11-AF67-901284EF2B98}"/>
              </a:ext>
            </a:extLst>
          </p:cNvPr>
          <p:cNvSpPr>
            <a:spLocks noGrp="1"/>
          </p:cNvSpPr>
          <p:nvPr>
            <p:ph type="body" sz="quarter" idx="15" hasCustomPrompt="1"/>
          </p:nvPr>
        </p:nvSpPr>
        <p:spPr>
          <a:xfrm>
            <a:off x="1956501" y="5411419"/>
            <a:ext cx="2310720"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Author Name</a:t>
            </a:r>
          </a:p>
          <a:p>
            <a:pPr lvl="1"/>
            <a:r>
              <a:rPr lang="en-US"/>
              <a:t>000.000.000</a:t>
            </a:r>
          </a:p>
          <a:p>
            <a:pPr lvl="1"/>
            <a:r>
              <a:rPr lang="en-US"/>
              <a:t>Email@email.com</a:t>
            </a:r>
          </a:p>
        </p:txBody>
      </p:sp>
      <p:sp>
        <p:nvSpPr>
          <p:cNvPr id="11" name="Text Placeholder 16">
            <a:extLst>
              <a:ext uri="{FF2B5EF4-FFF2-40B4-BE49-F238E27FC236}">
                <a16:creationId xmlns:a16="http://schemas.microsoft.com/office/drawing/2014/main" id="{B5CEDDEC-E159-4D5A-A30E-5DFC9CA8F9D0}"/>
              </a:ext>
            </a:extLst>
          </p:cNvPr>
          <p:cNvSpPr>
            <a:spLocks noGrp="1"/>
          </p:cNvSpPr>
          <p:nvPr>
            <p:ph type="body" sz="quarter" idx="16" hasCustomPrompt="1"/>
          </p:nvPr>
        </p:nvSpPr>
        <p:spPr>
          <a:xfrm>
            <a:off x="6220811"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sp>
        <p:nvSpPr>
          <p:cNvPr id="19" name="Picture Placeholder 9">
            <a:extLst>
              <a:ext uri="{FF2B5EF4-FFF2-40B4-BE49-F238E27FC236}">
                <a16:creationId xmlns:a16="http://schemas.microsoft.com/office/drawing/2014/main" id="{6E4D2E5C-68D2-4E8A-B949-85CA4E752E1C}"/>
              </a:ext>
            </a:extLst>
          </p:cNvPr>
          <p:cNvSpPr>
            <a:spLocks noGrp="1"/>
          </p:cNvSpPr>
          <p:nvPr>
            <p:ph type="pic" sz="quarter" idx="17" hasCustomPrompt="1"/>
          </p:nvPr>
        </p:nvSpPr>
        <p:spPr>
          <a:xfrm>
            <a:off x="8622920" y="5411419"/>
            <a:ext cx="1155337" cy="618118"/>
          </a:xfrm>
          <a:prstGeom prst="rect">
            <a:avLst/>
          </a:prstGeom>
          <a:ln>
            <a:noFill/>
            <a:prstDash val="dash"/>
          </a:ln>
        </p:spPr>
        <p:txBody>
          <a:bodyPr lIns="0" tIns="0" rIns="0" bIns="0" anchor="ctr" anchorCtr="0"/>
          <a:lstStyle>
            <a:lvl1pPr marL="0" indent="0" algn="ctr">
              <a:buNone/>
              <a:defRPr sz="1400">
                <a:solidFill>
                  <a:schemeClr val="bg2"/>
                </a:solidFill>
              </a:defRPr>
            </a:lvl1pPr>
          </a:lstStyle>
          <a:p>
            <a:r>
              <a:rPr lang="en-US"/>
              <a:t>CO-AUTHOR</a:t>
            </a:r>
            <a:br>
              <a:rPr lang="en-US"/>
            </a:br>
            <a:r>
              <a:rPr lang="en-US"/>
              <a:t>LOGO</a:t>
            </a:r>
          </a:p>
        </p:txBody>
      </p:sp>
      <p:sp>
        <p:nvSpPr>
          <p:cNvPr id="20" name="Text Placeholder 16">
            <a:extLst>
              <a:ext uri="{FF2B5EF4-FFF2-40B4-BE49-F238E27FC236}">
                <a16:creationId xmlns:a16="http://schemas.microsoft.com/office/drawing/2014/main" id="{3A870265-D4C4-4728-BC43-EDC04B805826}"/>
              </a:ext>
            </a:extLst>
          </p:cNvPr>
          <p:cNvSpPr>
            <a:spLocks noGrp="1"/>
          </p:cNvSpPr>
          <p:nvPr>
            <p:ph type="body" sz="quarter" idx="18" hasCustomPrompt="1"/>
          </p:nvPr>
        </p:nvSpPr>
        <p:spPr>
          <a:xfrm>
            <a:off x="10027877" y="5411419"/>
            <a:ext cx="1933567" cy="618118"/>
          </a:xfrm>
          <a:prstGeom prst="rect">
            <a:avLst/>
          </a:prstGeom>
        </p:spPr>
        <p:txBody>
          <a:bodyPr wrap="square" lIns="0" tIns="0" rIns="0" bIns="0">
            <a:spAutoFit/>
          </a:bodyPr>
          <a:lstStyle>
            <a:lvl1pPr marL="0" indent="0">
              <a:lnSpc>
                <a:spcPct val="100000"/>
              </a:lnSpc>
              <a:spcBef>
                <a:spcPts val="0"/>
              </a:spcBef>
              <a:spcAft>
                <a:spcPts val="500"/>
              </a:spcAft>
              <a:buNone/>
              <a:defRPr sz="1200" spc="-30" baseline="0">
                <a:solidFill>
                  <a:schemeClr val="tx1"/>
                </a:solidFill>
                <a:latin typeface="Franklin Gothic Medium" panose="020B0603020102020204" pitchFamily="34" charset="0"/>
              </a:defRPr>
            </a:lvl1pPr>
            <a:lvl2pPr marL="0" indent="0">
              <a:lnSpc>
                <a:spcPct val="100000"/>
              </a:lnSpc>
              <a:spcBef>
                <a:spcPts val="0"/>
              </a:spcBef>
              <a:buNone/>
              <a:defRPr sz="1200" spc="0" baseline="0">
                <a:solidFill>
                  <a:srgbClr val="43525A"/>
                </a:solidFill>
                <a:latin typeface="Franklin Gothic Medium Cond" panose="020B0606030402020204" pitchFamily="34" charset="0"/>
              </a:defRPr>
            </a:lvl2pPr>
            <a:lvl3pPr marL="914400" indent="0">
              <a:buNone/>
              <a:defRPr/>
            </a:lvl3pPr>
            <a:lvl4pPr marL="1371600" indent="0">
              <a:buNone/>
              <a:defRPr/>
            </a:lvl4pPr>
            <a:lvl5pPr marL="1828800" indent="0">
              <a:buNone/>
              <a:defRPr/>
            </a:lvl5pPr>
          </a:lstStyle>
          <a:p>
            <a:pPr lvl="0"/>
            <a:r>
              <a:rPr lang="en-US"/>
              <a:t>Co-author Name</a:t>
            </a:r>
          </a:p>
          <a:p>
            <a:pPr lvl="1"/>
            <a:r>
              <a:rPr lang="en-US"/>
              <a:t>000.000.000</a:t>
            </a:r>
          </a:p>
          <a:p>
            <a:pPr lvl="1"/>
            <a:r>
              <a:rPr lang="en-US"/>
              <a:t>Email@email.com</a:t>
            </a:r>
          </a:p>
        </p:txBody>
      </p:sp>
      <p:cxnSp>
        <p:nvCxnSpPr>
          <p:cNvPr id="14" name="Anchor Line (Teal)">
            <a:extLst>
              <a:ext uri="{FF2B5EF4-FFF2-40B4-BE49-F238E27FC236}">
                <a16:creationId xmlns:a16="http://schemas.microsoft.com/office/drawing/2014/main" id="{26DB4D2A-C732-4710-BFF2-128CEC8BB755}"/>
              </a:ext>
            </a:extLst>
          </p:cNvPr>
          <p:cNvCxnSpPr>
            <a:cxnSpLocks/>
          </p:cNvCxnSpPr>
          <p:nvPr userDrawn="1"/>
        </p:nvCxnSpPr>
        <p:spPr bwMode="auto">
          <a:xfrm>
            <a:off x="609600" y="1212986"/>
            <a:ext cx="685800" cy="0"/>
          </a:xfrm>
          <a:prstGeom prst="line">
            <a:avLst/>
          </a:prstGeom>
          <a:noFill/>
          <a:ln w="38100" cap="flat" cmpd="sng" algn="ctr">
            <a:solidFill>
              <a:srgbClr val="909D93"/>
            </a:solidFill>
            <a:prstDash val="solid"/>
            <a:round/>
            <a:headEnd type="none" w="med" len="med"/>
            <a:tailEnd type="none" w="med" len="med"/>
          </a:ln>
          <a:effectLst/>
        </p:spPr>
      </p:cxnSp>
      <p:sp>
        <p:nvSpPr>
          <p:cNvPr id="4" name="Title 3">
            <a:extLst>
              <a:ext uri="{FF2B5EF4-FFF2-40B4-BE49-F238E27FC236}">
                <a16:creationId xmlns:a16="http://schemas.microsoft.com/office/drawing/2014/main" id="{975E4359-0B47-4AA2-81D3-370D9A683A2A}"/>
              </a:ext>
            </a:extLst>
          </p:cNvPr>
          <p:cNvSpPr>
            <a:spLocks noGrp="1"/>
          </p:cNvSpPr>
          <p:nvPr>
            <p:ph type="title"/>
          </p:nvPr>
        </p:nvSpPr>
        <p:spPr>
          <a:xfrm>
            <a:off x="609600" y="1529394"/>
            <a:ext cx="7315200" cy="1472885"/>
          </a:xfrm>
        </p:spPr>
        <p:txBody>
          <a:bodyPr/>
          <a:lstStyle/>
          <a:p>
            <a:r>
              <a:rPr lang="en-US"/>
              <a:t>Click to edit Master title style</a:t>
            </a:r>
          </a:p>
        </p:txBody>
      </p:sp>
    </p:spTree>
    <p:extLst>
      <p:ext uri="{BB962C8B-B14F-4D97-AF65-F5344CB8AC3E}">
        <p14:creationId xmlns:p14="http://schemas.microsoft.com/office/powerpoint/2010/main" val="97946578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olid Color">
    <p:spTree>
      <p:nvGrpSpPr>
        <p:cNvPr id="1" name=""/>
        <p:cNvGrpSpPr/>
        <p:nvPr/>
      </p:nvGrpSpPr>
      <p:grpSpPr>
        <a:xfrm>
          <a:off x="0" y="0"/>
          <a:ext cx="0" cy="0"/>
          <a:chOff x="0" y="0"/>
          <a:chExt cx="0" cy="0"/>
        </a:xfrm>
      </p:grpSpPr>
      <p:sp>
        <p:nvSpPr>
          <p:cNvPr id="15" name="Rectangle 44">
            <a:extLst>
              <a:ext uri="{FF2B5EF4-FFF2-40B4-BE49-F238E27FC236}">
                <a16:creationId xmlns:a16="http://schemas.microsoft.com/office/drawing/2014/main" id="{8B67DCF5-A9EC-4521-AF7B-8EF1A809A4ED}"/>
              </a:ext>
            </a:extLst>
          </p:cNvPr>
          <p:cNvSpPr/>
          <p:nvPr userDrawn="1"/>
        </p:nvSpPr>
        <p:spPr>
          <a:xfrm rot="16200000" flipH="1">
            <a:off x="3565556" y="-3565556"/>
            <a:ext cx="5060887"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14" name="Oval 13">
            <a:extLst>
              <a:ext uri="{FF2B5EF4-FFF2-40B4-BE49-F238E27FC236}">
                <a16:creationId xmlns:a16="http://schemas.microsoft.com/office/drawing/2014/main" id="{09EEBC67-357C-4D73-8A8C-80F63065BE29}"/>
              </a:ext>
            </a:extLst>
          </p:cNvPr>
          <p:cNvSpPr/>
          <p:nvPr userDrawn="1"/>
        </p:nvSpPr>
        <p:spPr>
          <a:xfrm>
            <a:off x="6559218"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DA73BAE-FD0A-4A2C-8A01-FA8569121DFD}"/>
              </a:ext>
            </a:extLst>
          </p:cNvPr>
          <p:cNvCxnSpPr>
            <a:cxnSpLocks/>
          </p:cNvCxnSpPr>
          <p:nvPr userDrawn="1"/>
        </p:nvCxnSpPr>
        <p:spPr bwMode="auto">
          <a:xfrm>
            <a:off x="609600" y="2073711"/>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4" name="Picture Placeholder 3">
            <a:extLst>
              <a:ext uri="{FF2B5EF4-FFF2-40B4-BE49-F238E27FC236}">
                <a16:creationId xmlns:a16="http://schemas.microsoft.com/office/drawing/2014/main" id="{86321A85-0ED0-46E5-AA0C-068C77B220A3}"/>
              </a:ext>
            </a:extLst>
          </p:cNvPr>
          <p:cNvSpPr>
            <a:spLocks noGrp="1"/>
          </p:cNvSpPr>
          <p:nvPr>
            <p:ph type="pic" sz="quarter" idx="11" hasCustomPrompt="1"/>
          </p:nvPr>
        </p:nvSpPr>
        <p:spPr>
          <a:xfrm>
            <a:off x="6694366"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22" name="Picture 21" descr="Background pattern&#10;&#10;Description automatically generated">
            <a:extLst>
              <a:ext uri="{FF2B5EF4-FFF2-40B4-BE49-F238E27FC236}">
                <a16:creationId xmlns:a16="http://schemas.microsoft.com/office/drawing/2014/main" id="{A158985E-B9A7-42D2-8622-DCF95FA8E8C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26" name="Oval 25">
            <a:extLst>
              <a:ext uri="{FF2B5EF4-FFF2-40B4-BE49-F238E27FC236}">
                <a16:creationId xmlns:a16="http://schemas.microsoft.com/office/drawing/2014/main" id="{6764E626-D386-4D32-A417-9B845F1A8DEB}"/>
              </a:ext>
            </a:extLst>
          </p:cNvPr>
          <p:cNvSpPr/>
          <p:nvPr userDrawn="1"/>
        </p:nvSpPr>
        <p:spPr>
          <a:xfrm>
            <a:off x="8338266"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3">
            <a:extLst>
              <a:ext uri="{FF2B5EF4-FFF2-40B4-BE49-F238E27FC236}">
                <a16:creationId xmlns:a16="http://schemas.microsoft.com/office/drawing/2014/main" id="{B80FD3BD-D8F0-418E-8B47-2ABB3675B0E8}"/>
              </a:ext>
            </a:extLst>
          </p:cNvPr>
          <p:cNvSpPr>
            <a:spLocks noGrp="1"/>
          </p:cNvSpPr>
          <p:nvPr>
            <p:ph type="pic" sz="quarter" idx="12" hasCustomPrompt="1"/>
          </p:nvPr>
        </p:nvSpPr>
        <p:spPr>
          <a:xfrm>
            <a:off x="8473414"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sp>
        <p:nvSpPr>
          <p:cNvPr id="28" name="Oval 27">
            <a:extLst>
              <a:ext uri="{FF2B5EF4-FFF2-40B4-BE49-F238E27FC236}">
                <a16:creationId xmlns:a16="http://schemas.microsoft.com/office/drawing/2014/main" id="{6DF3693E-9C5E-459F-BF99-167C92ADF586}"/>
              </a:ext>
            </a:extLst>
          </p:cNvPr>
          <p:cNvSpPr/>
          <p:nvPr userDrawn="1"/>
        </p:nvSpPr>
        <p:spPr>
          <a:xfrm>
            <a:off x="10115311" y="4253398"/>
            <a:ext cx="1641897" cy="16418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icture Placeholder 3">
            <a:extLst>
              <a:ext uri="{FF2B5EF4-FFF2-40B4-BE49-F238E27FC236}">
                <a16:creationId xmlns:a16="http://schemas.microsoft.com/office/drawing/2014/main" id="{6866D1FB-89E0-4B62-BE3A-8DC17857F68A}"/>
              </a:ext>
            </a:extLst>
          </p:cNvPr>
          <p:cNvSpPr>
            <a:spLocks noGrp="1"/>
          </p:cNvSpPr>
          <p:nvPr>
            <p:ph type="pic" sz="quarter" idx="13" hasCustomPrompt="1"/>
          </p:nvPr>
        </p:nvSpPr>
        <p:spPr>
          <a:xfrm>
            <a:off x="10250459" y="4388546"/>
            <a:ext cx="1371600" cy="1371600"/>
          </a:xfrm>
          <a:prstGeom prst="ellipse">
            <a:avLst/>
          </a:prstGeom>
          <a:noFill/>
        </p:spPr>
        <p:txBody>
          <a:bodyPr anchor="ctr" anchorCtr="0"/>
          <a:lstStyle>
            <a:lvl1pPr marL="0" indent="0" algn="ctr">
              <a:buNone/>
              <a:defRPr sz="1800">
                <a:solidFill>
                  <a:schemeClr val="bg2"/>
                </a:solidFill>
              </a:defRPr>
            </a:lvl1pPr>
          </a:lstStyle>
          <a:p>
            <a:r>
              <a:rPr lang="en-US"/>
              <a:t>ICON</a:t>
            </a:r>
          </a:p>
        </p:txBody>
      </p:sp>
      <p:pic>
        <p:nvPicPr>
          <p:cNvPr id="17" name="Graphic 16">
            <a:extLst>
              <a:ext uri="{FF2B5EF4-FFF2-40B4-BE49-F238E27FC236}">
                <a16:creationId xmlns:a16="http://schemas.microsoft.com/office/drawing/2014/main" id="{8B4BAA8C-E1DD-4D69-BDE2-74B913491DE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62053"/>
            <a:ext cx="1371600" cy="757238"/>
          </a:xfrm>
          <a:prstGeom prst="rect">
            <a:avLst/>
          </a:prstGeom>
        </p:spPr>
      </p:pic>
      <p:sp>
        <p:nvSpPr>
          <p:cNvPr id="3" name="Title 2">
            <a:extLst>
              <a:ext uri="{FF2B5EF4-FFF2-40B4-BE49-F238E27FC236}">
                <a16:creationId xmlns:a16="http://schemas.microsoft.com/office/drawing/2014/main" id="{21E5BC9B-201B-46A0-AC52-57A9C6389A5F}"/>
              </a:ext>
            </a:extLst>
          </p:cNvPr>
          <p:cNvSpPr>
            <a:spLocks noGrp="1"/>
          </p:cNvSpPr>
          <p:nvPr>
            <p:ph type="title"/>
          </p:nvPr>
        </p:nvSpPr>
        <p:spPr>
          <a:xfrm>
            <a:off x="609600" y="2299192"/>
            <a:ext cx="10972800" cy="161209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07493561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
        <p:nvSpPr>
          <p:cNvPr id="13" name="Gradient Background">
            <a:extLst>
              <a:ext uri="{FF2B5EF4-FFF2-40B4-BE49-F238E27FC236}">
                <a16:creationId xmlns:a16="http://schemas.microsoft.com/office/drawing/2014/main" id="{AF077148-9C18-47FF-BAB6-4ACE29EF0279}"/>
              </a:ext>
            </a:extLst>
          </p:cNvPr>
          <p:cNvSpPr/>
          <p:nvPr userDrawn="1"/>
        </p:nvSpPr>
        <p:spPr>
          <a:xfrm rot="16200000" flipH="1">
            <a:off x="2666999" y="-2666998"/>
            <a:ext cx="6858001" cy="12192000"/>
          </a:xfrm>
          <a:prstGeom prst="rect">
            <a:avLst/>
          </a:prstGeom>
          <a:gradFill flip="none" rotWithShape="1">
            <a:gsLst>
              <a:gs pos="9000">
                <a:srgbClr val="171021"/>
              </a:gs>
              <a:gs pos="78000">
                <a:srgbClr val="332A8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cxnSp>
        <p:nvCxnSpPr>
          <p:cNvPr id="25" name="Anchor Line (Teal)">
            <a:extLst>
              <a:ext uri="{FF2B5EF4-FFF2-40B4-BE49-F238E27FC236}">
                <a16:creationId xmlns:a16="http://schemas.microsoft.com/office/drawing/2014/main" id="{1DA73BAE-FD0A-4A2C-8A01-FA8569121DFD}"/>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Background pattern&#10;&#10;Description automatically generated">
            <a:extLst>
              <a:ext uri="{FF2B5EF4-FFF2-40B4-BE49-F238E27FC236}">
                <a16:creationId xmlns:a16="http://schemas.microsoft.com/office/drawing/2014/main" id="{5C049E40-EF68-4B1B-BCD7-6D2A24D8DF0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1" name="Graphic 10">
            <a:extLst>
              <a:ext uri="{FF2B5EF4-FFF2-40B4-BE49-F238E27FC236}">
                <a16:creationId xmlns:a16="http://schemas.microsoft.com/office/drawing/2014/main" id="{A415B23C-5D82-4DE4-94C7-F7A0367F0A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sp>
        <p:nvSpPr>
          <p:cNvPr id="3" name="Title 2">
            <a:extLst>
              <a:ext uri="{FF2B5EF4-FFF2-40B4-BE49-F238E27FC236}">
                <a16:creationId xmlns:a16="http://schemas.microsoft.com/office/drawing/2014/main" id="{CA4CB275-ABCF-466B-BDDA-5C2D261BF6C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29692064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ue">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46902829-D5D1-4F00-A1B9-EF14BCD064FF}"/>
              </a:ext>
            </a:extLst>
          </p:cNvPr>
          <p:cNvSpPr/>
          <p:nvPr userDrawn="1"/>
        </p:nvSpPr>
        <p:spPr>
          <a:xfrm rot="16200000" flipH="1">
            <a:off x="2667000" y="-2667000"/>
            <a:ext cx="6858000" cy="12192000"/>
          </a:xfrm>
          <a:prstGeom prst="rect">
            <a:avLst/>
          </a:prstGeom>
          <a:gradFill flip="none" rotWithShape="1">
            <a:gsLst>
              <a:gs pos="0">
                <a:srgbClr val="332A86"/>
              </a:gs>
              <a:gs pos="98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BF0782B8-5272-420C-8DAE-70E09C81F52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3" name="Graphic 12">
            <a:extLst>
              <a:ext uri="{FF2B5EF4-FFF2-40B4-BE49-F238E27FC236}">
                <a16:creationId xmlns:a16="http://schemas.microsoft.com/office/drawing/2014/main" id="{087513A4-C855-4E73-81CA-494CAB4E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886F3037-7F32-417A-A0C3-B25F6685577C}"/>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95279677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al">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0E01A9E5-E62D-461C-AE5C-5D2207236E49}"/>
              </a:ext>
            </a:extLst>
          </p:cNvPr>
          <p:cNvSpPr/>
          <p:nvPr userDrawn="1"/>
        </p:nvSpPr>
        <p:spPr>
          <a:xfrm rot="16200000" flipH="1">
            <a:off x="2667000" y="-2667000"/>
            <a:ext cx="6858000" cy="12192000"/>
          </a:xfrm>
          <a:prstGeom prst="rect">
            <a:avLst/>
          </a:prstGeom>
          <a:gradFill flip="none" rotWithShape="1">
            <a:gsLst>
              <a:gs pos="55000">
                <a:srgbClr val="27BDBE"/>
              </a:gs>
              <a:gs pos="0">
                <a:srgbClr val="009ED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1" name="Picture 10" descr="Background pattern&#10;&#10;Description automatically generated">
            <a:extLst>
              <a:ext uri="{FF2B5EF4-FFF2-40B4-BE49-F238E27FC236}">
                <a16:creationId xmlns:a16="http://schemas.microsoft.com/office/drawing/2014/main" id="{3CA8531E-4D73-4698-84BE-40DD961F057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2" name="Graphic 11">
            <a:extLst>
              <a:ext uri="{FF2B5EF4-FFF2-40B4-BE49-F238E27FC236}">
                <a16:creationId xmlns:a16="http://schemas.microsoft.com/office/drawing/2014/main" id="{9EEF3970-0883-4EC6-8D57-7F0D7910D28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01064B8-AE22-4EF2-B988-EE5C7EEBED14}"/>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16635545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Green">
    <p:spTree>
      <p:nvGrpSpPr>
        <p:cNvPr id="1" name=""/>
        <p:cNvGrpSpPr/>
        <p:nvPr/>
      </p:nvGrpSpPr>
      <p:grpSpPr>
        <a:xfrm>
          <a:off x="0" y="0"/>
          <a:ext cx="0" cy="0"/>
          <a:chOff x="0" y="0"/>
          <a:chExt cx="0" cy="0"/>
        </a:xfrm>
      </p:grpSpPr>
      <p:sp>
        <p:nvSpPr>
          <p:cNvPr id="11" name="Gradient Background">
            <a:extLst>
              <a:ext uri="{FF2B5EF4-FFF2-40B4-BE49-F238E27FC236}">
                <a16:creationId xmlns:a16="http://schemas.microsoft.com/office/drawing/2014/main" id="{BCEBB715-ABFF-4A55-914D-2450BA5C9952}"/>
              </a:ext>
            </a:extLst>
          </p:cNvPr>
          <p:cNvSpPr/>
          <p:nvPr userDrawn="1"/>
        </p:nvSpPr>
        <p:spPr>
          <a:xfrm rot="16200000" flipH="1">
            <a:off x="2667000" y="-2667000"/>
            <a:ext cx="6858000" cy="12192000"/>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0" name="Picture 9" descr="Background pattern&#10;&#10;Description automatically generated">
            <a:extLst>
              <a:ext uri="{FF2B5EF4-FFF2-40B4-BE49-F238E27FC236}">
                <a16:creationId xmlns:a16="http://schemas.microsoft.com/office/drawing/2014/main" id="{AF5D5338-D316-4FC2-9DCF-9A170A4BCE0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A0AF4861-01B3-4710-BDF9-22737616EA7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D735FA4D-9839-46B4-9490-0DE7C7241F12}"/>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365658233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Grey">
    <p:spTree>
      <p:nvGrpSpPr>
        <p:cNvPr id="1" name=""/>
        <p:cNvGrpSpPr/>
        <p:nvPr/>
      </p:nvGrpSpPr>
      <p:grpSpPr>
        <a:xfrm>
          <a:off x="0" y="0"/>
          <a:ext cx="0" cy="0"/>
          <a:chOff x="0" y="0"/>
          <a:chExt cx="0" cy="0"/>
        </a:xfrm>
      </p:grpSpPr>
      <p:sp>
        <p:nvSpPr>
          <p:cNvPr id="10" name="Gradient Background">
            <a:extLst>
              <a:ext uri="{FF2B5EF4-FFF2-40B4-BE49-F238E27FC236}">
                <a16:creationId xmlns:a16="http://schemas.microsoft.com/office/drawing/2014/main" id="{71F8AED0-8B9B-4922-A54F-39626014887E}"/>
              </a:ext>
            </a:extLst>
          </p:cNvPr>
          <p:cNvSpPr/>
          <p:nvPr userDrawn="1"/>
        </p:nvSpPr>
        <p:spPr>
          <a:xfrm rot="16200000" flipH="1">
            <a:off x="2667000" y="-2667000"/>
            <a:ext cx="6858000" cy="12192000"/>
          </a:xfrm>
          <a:prstGeom prst="rect">
            <a:avLst/>
          </a:prstGeom>
          <a:gradFill flip="none" rotWithShape="1">
            <a:gsLst>
              <a:gs pos="100000">
                <a:srgbClr val="909D93"/>
              </a:gs>
              <a:gs pos="20000">
                <a:srgbClr val="43525A"/>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7" name="Subtitle Text">
            <a:extLst>
              <a:ext uri="{FF2B5EF4-FFF2-40B4-BE49-F238E27FC236}">
                <a16:creationId xmlns:a16="http://schemas.microsoft.com/office/drawing/2014/main" id="{B8C40917-854F-41C3-92FA-0FFC4202B762}"/>
              </a:ext>
            </a:extLst>
          </p:cNvPr>
          <p:cNvSpPr>
            <a:spLocks noGrp="1"/>
          </p:cNvSpPr>
          <p:nvPr userDrawn="1">
            <p:ph type="body" sz="quarter" idx="12"/>
          </p:nvPr>
        </p:nvSpPr>
        <p:spPr>
          <a:xfrm>
            <a:off x="609600" y="3428999"/>
            <a:ext cx="10972800" cy="19823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46D32C48-753E-4EE3-80FD-8DB1DECDC433}"/>
              </a:ext>
            </a:extLst>
          </p:cNvPr>
          <p:cNvSpPr>
            <a:spLocks noGrp="1"/>
          </p:cNvSpPr>
          <p:nvPr userDrawn="1">
            <p:ph type="title"/>
          </p:nvPr>
        </p:nvSpPr>
        <p:spPr/>
        <p:txBody>
          <a:bodyPr/>
          <a:lstStyle>
            <a:lvl1pPr>
              <a:defRPr>
                <a:solidFill>
                  <a:schemeClr val="bg1"/>
                </a:solidFill>
              </a:defRPr>
            </a:lvl1pPr>
          </a:lstStyle>
          <a:p>
            <a:r>
              <a:rPr lang="en-US"/>
              <a:t>Click to edit Master title style</a:t>
            </a:r>
          </a:p>
        </p:txBody>
      </p:sp>
      <p:pic>
        <p:nvPicPr>
          <p:cNvPr id="12" name="Picture 11" descr="Background pattern&#10;&#10;Description automatically generated">
            <a:extLst>
              <a:ext uri="{FF2B5EF4-FFF2-40B4-BE49-F238E27FC236}">
                <a16:creationId xmlns:a16="http://schemas.microsoft.com/office/drawing/2014/main" id="{29F7D90A-3943-49D0-A60A-D1FB7F48724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15" name="Graphic 14">
            <a:extLst>
              <a:ext uri="{FF2B5EF4-FFF2-40B4-BE49-F238E27FC236}">
                <a16:creationId xmlns:a16="http://schemas.microsoft.com/office/drawing/2014/main" id="{5C5A7027-59BC-478B-9B1A-96443AE96E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955" y="5943048"/>
            <a:ext cx="2194560" cy="457200"/>
          </a:xfrm>
          <a:prstGeom prst="rect">
            <a:avLst/>
          </a:prstGeom>
        </p:spPr>
      </p:pic>
      <p:cxnSp>
        <p:nvCxnSpPr>
          <p:cNvPr id="8" name="Anchor Line (Teal)">
            <a:extLst>
              <a:ext uri="{FF2B5EF4-FFF2-40B4-BE49-F238E27FC236}">
                <a16:creationId xmlns:a16="http://schemas.microsoft.com/office/drawing/2014/main" id="{E0741744-C7D7-4CC4-A6D7-D08966652C37}"/>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220416303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Blank with Diagonal">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Rectangle 1">
            <a:extLst>
              <a:ext uri="{FF2B5EF4-FFF2-40B4-BE49-F238E27FC236}">
                <a16:creationId xmlns:a16="http://schemas.microsoft.com/office/drawing/2014/main" id="{D9A79FA9-73A7-4C67-8309-EF26740CE824}"/>
              </a:ext>
            </a:extLst>
          </p:cNvPr>
          <p:cNvSpPr/>
          <p:nvPr userDrawn="1"/>
        </p:nvSpPr>
        <p:spPr>
          <a:xfrm>
            <a:off x="0" y="0"/>
            <a:ext cx="1828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710012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399" y="1866221"/>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6400" y="2362200"/>
            <a:ext cx="5547360" cy="40386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p:txBody>
      </p:sp>
      <p:sp>
        <p:nvSpPr>
          <p:cNvPr id="15" name="Rectangle 4"/>
          <p:cNvSpPr>
            <a:spLocks noGrp="1" noChangeArrowheads="1"/>
          </p:cNvSpPr>
          <p:nvPr>
            <p:ph type="title"/>
          </p:nvPr>
        </p:nvSpPr>
        <p:spPr bwMode="auto">
          <a:xfrm>
            <a:off x="406400" y="609600"/>
            <a:ext cx="9728200"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lvl1pPr>
              <a:defRPr b="0">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9" name="Text Placeholder 2"/>
          <p:cNvSpPr>
            <a:spLocks noGrp="1"/>
          </p:cNvSpPr>
          <p:nvPr>
            <p:ph type="body" idx="14"/>
          </p:nvPr>
        </p:nvSpPr>
        <p:spPr>
          <a:xfrm>
            <a:off x="6226628" y="1866221"/>
            <a:ext cx="5547360" cy="320040"/>
          </a:xfrm>
        </p:spPr>
        <p:txBody>
          <a:bodyPr tIns="0" bIns="0" anchor="b">
            <a:noAutofit/>
          </a:bodyPr>
          <a:lstStyle>
            <a:lvl1pPr marL="0" indent="0">
              <a:spcBef>
                <a:spcPts val="0"/>
              </a:spcBef>
              <a:buNone/>
              <a:defRPr sz="2800" b="0">
                <a:solidFill>
                  <a:schemeClr val="tx1">
                    <a:lumMod val="85000"/>
                    <a:lumOff val="15000"/>
                  </a:schemeClr>
                </a:solidFill>
                <a:latin typeface="Franklin Gothic Medium" panose="020B06030201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Content Placeholder 3"/>
          <p:cNvSpPr>
            <a:spLocks noGrp="1"/>
          </p:cNvSpPr>
          <p:nvPr>
            <p:ph sz="half" idx="15"/>
          </p:nvPr>
        </p:nvSpPr>
        <p:spPr>
          <a:xfrm>
            <a:off x="6226628" y="2362200"/>
            <a:ext cx="5547360" cy="4038600"/>
          </a:xfrm>
        </p:spPr>
        <p:txBody>
          <a:bodyPr tIns="0" bIns="0">
            <a:normAutofit/>
          </a:bodyPr>
          <a:lstStyle>
            <a:lvl1pPr>
              <a:lnSpc>
                <a:spcPct val="95000"/>
              </a:lnSpc>
              <a:defRPr sz="2400">
                <a:solidFill>
                  <a:schemeClr val="tx1">
                    <a:lumMod val="75000"/>
                    <a:lumOff val="25000"/>
                  </a:schemeClr>
                </a:solidFill>
              </a:defRPr>
            </a:lvl1pPr>
            <a:lvl2pPr marL="457200" indent="-206375">
              <a:tabLst/>
              <a:defRPr sz="2000">
                <a:solidFill>
                  <a:schemeClr val="tx1">
                    <a:lumMod val="75000"/>
                    <a:lumOff val="25000"/>
                  </a:schemeClr>
                </a:solidFill>
              </a:defRPr>
            </a:lvl2pPr>
            <a:lvl3pPr marL="627063" indent="-169863">
              <a:defRPr sz="1800">
                <a:solidFill>
                  <a:schemeClr val="tx1">
                    <a:lumMod val="75000"/>
                    <a:lumOff val="25000"/>
                  </a:schemeClr>
                </a:solidFill>
              </a:defRPr>
            </a:lvl3pPr>
            <a:lvl4pPr marL="803275" indent="-176213">
              <a:defRPr sz="1600">
                <a:solidFill>
                  <a:schemeClr val="tx1">
                    <a:lumMod val="75000"/>
                    <a:lumOff val="25000"/>
                  </a:schemeClr>
                </a:solidFill>
              </a:defRPr>
            </a:lvl4pPr>
            <a:lvl5pPr marL="973138" indent="-169863">
              <a:defRPr sz="1600">
                <a:solidFill>
                  <a:schemeClr val="tx1">
                    <a:lumMod val="95000"/>
                    <a:lumOff val="5000"/>
                  </a:schemeClr>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p:txBody>
      </p:sp>
      <p:sp>
        <p:nvSpPr>
          <p:cNvPr id="12"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3"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63621520"/>
      </p:ext>
    </p:extLst>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8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A26FF6-DDF7-4331-8A01-7956E5FFF8EF}"/>
              </a:ext>
            </a:extLst>
          </p:cNvPr>
          <p:cNvSpPr/>
          <p:nvPr userDrawn="1"/>
        </p:nvSpPr>
        <p:spPr bwMode="auto">
          <a:xfrm>
            <a:off x="0" y="0"/>
            <a:ext cx="12192000" cy="6858000"/>
          </a:xfrm>
          <a:prstGeom prst="rect">
            <a:avLst/>
          </a:prstGeom>
          <a:solidFill>
            <a:srgbClr val="171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lvl="0" indent="0" fontAlgn="base">
              <a:lnSpc>
                <a:spcPct val="100000"/>
              </a:lnSpc>
              <a:spcBef>
                <a:spcPct val="0"/>
              </a:spcBef>
              <a:spcAft>
                <a:spcPct val="0"/>
              </a:spcAft>
              <a:buClrTx/>
              <a:buSzTx/>
              <a:buFontTx/>
              <a:buNone/>
              <a:tabLst/>
            </a:pPr>
            <a:endParaRPr kumimoji="0" lang="en-US" b="0" i="0" u="none" strike="noStrike" cap="none" normalizeH="0" baseline="0">
              <a:ln>
                <a:noFill/>
              </a:ln>
              <a:effectLst/>
              <a:latin typeface="Arial" charset="0"/>
            </a:endParaRPr>
          </a:p>
        </p:txBody>
      </p:sp>
    </p:spTree>
    <p:extLst>
      <p:ext uri="{BB962C8B-B14F-4D97-AF65-F5344CB8AC3E}">
        <p14:creationId xmlns:p14="http://schemas.microsoft.com/office/powerpoint/2010/main" val="1188008246"/>
      </p:ext>
    </p:extLst>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Green Divider">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9556E00-461C-A1C0-E8CD-42B6E96C30C1}"/>
              </a:ext>
            </a:extLst>
          </p:cNvPr>
          <p:cNvSpPr>
            <a:spLocks noGrp="1"/>
          </p:cNvSpPr>
          <p:nvPr>
            <p:ph type="ftr" sz="quarter" idx="10"/>
          </p:nvPr>
        </p:nvSpPr>
        <p:spPr/>
        <p:txBody>
          <a:bodyPr/>
          <a:lstStyle/>
          <a:p>
            <a:r>
              <a:rPr lang="en-US"/>
              <a:t>Brown and Caldwell Kickoff Meeting</a:t>
            </a:r>
          </a:p>
        </p:txBody>
      </p:sp>
      <p:sp>
        <p:nvSpPr>
          <p:cNvPr id="4" name="Slide Number Placeholder 3">
            <a:extLst>
              <a:ext uri="{FF2B5EF4-FFF2-40B4-BE49-F238E27FC236}">
                <a16:creationId xmlns:a16="http://schemas.microsoft.com/office/drawing/2014/main" id="{633A7C5D-E093-55D4-F91A-1972ECC8B2E7}"/>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5" name="Gradient Background">
            <a:extLst>
              <a:ext uri="{FF2B5EF4-FFF2-40B4-BE49-F238E27FC236}">
                <a16:creationId xmlns:a16="http://schemas.microsoft.com/office/drawing/2014/main" id="{7447F9DB-C992-D0EE-95B3-E5FAE8CEF66D}"/>
              </a:ext>
            </a:extLst>
          </p:cNvPr>
          <p:cNvSpPr/>
          <p:nvPr userDrawn="1"/>
        </p:nvSpPr>
        <p:spPr>
          <a:xfrm rot="16200000" flipH="1">
            <a:off x="2667000" y="-2667000"/>
            <a:ext cx="6858000" cy="12192000"/>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pic>
        <p:nvPicPr>
          <p:cNvPr id="6" name="Picture 5" descr="Background pattern&#10;&#10;Description automatically generated">
            <a:extLst>
              <a:ext uri="{FF2B5EF4-FFF2-40B4-BE49-F238E27FC236}">
                <a16:creationId xmlns:a16="http://schemas.microsoft.com/office/drawing/2014/main" id="{8B178142-B835-932E-35F8-7BEE46E7465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7" name="Graphic 6">
            <a:extLst>
              <a:ext uri="{FF2B5EF4-FFF2-40B4-BE49-F238E27FC236}">
                <a16:creationId xmlns:a16="http://schemas.microsoft.com/office/drawing/2014/main" id="{F445115D-6273-DF36-D18A-ED535BEC1078}"/>
              </a:ext>
            </a:extLst>
          </p:cNvPr>
          <p:cNvPicPr>
            <a:picLocks noChangeAspect="1"/>
          </p:cNvPicPr>
          <p:nvPr userDrawn="1"/>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5933696"/>
            <a:ext cx="1929384" cy="401955"/>
          </a:xfrm>
          <a:prstGeom prst="rect">
            <a:avLst/>
          </a:prstGeom>
        </p:spPr>
      </p:pic>
      <p:sp>
        <p:nvSpPr>
          <p:cNvPr id="2" name="Title 1">
            <a:extLst>
              <a:ext uri="{FF2B5EF4-FFF2-40B4-BE49-F238E27FC236}">
                <a16:creationId xmlns:a16="http://schemas.microsoft.com/office/drawing/2014/main" id="{61803C3A-0F7E-883F-E891-AF90F5F49E9D}"/>
              </a:ext>
            </a:extLst>
          </p:cNvPr>
          <p:cNvSpPr>
            <a:spLocks noGrp="1"/>
          </p:cNvSpPr>
          <p:nvPr>
            <p:ph type="title"/>
          </p:nvPr>
        </p:nvSpPr>
        <p:spPr>
          <a:xfrm>
            <a:off x="609600" y="1529394"/>
            <a:ext cx="10972800" cy="706347"/>
          </a:xfrm>
        </p:spPr>
        <p:txBody>
          <a:bodyPr/>
          <a:lstStyle>
            <a:lvl1pPr>
              <a:defRPr sz="5400">
                <a:solidFill>
                  <a:schemeClr val="bg1"/>
                </a:solidFill>
              </a:defRPr>
            </a:lvl1pPr>
          </a:lstStyle>
          <a:p>
            <a:r>
              <a:rPr lang="en-US"/>
              <a:t>Click to edit Master title style</a:t>
            </a:r>
          </a:p>
        </p:txBody>
      </p:sp>
      <p:sp>
        <p:nvSpPr>
          <p:cNvPr id="8" name="Subtitle Text">
            <a:extLst>
              <a:ext uri="{FF2B5EF4-FFF2-40B4-BE49-F238E27FC236}">
                <a16:creationId xmlns:a16="http://schemas.microsoft.com/office/drawing/2014/main" id="{E3D6562D-FCAA-6421-7665-DA2AA874D0F5}"/>
              </a:ext>
            </a:extLst>
          </p:cNvPr>
          <p:cNvSpPr>
            <a:spLocks noGrp="1"/>
          </p:cNvSpPr>
          <p:nvPr>
            <p:ph type="body" sz="quarter" idx="12"/>
          </p:nvPr>
        </p:nvSpPr>
        <p:spPr>
          <a:xfrm>
            <a:off x="609600" y="3428999"/>
            <a:ext cx="10972800" cy="1982349"/>
          </a:xfrm>
        </p:spPr>
        <p:txBody>
          <a:bodyPr/>
          <a:lstStyle>
            <a:lvl1pPr marL="0" indent="0">
              <a:buNone/>
              <a:defRPr sz="2400">
                <a:solidFill>
                  <a:schemeClr val="bg1"/>
                </a:solidFill>
                <a:latin typeface="Franklin Gothic Medium" panose="020B0603020102020204" pitchFamily="34" charset="0"/>
              </a:defRPr>
            </a:lvl1pPr>
            <a:lvl2pPr marL="342900" indent="0">
              <a:buNone/>
              <a:defRPr sz="2000">
                <a:solidFill>
                  <a:schemeClr val="bg1"/>
                </a:solidFill>
              </a:defRPr>
            </a:lvl2pPr>
            <a:lvl3pPr marL="685800" indent="0">
              <a:buNone/>
              <a:defRPr sz="1800">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a:t>Click to edit Master text styles</a:t>
            </a:r>
          </a:p>
          <a:p>
            <a:pPr lvl="1"/>
            <a:r>
              <a:rPr lang="en-US"/>
              <a:t>Second level</a:t>
            </a:r>
          </a:p>
          <a:p>
            <a:pPr lvl="2"/>
            <a:r>
              <a:rPr lang="en-US"/>
              <a:t>Third level</a:t>
            </a:r>
          </a:p>
        </p:txBody>
      </p:sp>
      <p:cxnSp>
        <p:nvCxnSpPr>
          <p:cNvPr id="10" name="Anchor Line (Teal)">
            <a:extLst>
              <a:ext uri="{FF2B5EF4-FFF2-40B4-BE49-F238E27FC236}">
                <a16:creationId xmlns:a16="http://schemas.microsoft.com/office/drawing/2014/main" id="{D065EAC7-3216-73E5-D41D-8FF857E643A9}"/>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411183192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Gray Divider">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9556E00-461C-A1C0-E8CD-42B6E96C30C1}"/>
              </a:ext>
            </a:extLst>
          </p:cNvPr>
          <p:cNvSpPr>
            <a:spLocks noGrp="1"/>
          </p:cNvSpPr>
          <p:nvPr>
            <p:ph type="ftr" sz="quarter" idx="10"/>
          </p:nvPr>
        </p:nvSpPr>
        <p:spPr/>
        <p:txBody>
          <a:bodyPr/>
          <a:lstStyle/>
          <a:p>
            <a:r>
              <a:rPr lang="en-US"/>
              <a:t>Brown and Caldwell Kickoff Meeting</a:t>
            </a:r>
          </a:p>
        </p:txBody>
      </p:sp>
      <p:sp>
        <p:nvSpPr>
          <p:cNvPr id="4" name="Slide Number Placeholder 3">
            <a:extLst>
              <a:ext uri="{FF2B5EF4-FFF2-40B4-BE49-F238E27FC236}">
                <a16:creationId xmlns:a16="http://schemas.microsoft.com/office/drawing/2014/main" id="{633A7C5D-E093-55D4-F91A-1972ECC8B2E7}"/>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12" name="Gradient Background">
            <a:extLst>
              <a:ext uri="{FF2B5EF4-FFF2-40B4-BE49-F238E27FC236}">
                <a16:creationId xmlns:a16="http://schemas.microsoft.com/office/drawing/2014/main" id="{4F187C3E-0490-21A3-BC1C-B71D792CAB72}"/>
              </a:ext>
            </a:extLst>
          </p:cNvPr>
          <p:cNvSpPr/>
          <p:nvPr userDrawn="1"/>
        </p:nvSpPr>
        <p:spPr>
          <a:xfrm rot="16200000" flipH="1">
            <a:off x="2667000" y="-2667000"/>
            <a:ext cx="6858000" cy="12192000"/>
          </a:xfrm>
          <a:prstGeom prst="rect">
            <a:avLst/>
          </a:prstGeom>
          <a:gradFill flip="none" rotWithShape="1">
            <a:gsLst>
              <a:gs pos="100000">
                <a:srgbClr val="909D93"/>
              </a:gs>
              <a:gs pos="20000">
                <a:srgbClr val="43525A"/>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pic>
        <p:nvPicPr>
          <p:cNvPr id="6" name="Picture 5" descr="Background pattern&#10;&#10;Description automatically generated">
            <a:extLst>
              <a:ext uri="{FF2B5EF4-FFF2-40B4-BE49-F238E27FC236}">
                <a16:creationId xmlns:a16="http://schemas.microsoft.com/office/drawing/2014/main" id="{8B178142-B835-932E-35F8-7BEE46E7465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10578"/>
          <a:stretch/>
        </p:blipFill>
        <p:spPr>
          <a:xfrm>
            <a:off x="7848600" y="6400248"/>
            <a:ext cx="3785857" cy="457752"/>
          </a:xfrm>
          <a:custGeom>
            <a:avLst/>
            <a:gdLst>
              <a:gd name="connsiteX0" fmla="*/ 0 w 3785857"/>
              <a:gd name="connsiteY0" fmla="*/ 0 h 457752"/>
              <a:gd name="connsiteX1" fmla="*/ 3785857 w 3785857"/>
              <a:gd name="connsiteY1" fmla="*/ 0 h 457752"/>
              <a:gd name="connsiteX2" fmla="*/ 3520438 w 3785857"/>
              <a:gd name="connsiteY2" fmla="*/ 457752 h 457752"/>
              <a:gd name="connsiteX3" fmla="*/ 0 w 3785857"/>
              <a:gd name="connsiteY3" fmla="*/ 457752 h 457752"/>
            </a:gdLst>
            <a:ahLst/>
            <a:cxnLst>
              <a:cxn ang="0">
                <a:pos x="connsiteX0" y="connsiteY0"/>
              </a:cxn>
              <a:cxn ang="0">
                <a:pos x="connsiteX1" y="connsiteY1"/>
              </a:cxn>
              <a:cxn ang="0">
                <a:pos x="connsiteX2" y="connsiteY2"/>
              </a:cxn>
              <a:cxn ang="0">
                <a:pos x="connsiteX3" y="connsiteY3"/>
              </a:cxn>
            </a:cxnLst>
            <a:rect l="l" t="t" r="r" b="b"/>
            <a:pathLst>
              <a:path w="3785857" h="457752">
                <a:moveTo>
                  <a:pt x="0" y="0"/>
                </a:moveTo>
                <a:lnTo>
                  <a:pt x="3785857" y="0"/>
                </a:lnTo>
                <a:lnTo>
                  <a:pt x="3520438" y="457752"/>
                </a:lnTo>
                <a:lnTo>
                  <a:pt x="0" y="457752"/>
                </a:lnTo>
                <a:close/>
              </a:path>
            </a:pathLst>
          </a:custGeom>
        </p:spPr>
      </p:pic>
      <p:pic>
        <p:nvPicPr>
          <p:cNvPr id="7" name="Graphic 6">
            <a:extLst>
              <a:ext uri="{FF2B5EF4-FFF2-40B4-BE49-F238E27FC236}">
                <a16:creationId xmlns:a16="http://schemas.microsoft.com/office/drawing/2014/main" id="{F445115D-6273-DF36-D18A-ED535BEC1078}"/>
              </a:ext>
            </a:extLst>
          </p:cNvPr>
          <p:cNvPicPr>
            <a:picLocks noChangeAspect="1"/>
          </p:cNvPicPr>
          <p:nvPr userDrawn="1"/>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5933696"/>
            <a:ext cx="1929384" cy="401955"/>
          </a:xfrm>
          <a:prstGeom prst="rect">
            <a:avLst/>
          </a:prstGeom>
        </p:spPr>
      </p:pic>
      <p:sp>
        <p:nvSpPr>
          <p:cNvPr id="2" name="Title 1">
            <a:extLst>
              <a:ext uri="{FF2B5EF4-FFF2-40B4-BE49-F238E27FC236}">
                <a16:creationId xmlns:a16="http://schemas.microsoft.com/office/drawing/2014/main" id="{61803C3A-0F7E-883F-E891-AF90F5F49E9D}"/>
              </a:ext>
            </a:extLst>
          </p:cNvPr>
          <p:cNvSpPr>
            <a:spLocks noGrp="1"/>
          </p:cNvSpPr>
          <p:nvPr>
            <p:ph type="title"/>
          </p:nvPr>
        </p:nvSpPr>
        <p:spPr>
          <a:xfrm>
            <a:off x="609600" y="1529394"/>
            <a:ext cx="10972800" cy="706347"/>
          </a:xfrm>
        </p:spPr>
        <p:txBody>
          <a:bodyPr/>
          <a:lstStyle>
            <a:lvl1pPr>
              <a:defRPr sz="5400">
                <a:solidFill>
                  <a:schemeClr val="bg1"/>
                </a:solidFill>
              </a:defRPr>
            </a:lvl1pPr>
          </a:lstStyle>
          <a:p>
            <a:r>
              <a:rPr lang="en-US"/>
              <a:t>Click to edit Master title style</a:t>
            </a:r>
          </a:p>
        </p:txBody>
      </p:sp>
      <p:sp>
        <p:nvSpPr>
          <p:cNvPr id="8" name="Subtitle Text">
            <a:extLst>
              <a:ext uri="{FF2B5EF4-FFF2-40B4-BE49-F238E27FC236}">
                <a16:creationId xmlns:a16="http://schemas.microsoft.com/office/drawing/2014/main" id="{E3D6562D-FCAA-6421-7665-DA2AA874D0F5}"/>
              </a:ext>
            </a:extLst>
          </p:cNvPr>
          <p:cNvSpPr>
            <a:spLocks noGrp="1"/>
          </p:cNvSpPr>
          <p:nvPr>
            <p:ph type="body" sz="quarter" idx="12"/>
          </p:nvPr>
        </p:nvSpPr>
        <p:spPr>
          <a:xfrm>
            <a:off x="609600" y="3428999"/>
            <a:ext cx="10972800" cy="1982349"/>
          </a:xfrm>
        </p:spPr>
        <p:txBody>
          <a:bodyPr/>
          <a:lstStyle>
            <a:lvl1pPr marL="0" indent="0">
              <a:buNone/>
              <a:defRPr sz="2400">
                <a:solidFill>
                  <a:schemeClr val="bg1"/>
                </a:solidFill>
                <a:latin typeface="Franklin Gothic Medium" panose="020B0603020102020204" pitchFamily="34" charset="0"/>
              </a:defRPr>
            </a:lvl1pPr>
            <a:lvl2pPr marL="342900" indent="0">
              <a:buNone/>
              <a:defRPr sz="2000">
                <a:solidFill>
                  <a:schemeClr val="bg1"/>
                </a:solidFill>
              </a:defRPr>
            </a:lvl2pPr>
            <a:lvl3pPr marL="685800" indent="0">
              <a:buNone/>
              <a:defRPr sz="1800">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a:t>Click to edit Master text styles</a:t>
            </a:r>
          </a:p>
          <a:p>
            <a:pPr lvl="1"/>
            <a:r>
              <a:rPr lang="en-US"/>
              <a:t>Second level</a:t>
            </a:r>
          </a:p>
          <a:p>
            <a:pPr lvl="2"/>
            <a:r>
              <a:rPr lang="en-US"/>
              <a:t>Third level</a:t>
            </a:r>
          </a:p>
        </p:txBody>
      </p:sp>
      <p:cxnSp>
        <p:nvCxnSpPr>
          <p:cNvPr id="10" name="Anchor Line (Teal)">
            <a:extLst>
              <a:ext uri="{FF2B5EF4-FFF2-40B4-BE49-F238E27FC236}">
                <a16:creationId xmlns:a16="http://schemas.microsoft.com/office/drawing/2014/main" id="{D065EAC7-3216-73E5-D41D-8FF857E643A9}"/>
              </a:ext>
            </a:extLst>
          </p:cNvPr>
          <p:cNvCxnSpPr>
            <a:cxnSpLocks/>
          </p:cNvCxnSpPr>
          <p:nvPr userDrawn="1"/>
        </p:nvCxnSpPr>
        <p:spPr bwMode="auto">
          <a:xfrm>
            <a:off x="609600" y="1212986"/>
            <a:ext cx="685800" cy="0"/>
          </a:xfrm>
          <a:prstGeom prst="line">
            <a:avLst/>
          </a:prstGeom>
          <a:noFill/>
          <a:ln w="38100" cap="flat" cmpd="sng" algn="ctr">
            <a:solidFill>
              <a:srgbClr val="C0CAC7"/>
            </a:solidFill>
            <a:prstDash val="solid"/>
            <a:round/>
            <a:headEnd type="none" w="med" len="med"/>
            <a:tailEnd type="none" w="med" len="med"/>
          </a:ln>
          <a:effectLst/>
        </p:spPr>
      </p:cxnSp>
    </p:spTree>
    <p:extLst>
      <p:ext uri="{BB962C8B-B14F-4D97-AF65-F5344CB8AC3E}">
        <p14:creationId xmlns:p14="http://schemas.microsoft.com/office/powerpoint/2010/main" val="18083213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Englewood Cover">
    <p:spTree>
      <p:nvGrpSpPr>
        <p:cNvPr id="1" name=""/>
        <p:cNvGrpSpPr/>
        <p:nvPr/>
      </p:nvGrpSpPr>
      <p:grpSpPr>
        <a:xfrm>
          <a:off x="0" y="0"/>
          <a:ext cx="0" cy="0"/>
          <a:chOff x="0" y="0"/>
          <a:chExt cx="0" cy="0"/>
        </a:xfrm>
      </p:grpSpPr>
      <p:sp>
        <p:nvSpPr>
          <p:cNvPr id="17" name="Footer Placeholder 16">
            <a:extLst>
              <a:ext uri="{FF2B5EF4-FFF2-40B4-BE49-F238E27FC236}">
                <a16:creationId xmlns:a16="http://schemas.microsoft.com/office/drawing/2014/main" id="{EEF110BB-AE31-1746-8BF7-F75A25993A3A}"/>
              </a:ext>
            </a:extLst>
          </p:cNvPr>
          <p:cNvSpPr>
            <a:spLocks noGrp="1"/>
          </p:cNvSpPr>
          <p:nvPr>
            <p:ph type="ftr" sz="quarter" idx="11"/>
          </p:nvPr>
        </p:nvSpPr>
        <p:spPr/>
        <p:txBody>
          <a:bodyPr/>
          <a:lstStyle/>
          <a:p>
            <a:r>
              <a:rPr lang="en-US"/>
              <a:t>Brown and Caldwell Kickoff Meeting</a:t>
            </a:r>
          </a:p>
        </p:txBody>
      </p:sp>
      <p:sp>
        <p:nvSpPr>
          <p:cNvPr id="18" name="Slide Number Placeholder 17">
            <a:extLst>
              <a:ext uri="{FF2B5EF4-FFF2-40B4-BE49-F238E27FC236}">
                <a16:creationId xmlns:a16="http://schemas.microsoft.com/office/drawing/2014/main" id="{4A5B8358-0926-33DF-F50D-E55F23FAA30A}"/>
              </a:ext>
            </a:extLst>
          </p:cNvPr>
          <p:cNvSpPr>
            <a:spLocks noGrp="1"/>
          </p:cNvSpPr>
          <p:nvPr>
            <p:ph type="sldNum" sz="quarter" idx="12"/>
          </p:nvPr>
        </p:nvSpPr>
        <p:spPr/>
        <p:txBody>
          <a:bodyPr/>
          <a:lstStyle/>
          <a:p>
            <a:fld id="{04E9CEDC-B5D7-4E9A-BA46-5FD30BEA372C}" type="slidenum">
              <a:rPr lang="en-US" smtClean="0"/>
              <a:pPr/>
              <a:t>‹#›</a:t>
            </a:fld>
            <a:endParaRPr lang="en-US"/>
          </a:p>
        </p:txBody>
      </p:sp>
      <p:pic>
        <p:nvPicPr>
          <p:cNvPr id="5" name="Picture 4" descr="A picture containing boat, indoor&#10;&#10;Description automatically generated">
            <a:extLst>
              <a:ext uri="{FF2B5EF4-FFF2-40B4-BE49-F238E27FC236}">
                <a16:creationId xmlns:a16="http://schemas.microsoft.com/office/drawing/2014/main" id="{B15241B9-43EE-854E-4CE0-64F66818FA2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393" t="27282" b="35356"/>
          <a:stretch/>
        </p:blipFill>
        <p:spPr>
          <a:xfrm>
            <a:off x="0" y="0"/>
            <a:ext cx="12191999" cy="6858000"/>
          </a:xfrm>
          <a:prstGeom prst="rect">
            <a:avLst/>
          </a:prstGeom>
        </p:spPr>
      </p:pic>
      <p:sp>
        <p:nvSpPr>
          <p:cNvPr id="12" name="Gradient Background">
            <a:extLst>
              <a:ext uri="{FF2B5EF4-FFF2-40B4-BE49-F238E27FC236}">
                <a16:creationId xmlns:a16="http://schemas.microsoft.com/office/drawing/2014/main" id="{21111DA3-CA97-0803-EC78-CD956811BC68}"/>
              </a:ext>
            </a:extLst>
          </p:cNvPr>
          <p:cNvSpPr/>
          <p:nvPr userDrawn="1"/>
        </p:nvSpPr>
        <p:spPr>
          <a:xfrm rot="16200000" flipH="1">
            <a:off x="5084089" y="-991058"/>
            <a:ext cx="2023826" cy="12191999"/>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8" name="Rectangle 7">
            <a:extLst>
              <a:ext uri="{FF2B5EF4-FFF2-40B4-BE49-F238E27FC236}">
                <a16:creationId xmlns:a16="http://schemas.microsoft.com/office/drawing/2014/main" id="{756EED61-7502-D682-836E-D187D2EFB128}"/>
              </a:ext>
            </a:extLst>
          </p:cNvPr>
          <p:cNvSpPr/>
          <p:nvPr userDrawn="1"/>
        </p:nvSpPr>
        <p:spPr>
          <a:xfrm>
            <a:off x="0" y="337161"/>
            <a:ext cx="12192000" cy="879456"/>
          </a:xfrm>
          <a:prstGeom prst="rect">
            <a:avLst/>
          </a:prstGeom>
          <a:gradFill>
            <a:gsLst>
              <a:gs pos="80000">
                <a:schemeClr val="bg1">
                  <a:alpha val="70000"/>
                </a:schemeClr>
              </a:gs>
              <a:gs pos="27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2" name="Title 1">
            <a:extLst>
              <a:ext uri="{FF2B5EF4-FFF2-40B4-BE49-F238E27FC236}">
                <a16:creationId xmlns:a16="http://schemas.microsoft.com/office/drawing/2014/main" id="{86C9C8B2-A844-4336-BB69-E4FC5C0CDA8C}"/>
              </a:ext>
            </a:extLst>
          </p:cNvPr>
          <p:cNvSpPr>
            <a:spLocks noGrp="1"/>
          </p:cNvSpPr>
          <p:nvPr>
            <p:ph type="title"/>
          </p:nvPr>
        </p:nvSpPr>
        <p:spPr>
          <a:xfrm>
            <a:off x="609600" y="4547582"/>
            <a:ext cx="10972800" cy="706347"/>
          </a:xfrm>
        </p:spPr>
        <p:txBody>
          <a:bodyPr/>
          <a:lstStyle>
            <a:lvl1pPr>
              <a:defRPr sz="5400">
                <a:solidFill>
                  <a:schemeClr val="bg1"/>
                </a:solidFill>
              </a:defRPr>
            </a:lvl1pPr>
          </a:lstStyle>
          <a:p>
            <a:r>
              <a:rPr lang="en-US"/>
              <a:t>Click to edit Master title style</a:t>
            </a:r>
          </a:p>
        </p:txBody>
      </p:sp>
      <p:pic>
        <p:nvPicPr>
          <p:cNvPr id="7" name="Picture 6" descr="A picture containing text, clipart, screenshot&#10;&#10;Description automatically generated">
            <a:extLst>
              <a:ext uri="{FF2B5EF4-FFF2-40B4-BE49-F238E27FC236}">
                <a16:creationId xmlns:a16="http://schemas.microsoft.com/office/drawing/2014/main" id="{0CF2243B-A1FF-C9C8-D4E2-A061907C59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6942" y="574164"/>
            <a:ext cx="1930708" cy="405449"/>
          </a:xfrm>
          <a:prstGeom prst="rect">
            <a:avLst/>
          </a:prstGeom>
        </p:spPr>
      </p:pic>
      <p:sp>
        <p:nvSpPr>
          <p:cNvPr id="16" name="Text Placeholder 15">
            <a:extLst>
              <a:ext uri="{FF2B5EF4-FFF2-40B4-BE49-F238E27FC236}">
                <a16:creationId xmlns:a16="http://schemas.microsoft.com/office/drawing/2014/main" id="{90A34079-8990-EF6D-0F64-3050D6742845}"/>
              </a:ext>
            </a:extLst>
          </p:cNvPr>
          <p:cNvSpPr>
            <a:spLocks noGrp="1"/>
          </p:cNvSpPr>
          <p:nvPr>
            <p:ph type="body" sz="quarter" idx="10" hasCustomPrompt="1"/>
          </p:nvPr>
        </p:nvSpPr>
        <p:spPr>
          <a:xfrm>
            <a:off x="609600" y="4248857"/>
            <a:ext cx="10972800" cy="246221"/>
          </a:xfrm>
        </p:spPr>
        <p:txBody>
          <a:bodyPr>
            <a:spAutoFit/>
          </a:bodyPr>
          <a:lstStyle>
            <a:lvl1pPr marL="0" indent="0">
              <a:buNone/>
              <a:defRPr sz="1600">
                <a:solidFill>
                  <a:schemeClr val="bg1"/>
                </a:solidFill>
                <a:latin typeface="Franklin Gothic Medium" panose="020B0603020102020204" pitchFamily="34" charset="0"/>
              </a:defRPr>
            </a:lvl1pPr>
            <a:lvl2pPr marL="342900" indent="0">
              <a:buNone/>
              <a:defRPr sz="1600">
                <a:solidFill>
                  <a:schemeClr val="bg1"/>
                </a:solidFill>
                <a:latin typeface="Franklin Gothic Medium" panose="020B0603020102020204" pitchFamily="34" charset="0"/>
              </a:defRPr>
            </a:lvl2pPr>
            <a:lvl3pPr marL="685800" indent="0">
              <a:buNone/>
              <a:defRPr sz="1400">
                <a:solidFill>
                  <a:schemeClr val="bg1"/>
                </a:solidFill>
                <a:latin typeface="Franklin Gothic Medium" panose="020B0603020102020204" pitchFamily="34" charset="0"/>
              </a:defRPr>
            </a:lvl3pPr>
            <a:lvl4pPr marL="1028700" indent="0">
              <a:buNone/>
              <a:defRPr sz="1200">
                <a:solidFill>
                  <a:schemeClr val="bg1"/>
                </a:solidFill>
                <a:latin typeface="Franklin Gothic Medium" panose="020B0603020102020204" pitchFamily="34" charset="0"/>
              </a:defRPr>
            </a:lvl4pPr>
            <a:lvl5pPr marL="1371600" indent="0">
              <a:buNone/>
              <a:defRPr sz="1200">
                <a:solidFill>
                  <a:schemeClr val="bg1"/>
                </a:solidFill>
                <a:latin typeface="Franklin Gothic Medium" panose="020B0603020102020204" pitchFamily="34" charset="0"/>
              </a:defRPr>
            </a:lvl5pPr>
          </a:lstStyle>
          <a:p>
            <a:pPr lvl="0"/>
            <a:r>
              <a:rPr lang="en-US"/>
              <a:t>Date 00, Year (Click to edit)</a:t>
            </a:r>
          </a:p>
        </p:txBody>
      </p:sp>
    </p:spTree>
    <p:extLst>
      <p:ext uri="{BB962C8B-B14F-4D97-AF65-F5344CB8AC3E}">
        <p14:creationId xmlns:p14="http://schemas.microsoft.com/office/powerpoint/2010/main" val="223773551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2B5BF-A1CE-4281-B132-2D0EFF04A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6C9C8B2-A844-4336-BB69-E4FC5C0CDA8C}"/>
              </a:ext>
            </a:extLst>
          </p:cNvPr>
          <p:cNvSpPr>
            <a:spLocks noGrp="1"/>
          </p:cNvSpPr>
          <p:nvPr>
            <p:ph type="title"/>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56AAF97E-E486-4FCC-A6C9-9E270D984E83}"/>
              </a:ext>
            </a:extLst>
          </p:cNvPr>
          <p:cNvSpPr>
            <a:spLocks noGrp="1"/>
          </p:cNvSpPr>
          <p:nvPr>
            <p:ph type="ftr" sz="quarter" idx="10"/>
          </p:nvPr>
        </p:nvSpPr>
        <p:spPr/>
        <p:txBody>
          <a:bodyPr/>
          <a:lstStyle>
            <a:lvl1pPr>
              <a:defRPr/>
            </a:lvl1pPr>
          </a:lstStyle>
          <a:p>
            <a:r>
              <a:rPr lang="en-US"/>
              <a:t>Brown and Caldwell</a:t>
            </a:r>
          </a:p>
        </p:txBody>
      </p:sp>
      <p:sp>
        <p:nvSpPr>
          <p:cNvPr id="10" name="Slide Number Placeholder 9">
            <a:extLst>
              <a:ext uri="{FF2B5EF4-FFF2-40B4-BE49-F238E27FC236}">
                <a16:creationId xmlns:a16="http://schemas.microsoft.com/office/drawing/2014/main" id="{943AA6E3-9EF1-4B78-92E4-A100012844C1}"/>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107191220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599"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440531-F86A-456C-BC92-520C6D3904DF}"/>
              </a:ext>
            </a:extLst>
          </p:cNvPr>
          <p:cNvSpPr>
            <a:spLocks noGrp="1"/>
          </p:cNvSpPr>
          <p:nvPr>
            <p:ph sz="half" idx="2"/>
          </p:nvPr>
        </p:nvSpPr>
        <p:spPr>
          <a:xfrm>
            <a:off x="6276915" y="1782763"/>
            <a:ext cx="5305425"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0C1EBFC-9554-4E50-9F49-5EF430AA9088}"/>
              </a:ext>
            </a:extLst>
          </p:cNvPr>
          <p:cNvSpPr>
            <a:spLocks noGrp="1"/>
          </p:cNvSpPr>
          <p:nvPr>
            <p:ph type="ftr" sz="quarter" idx="10"/>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24381D0B-D0DD-45BA-B20F-1683ECC6AFCF}"/>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7" name="Title 6">
            <a:extLst>
              <a:ext uri="{FF2B5EF4-FFF2-40B4-BE49-F238E27FC236}">
                <a16:creationId xmlns:a16="http://schemas.microsoft.com/office/drawing/2014/main" id="{BA0C9CEB-87B3-4853-9D34-B4847B0A88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4385137"/>
      </p:ext>
    </p:extLst>
  </p:cSld>
  <p:clrMapOvr>
    <a:masterClrMapping/>
  </p:clrMapOvr>
  <p:extLst>
    <p:ext uri="{DCECCB84-F9BA-43D5-87BE-67443E8EF086}">
      <p15:sldGuideLst xmlns:p15="http://schemas.microsoft.com/office/powerpoint/2012/main">
        <p15:guide id="1" pos="3936">
          <p15:clr>
            <a:srgbClr val="FBAE40"/>
          </p15:clr>
        </p15:guide>
        <p15:guide id="2" pos="3725">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4" name="Content Placeholder 2">
            <a:extLst>
              <a:ext uri="{FF2B5EF4-FFF2-40B4-BE49-F238E27FC236}">
                <a16:creationId xmlns:a16="http://schemas.microsoft.com/office/drawing/2014/main" id="{39241BED-729D-482D-883A-95AB302C88AF}"/>
              </a:ext>
            </a:extLst>
          </p:cNvPr>
          <p:cNvSpPr>
            <a:spLocks noGrp="1"/>
          </p:cNvSpPr>
          <p:nvPr>
            <p:ph sz="half" idx="20"/>
          </p:nvPr>
        </p:nvSpPr>
        <p:spPr>
          <a:xfrm>
            <a:off x="4390644"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15" name="Content Placeholder 2">
            <a:extLst>
              <a:ext uri="{FF2B5EF4-FFF2-40B4-BE49-F238E27FC236}">
                <a16:creationId xmlns:a16="http://schemas.microsoft.com/office/drawing/2014/main" id="{6839E709-FDAA-49F5-8E65-DCF24C746C83}"/>
              </a:ext>
            </a:extLst>
          </p:cNvPr>
          <p:cNvSpPr>
            <a:spLocks noGrp="1"/>
          </p:cNvSpPr>
          <p:nvPr>
            <p:ph sz="half" idx="21"/>
          </p:nvPr>
        </p:nvSpPr>
        <p:spPr>
          <a:xfrm>
            <a:off x="8171688" y="1782762"/>
            <a:ext cx="3410712" cy="4389438"/>
          </a:xfrm>
        </p:spPr>
        <p:txBody>
          <a:bodyPr>
            <a:normAutofit/>
          </a:bodyPr>
          <a:lstStyle>
            <a:lvl1pPr>
              <a:lnSpc>
                <a:spcPct val="100000"/>
              </a:lnSpc>
              <a:defRPr sz="2600">
                <a:latin typeface="+mn-lt"/>
              </a:defRPr>
            </a:lvl1pPr>
            <a:lvl2pPr>
              <a:spcAft>
                <a:spcPts val="600"/>
              </a:spcAft>
              <a:defRPr sz="2400">
                <a:latin typeface="+mn-lt"/>
              </a:defRPr>
            </a:lvl2pPr>
            <a:lvl3pPr>
              <a:spcBef>
                <a:spcPts val="0"/>
              </a:spcBef>
              <a:spcAft>
                <a:spcPts val="600"/>
              </a:spcAft>
              <a:defRPr sz="2000">
                <a:latin typeface="+mn-lt"/>
              </a:defRPr>
            </a:lvl3pPr>
            <a:lvl4pPr>
              <a:defRPr sz="20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20771A1E-9DD6-4E56-9559-0724D6ACB533}"/>
              </a:ext>
            </a:extLst>
          </p:cNvPr>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0C1EFD11-52AC-4BF7-8817-D2A4E4BF84B5}"/>
              </a:ext>
            </a:extLst>
          </p:cNvPr>
          <p:cNvSpPr>
            <a:spLocks noGrp="1"/>
          </p:cNvSpPr>
          <p:nvPr>
            <p:ph type="ftr" sz="quarter" idx="22"/>
          </p:nvPr>
        </p:nvSpPr>
        <p:spPr/>
        <p:txBody>
          <a:bodyPr/>
          <a:lstStyle/>
          <a:p>
            <a:r>
              <a:rPr lang="en-US"/>
              <a:t>Brown and Caldwell</a:t>
            </a:r>
          </a:p>
        </p:txBody>
      </p:sp>
      <p:sp>
        <p:nvSpPr>
          <p:cNvPr id="7" name="Slide Number Placeholder 6">
            <a:extLst>
              <a:ext uri="{FF2B5EF4-FFF2-40B4-BE49-F238E27FC236}">
                <a16:creationId xmlns:a16="http://schemas.microsoft.com/office/drawing/2014/main" id="{50761FD3-D350-4C4E-9BC4-21E0B3DD9462}"/>
              </a:ext>
            </a:extLst>
          </p:cNvPr>
          <p:cNvSpPr>
            <a:spLocks noGrp="1"/>
          </p:cNvSpPr>
          <p:nvPr>
            <p:ph type="sldNum" sz="quarter" idx="23"/>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3976114963"/>
      </p:ext>
    </p:extLst>
  </p:cSld>
  <p:clrMapOvr>
    <a:masterClrMapping/>
  </p:clrMapOvr>
  <p:extLst>
    <p:ext uri="{DCECCB84-F9BA-43D5-87BE-67443E8EF086}">
      <p15:sldGuideLst xmlns:p15="http://schemas.microsoft.com/office/powerpoint/2012/main">
        <p15:guide id="1" pos="2535">
          <p15:clr>
            <a:srgbClr val="FBAE40"/>
          </p15:clr>
        </p15:guide>
        <p15:guide id="2" pos="2765">
          <p15:clr>
            <a:srgbClr val="FBAE40"/>
          </p15:clr>
        </p15:guide>
        <p15:guide id="3" pos="4917">
          <p15:clr>
            <a:srgbClr val="FBAE40"/>
          </p15:clr>
        </p15:guide>
        <p15:guide id="4" pos="5146">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3-Column 1/3 Photo (lef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B0FA3B1-A112-475F-9DB2-50FE782C43F7}"/>
              </a:ext>
            </a:extLst>
          </p:cNvPr>
          <p:cNvSpPr>
            <a:spLocks noGrp="1"/>
          </p:cNvSpPr>
          <p:nvPr>
            <p:ph type="pic" sz="quarter" idx="16" hasCustomPrompt="1"/>
          </p:nvPr>
        </p:nvSpPr>
        <p:spPr>
          <a:xfrm>
            <a:off x="0" y="0"/>
            <a:ext cx="4024503" cy="6857999"/>
          </a:xfrm>
          <a:solidFill>
            <a:srgbClr val="C0CAC7"/>
          </a:solidFill>
          <a:ln>
            <a:noFill/>
          </a:ln>
        </p:spPr>
        <p:txBody>
          <a:bodyPr tIns="1371600"/>
          <a:lstStyle>
            <a:lvl1pPr marL="0" indent="0" algn="ctr">
              <a:buNone/>
              <a:defRPr>
                <a:solidFill>
                  <a:schemeClr val="bg1"/>
                </a:solidFill>
              </a:defRPr>
            </a:lvl1pPr>
          </a:lstStyle>
          <a:p>
            <a:r>
              <a:rPr lang="en-US"/>
              <a:t>PHOTO</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4386452" y="1782763"/>
            <a:ext cx="7195947" cy="438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0C286-EA41-4D0B-A536-6C95A9F879F6}"/>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6" name="Slide Number Placeholder 5">
            <a:extLst>
              <a:ext uri="{FF2B5EF4-FFF2-40B4-BE49-F238E27FC236}">
                <a16:creationId xmlns:a16="http://schemas.microsoft.com/office/drawing/2014/main" id="{2642C392-5579-4DF2-99B7-4D9E5BFF5198}"/>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D0F5DC89-AD84-481B-80CF-6892D0B5112F}"/>
              </a:ext>
            </a:extLst>
          </p:cNvPr>
          <p:cNvSpPr>
            <a:spLocks noGrp="1"/>
          </p:cNvSpPr>
          <p:nvPr>
            <p:ph type="title"/>
          </p:nvPr>
        </p:nvSpPr>
        <p:spPr>
          <a:xfrm>
            <a:off x="4386452" y="630777"/>
            <a:ext cx="7195948" cy="523220"/>
          </a:xfrm>
        </p:spPr>
        <p:txBody>
          <a:bodyPr/>
          <a:lstStyle/>
          <a:p>
            <a:r>
              <a:rPr lang="en-US"/>
              <a:t>Click to edit Master title style</a:t>
            </a:r>
          </a:p>
        </p:txBody>
      </p:sp>
    </p:spTree>
    <p:extLst>
      <p:ext uri="{BB962C8B-B14F-4D97-AF65-F5344CB8AC3E}">
        <p14:creationId xmlns:p14="http://schemas.microsoft.com/office/powerpoint/2010/main" val="479751634"/>
      </p:ext>
    </p:extLst>
  </p:cSld>
  <p:clrMapOvr>
    <a:masterClrMapping/>
  </p:clrMapOvr>
  <p:extLst>
    <p:ext uri="{DCECCB84-F9BA-43D5-87BE-67443E8EF086}">
      <p15:sldGuideLst xmlns:p15="http://schemas.microsoft.com/office/powerpoint/2012/main">
        <p15:guide id="1" pos="2534">
          <p15:clr>
            <a:srgbClr val="FBAE40"/>
          </p15:clr>
        </p15:guide>
        <p15:guide id="2" pos="276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3-Column 1/3 Photo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8171051" y="0"/>
            <a:ext cx="4020949" cy="6857998"/>
          </a:xfrm>
          <a:solidFill>
            <a:srgbClr val="C0CAC7"/>
          </a:solidFill>
        </p:spPr>
        <p:txBody>
          <a:bodyPr tIns="1371600"/>
          <a:lstStyle>
            <a:lvl1pPr marL="0" indent="0" algn="ctr">
              <a:buNone/>
              <a:defRPr>
                <a:solidFill>
                  <a:schemeClr val="bg1"/>
                </a:solidFill>
              </a:defRPr>
            </a:lvl1pPr>
          </a:lstStyle>
          <a:p>
            <a:r>
              <a:rPr lang="en-US"/>
              <a:t>PHOTO</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579" y="1782763"/>
            <a:ext cx="7195970" cy="4389437"/>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2FD19E30-E1CB-4A1D-BFAF-18064D58B276}"/>
              </a:ext>
            </a:extLst>
          </p:cNvPr>
          <p:cNvSpPr>
            <a:spLocks noGrp="1"/>
          </p:cNvSpPr>
          <p:nvPr>
            <p:ph type="title"/>
          </p:nvPr>
        </p:nvSpPr>
        <p:spPr>
          <a:xfrm>
            <a:off x="609579" y="630777"/>
            <a:ext cx="7195970" cy="523220"/>
          </a:xfrm>
        </p:spPr>
        <p:txBody>
          <a:bodyPr/>
          <a:lstStyle/>
          <a:p>
            <a:r>
              <a:rPr lang="en-US"/>
              <a:t>Click to edit Master title style</a:t>
            </a:r>
          </a:p>
        </p:txBody>
      </p:sp>
    </p:spTree>
    <p:extLst>
      <p:ext uri="{BB962C8B-B14F-4D97-AF65-F5344CB8AC3E}">
        <p14:creationId xmlns:p14="http://schemas.microsoft.com/office/powerpoint/2010/main" val="1287677416"/>
      </p:ext>
    </p:extLst>
  </p:cSld>
  <p:clrMapOvr>
    <a:masterClrMapping/>
  </p:clrMapOvr>
  <p:extLst>
    <p:ext uri="{DCECCB84-F9BA-43D5-87BE-67443E8EF086}">
      <p15:sldGuideLst xmlns:p15="http://schemas.microsoft.com/office/powerpoint/2012/main">
        <p15:guide id="1" pos="4917">
          <p15:clr>
            <a:srgbClr val="FBAE40"/>
          </p15:clr>
        </p15:guide>
        <p15:guide id="2" pos="514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3-Column 2/3 Objec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EE049-8CD2-4CFA-88AF-02B706EBF42C}"/>
              </a:ext>
            </a:extLst>
          </p:cNvPr>
          <p:cNvSpPr>
            <a:spLocks noGrp="1"/>
          </p:cNvSpPr>
          <p:nvPr>
            <p:ph idx="1" hasCustomPrompt="1"/>
          </p:nvPr>
        </p:nvSpPr>
        <p:spPr>
          <a:xfrm>
            <a:off x="0" y="0"/>
            <a:ext cx="7805737" cy="6858001"/>
          </a:xfrm>
          <a:noFill/>
        </p:spPr>
        <p:txBody>
          <a:bodyPr tIns="1371600"/>
          <a:lstStyle>
            <a:lvl1pPr marL="0" indent="0" algn="ctr">
              <a:buNone/>
              <a:defRPr sz="3200" cap="all" baseline="0">
                <a:solidFill>
                  <a:schemeClr val="bg2"/>
                </a:solidFill>
              </a:defRPr>
            </a:lvl1pPr>
            <a:lvl2pPr marL="342900" indent="0">
              <a:buNone/>
              <a:defRPr sz="2800"/>
            </a:lvl2pPr>
            <a:lvl3pPr marL="685800" indent="0">
              <a:buNone/>
              <a:defRPr sz="2400"/>
            </a:lvl3pPr>
            <a:lvl4pPr marL="1028700" indent="0">
              <a:buNone/>
              <a:defRPr sz="2000"/>
            </a:lvl4pPr>
            <a:lvl5pPr marL="1371600" indent="0">
              <a:buNone/>
              <a:defRPr sz="2000"/>
            </a:lvl5pPr>
            <a:lvl6pPr>
              <a:defRPr sz="2000"/>
            </a:lvl6pPr>
            <a:lvl7pPr>
              <a:defRPr sz="2000"/>
            </a:lvl7pPr>
            <a:lvl8pPr>
              <a:defRPr sz="2000"/>
            </a:lvl8pPr>
            <a:lvl9pPr>
              <a:defRPr sz="2000"/>
            </a:lvl9pPr>
          </a:lstStyle>
          <a:p>
            <a:pPr lvl="0"/>
            <a:r>
              <a:rPr lang="en-US"/>
              <a:t>Add Object</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8181895" y="2514600"/>
            <a:ext cx="3411538" cy="3657599"/>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3348212-BD3B-429B-854D-DCD29AC9B634}"/>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A49789-63B7-4EB2-9FC8-36229C782BBC}"/>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ABD905D8-0228-4BFC-8381-033CF0D94C0F}"/>
              </a:ext>
            </a:extLst>
          </p:cNvPr>
          <p:cNvSpPr>
            <a:spLocks noGrp="1"/>
          </p:cNvSpPr>
          <p:nvPr>
            <p:ph type="title"/>
          </p:nvPr>
        </p:nvSpPr>
        <p:spPr>
          <a:xfrm>
            <a:off x="8181894" y="457200"/>
            <a:ext cx="3411539" cy="1569660"/>
          </a:xfrm>
        </p:spPr>
        <p:txBody>
          <a:bodyPr wrap="square">
            <a:spAutoFit/>
          </a:bodyPr>
          <a:lstStyle/>
          <a:p>
            <a:r>
              <a:rPr lang="en-US"/>
              <a:t>Click to edit Master title style</a:t>
            </a:r>
          </a:p>
        </p:txBody>
      </p:sp>
    </p:spTree>
    <p:extLst>
      <p:ext uri="{BB962C8B-B14F-4D97-AF65-F5344CB8AC3E}">
        <p14:creationId xmlns:p14="http://schemas.microsoft.com/office/powerpoint/2010/main" val="2257423254"/>
      </p:ext>
    </p:extLst>
  </p:cSld>
  <p:clrMapOvr>
    <a:masterClrMapping/>
  </p:clrMapOvr>
  <p:extLst>
    <p:ext uri="{DCECCB84-F9BA-43D5-87BE-67443E8EF086}">
      <p15:sldGuideLst xmlns:p15="http://schemas.microsoft.com/office/powerpoint/2012/main">
        <p15:guide id="1" pos="2535">
          <p15:clr>
            <a:srgbClr val="FBAE40"/>
          </p15:clr>
        </p15:guide>
        <p15:guide id="2" pos="2763">
          <p15:clr>
            <a:srgbClr val="FBAE40"/>
          </p15:clr>
        </p15:guide>
        <p15:guide id="3" orient="horz" pos="1584">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3-Column 2/3 Object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EE049-8CD2-4CFA-88AF-02B706EBF42C}"/>
              </a:ext>
            </a:extLst>
          </p:cNvPr>
          <p:cNvSpPr>
            <a:spLocks noGrp="1"/>
          </p:cNvSpPr>
          <p:nvPr>
            <p:ph idx="1" hasCustomPrompt="1"/>
          </p:nvPr>
        </p:nvSpPr>
        <p:spPr>
          <a:xfrm>
            <a:off x="4386263" y="0"/>
            <a:ext cx="7805737" cy="6858001"/>
          </a:xfrm>
          <a:noFill/>
        </p:spPr>
        <p:txBody>
          <a:bodyPr tIns="1371600"/>
          <a:lstStyle>
            <a:lvl1pPr marL="0" indent="0" algn="ctr">
              <a:buNone/>
              <a:defRPr sz="3200" cap="all" baseline="0">
                <a:solidFill>
                  <a:schemeClr val="bg2"/>
                </a:solidFill>
              </a:defRPr>
            </a:lvl1pPr>
            <a:lvl2pPr marL="342900" indent="0">
              <a:buNone/>
              <a:defRPr sz="2800"/>
            </a:lvl2pPr>
            <a:lvl3pPr marL="685800" indent="0">
              <a:buNone/>
              <a:defRPr sz="2400"/>
            </a:lvl3pPr>
            <a:lvl4pPr marL="1028700" indent="0">
              <a:buNone/>
              <a:defRPr sz="2000"/>
            </a:lvl4pPr>
            <a:lvl5pPr marL="1371600" indent="0">
              <a:buNone/>
              <a:defRPr sz="2000"/>
            </a:lvl5pPr>
            <a:lvl6pPr>
              <a:defRPr sz="2000"/>
            </a:lvl6pPr>
            <a:lvl7pPr>
              <a:defRPr sz="2000"/>
            </a:lvl7pPr>
            <a:lvl8pPr>
              <a:defRPr sz="2000"/>
            </a:lvl8pPr>
            <a:lvl9pPr>
              <a:defRPr sz="2000"/>
            </a:lvl9pPr>
          </a:lstStyle>
          <a:p>
            <a:pPr lvl="0"/>
            <a:r>
              <a:rPr lang="en-US"/>
              <a:t>Add Object</a:t>
            </a:r>
          </a:p>
        </p:txBody>
      </p:sp>
      <p:sp>
        <p:nvSpPr>
          <p:cNvPr id="9" name="Text Placeholder 8">
            <a:extLst>
              <a:ext uri="{FF2B5EF4-FFF2-40B4-BE49-F238E27FC236}">
                <a16:creationId xmlns:a16="http://schemas.microsoft.com/office/drawing/2014/main" id="{69A833F8-A016-4158-9FFB-C2D53252C224}"/>
              </a:ext>
            </a:extLst>
          </p:cNvPr>
          <p:cNvSpPr>
            <a:spLocks noGrp="1"/>
          </p:cNvSpPr>
          <p:nvPr>
            <p:ph type="body" sz="quarter" idx="13"/>
          </p:nvPr>
        </p:nvSpPr>
        <p:spPr>
          <a:xfrm>
            <a:off x="609600" y="2514600"/>
            <a:ext cx="3411538" cy="3657599"/>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3348212-BD3B-429B-854D-DCD29AC9B634}"/>
              </a:ext>
            </a:extLst>
          </p:cNvPr>
          <p:cNvSpPr>
            <a:spLocks noGrp="1"/>
          </p:cNvSpPr>
          <p:nvPr>
            <p:ph type="ftr" sz="quarter" idx="14"/>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A49789-63B7-4EB2-9FC8-36229C782BBC}"/>
              </a:ext>
            </a:extLst>
          </p:cNvPr>
          <p:cNvSpPr>
            <a:spLocks noGrp="1"/>
          </p:cNvSpPr>
          <p:nvPr>
            <p:ph type="sldNum" sz="quarter" idx="15"/>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ABD905D8-0228-4BFC-8381-033CF0D94C0F}"/>
              </a:ext>
            </a:extLst>
          </p:cNvPr>
          <p:cNvSpPr>
            <a:spLocks noGrp="1"/>
          </p:cNvSpPr>
          <p:nvPr>
            <p:ph type="title"/>
          </p:nvPr>
        </p:nvSpPr>
        <p:spPr>
          <a:xfrm>
            <a:off x="609599" y="457200"/>
            <a:ext cx="3411539" cy="1569660"/>
          </a:xfrm>
        </p:spPr>
        <p:txBody>
          <a:bodyPr wrap="square">
            <a:spAutoFit/>
          </a:bodyPr>
          <a:lstStyle/>
          <a:p>
            <a:r>
              <a:rPr lang="en-US"/>
              <a:t>Click to edit Master title style</a:t>
            </a:r>
          </a:p>
        </p:txBody>
      </p:sp>
    </p:spTree>
    <p:extLst>
      <p:ext uri="{BB962C8B-B14F-4D97-AF65-F5344CB8AC3E}">
        <p14:creationId xmlns:p14="http://schemas.microsoft.com/office/powerpoint/2010/main" val="3185958066"/>
      </p:ext>
    </p:extLst>
  </p:cSld>
  <p:clrMapOvr>
    <a:masterClrMapping/>
  </p:clrMapOvr>
  <p:extLst>
    <p:ext uri="{DCECCB84-F9BA-43D5-87BE-67443E8EF086}">
      <p15:sldGuideLst xmlns:p15="http://schemas.microsoft.com/office/powerpoint/2012/main">
        <p15:guide id="1" pos="2535">
          <p15:clr>
            <a:srgbClr val="FBAE40"/>
          </p15:clr>
        </p15:guide>
        <p15:guide id="2" pos="2763">
          <p15:clr>
            <a:srgbClr val="FBAE40"/>
          </p15:clr>
        </p15:guide>
        <p15:guide id="3" orient="horz" pos="1584">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Column Callout (left)">
    <p:spTree>
      <p:nvGrpSpPr>
        <p:cNvPr id="1" name=""/>
        <p:cNvGrpSpPr/>
        <p:nvPr/>
      </p:nvGrpSpPr>
      <p:grpSpPr>
        <a:xfrm>
          <a:off x="0" y="0"/>
          <a:ext cx="0" cy="0"/>
          <a:chOff x="0" y="0"/>
          <a:chExt cx="0" cy="0"/>
        </a:xfrm>
      </p:grpSpPr>
      <p:sp>
        <p:nvSpPr>
          <p:cNvPr id="12" name="Gradient Background">
            <a:extLst>
              <a:ext uri="{FF2B5EF4-FFF2-40B4-BE49-F238E27FC236}">
                <a16:creationId xmlns:a16="http://schemas.microsoft.com/office/drawing/2014/main" id="{BEAABB75-61B7-47B8-3A3E-F6D7B877CB5E}"/>
              </a:ext>
            </a:extLst>
          </p:cNvPr>
          <p:cNvSpPr/>
          <p:nvPr userDrawn="1"/>
        </p:nvSpPr>
        <p:spPr>
          <a:xfrm rot="16200000" flipH="1">
            <a:off x="-1325877" y="1325880"/>
            <a:ext cx="6858000" cy="4206241"/>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462915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rgbClr val="909D93"/>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4629150" y="630777"/>
            <a:ext cx="6953250" cy="523220"/>
          </a:xfrm>
        </p:spPr>
        <p:txBody>
          <a:bodyPr wrap="square">
            <a:spAutoFit/>
          </a:bodyPr>
          <a:lstStyle/>
          <a:p>
            <a:r>
              <a:rPr lang="en-US"/>
              <a:t>Click to edit Master title style</a:t>
            </a:r>
          </a:p>
        </p:txBody>
      </p:sp>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53063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Tree>
    <p:extLst>
      <p:ext uri="{BB962C8B-B14F-4D97-AF65-F5344CB8AC3E}">
        <p14:creationId xmlns:p14="http://schemas.microsoft.com/office/powerpoint/2010/main" val="2407742762"/>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3-Column Callout (right)">
    <p:spTree>
      <p:nvGrpSpPr>
        <p:cNvPr id="1" name=""/>
        <p:cNvGrpSpPr/>
        <p:nvPr/>
      </p:nvGrpSpPr>
      <p:grpSpPr>
        <a:xfrm>
          <a:off x="0" y="0"/>
          <a:ext cx="0" cy="0"/>
          <a:chOff x="0" y="0"/>
          <a:chExt cx="0" cy="0"/>
        </a:xfrm>
      </p:grpSpPr>
      <p:sp>
        <p:nvSpPr>
          <p:cNvPr id="9" name="Gradient Background">
            <a:extLst>
              <a:ext uri="{FF2B5EF4-FFF2-40B4-BE49-F238E27FC236}">
                <a16:creationId xmlns:a16="http://schemas.microsoft.com/office/drawing/2014/main" id="{8DC3AF38-C599-75E2-33F7-6325D9BAA707}"/>
              </a:ext>
            </a:extLst>
          </p:cNvPr>
          <p:cNvSpPr/>
          <p:nvPr userDrawn="1"/>
        </p:nvSpPr>
        <p:spPr>
          <a:xfrm rot="16200000" flipH="1">
            <a:off x="6667500" y="1325881"/>
            <a:ext cx="6858000" cy="4206241"/>
          </a:xfrm>
          <a:prstGeom prst="rect">
            <a:avLst/>
          </a:prstGeom>
          <a:gradFill flip="none" rotWithShape="1">
            <a:gsLst>
              <a:gs pos="89000">
                <a:srgbClr val="76B043"/>
              </a:gs>
              <a:gs pos="0">
                <a:srgbClr val="478A57"/>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228600" tIns="228600" rIns="228600" bIns="228600" rtlCol="0" anchor="ctr">
            <a:noAutofit/>
          </a:bodyPr>
          <a:lstStyle/>
          <a:p>
            <a:pPr algn="ctr"/>
            <a:endParaRPr lang="en-US" sz="1400">
              <a:solidFill>
                <a:schemeClr val="bg1"/>
              </a:solidFill>
              <a:latin typeface="Franklin Gothic Demi Cond" panose="020B0706030402020204" pitchFamily="34" charset="0"/>
            </a:endParaRPr>
          </a:p>
        </p:txBody>
      </p:sp>
      <p:sp>
        <p:nvSpPr>
          <p:cNvPr id="3" name="Content Placeholder 2">
            <a:extLst>
              <a:ext uri="{FF2B5EF4-FFF2-40B4-BE49-F238E27FC236}">
                <a16:creationId xmlns:a16="http://schemas.microsoft.com/office/drawing/2014/main" id="{6F4B5453-CB92-44F5-851E-146E8C5215D0}"/>
              </a:ext>
            </a:extLst>
          </p:cNvPr>
          <p:cNvSpPr>
            <a:spLocks noGrp="1"/>
          </p:cNvSpPr>
          <p:nvPr>
            <p:ph sz="half" idx="1"/>
          </p:nvPr>
        </p:nvSpPr>
        <p:spPr>
          <a:xfrm>
            <a:off x="609600" y="1782763"/>
            <a:ext cx="6953250" cy="43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Diagonal Lines (white)" descr="Background pattern&#10;&#10;Description automatically generated">
            <a:extLst>
              <a:ext uri="{FF2B5EF4-FFF2-40B4-BE49-F238E27FC236}">
                <a16:creationId xmlns:a16="http://schemas.microsoft.com/office/drawing/2014/main" id="{DEC2AB5E-F70D-48BD-8B0B-D7331C336C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9493" r="4191"/>
          <a:stretch/>
        </p:blipFill>
        <p:spPr>
          <a:xfrm>
            <a:off x="8135745" y="0"/>
            <a:ext cx="4056255" cy="457752"/>
          </a:xfrm>
          <a:prstGeom prst="rect">
            <a:avLst/>
          </a:prstGeom>
        </p:spPr>
      </p:pic>
      <p:sp>
        <p:nvSpPr>
          <p:cNvPr id="11" name="Text Placeholder 10">
            <a:extLst>
              <a:ext uri="{FF2B5EF4-FFF2-40B4-BE49-F238E27FC236}">
                <a16:creationId xmlns:a16="http://schemas.microsoft.com/office/drawing/2014/main" id="{D85BD365-7A8F-42F9-9551-BDEB3F201164}"/>
              </a:ext>
            </a:extLst>
          </p:cNvPr>
          <p:cNvSpPr>
            <a:spLocks noGrp="1"/>
          </p:cNvSpPr>
          <p:nvPr>
            <p:ph type="body" sz="quarter" idx="13" hasCustomPrompt="1"/>
          </p:nvPr>
        </p:nvSpPr>
        <p:spPr>
          <a:xfrm>
            <a:off x="8516392" y="1782763"/>
            <a:ext cx="3066008" cy="1597360"/>
          </a:xfrm>
        </p:spPr>
        <p:txBody>
          <a:bodyPr wrap="square">
            <a:spAutoFit/>
          </a:bodyPr>
          <a:lstStyle>
            <a:lvl1pPr marL="0" indent="0">
              <a:lnSpc>
                <a:spcPct val="90000"/>
              </a:lnSpc>
              <a:spcBef>
                <a:spcPts val="300"/>
              </a:spcBef>
              <a:buNone/>
              <a:defRPr sz="3600">
                <a:solidFill>
                  <a:schemeClr val="bg1"/>
                </a:solidFill>
                <a:latin typeface="Franklin Gothic Medium Cond" panose="020B0606030402020204" pitchFamily="34" charset="0"/>
              </a:defRPr>
            </a:lvl1pPr>
            <a:lvl2pPr marL="0" indent="0">
              <a:lnSpc>
                <a:spcPct val="100000"/>
              </a:lnSpc>
              <a:spcBef>
                <a:spcPts val="1200"/>
              </a:spcBef>
              <a:spcAft>
                <a:spcPts val="0"/>
              </a:spcAft>
              <a:buNone/>
              <a:defRPr sz="2400" spc="-30" baseline="0">
                <a:solidFill>
                  <a:schemeClr val="bg1"/>
                </a:solidFill>
                <a:latin typeface="+mn-lt"/>
              </a:defRPr>
            </a:lvl2pPr>
            <a:lvl3pPr marL="0" indent="0">
              <a:lnSpc>
                <a:spcPct val="85000"/>
              </a:lnSpc>
              <a:spcBef>
                <a:spcPts val="300"/>
              </a:spcBef>
              <a:buNone/>
              <a:defRPr sz="3600">
                <a:solidFill>
                  <a:schemeClr val="bg1"/>
                </a:solidFill>
                <a:latin typeface="+mn-lt"/>
              </a:defRPr>
            </a:lvl3pPr>
            <a:lvl4pPr marL="1028700" indent="0">
              <a:lnSpc>
                <a:spcPct val="85000"/>
              </a:lnSpc>
              <a:spcBef>
                <a:spcPts val="300"/>
              </a:spcBef>
              <a:buNone/>
              <a:defRPr sz="2400">
                <a:solidFill>
                  <a:schemeClr val="bg1"/>
                </a:solidFill>
                <a:latin typeface="Franklin Gothic Medium Cond" panose="020B0606030402020204" pitchFamily="34" charset="0"/>
              </a:defRPr>
            </a:lvl4pPr>
            <a:lvl5pPr marL="1371600" indent="0">
              <a:lnSpc>
                <a:spcPct val="85000"/>
              </a:lnSpc>
              <a:spcBef>
                <a:spcPts val="300"/>
              </a:spcBef>
              <a:buNone/>
              <a:defRPr sz="2400">
                <a:solidFill>
                  <a:schemeClr val="bg1"/>
                </a:solidFill>
                <a:latin typeface="Franklin Gothic Medium Cond" panose="020B0606030402020204" pitchFamily="34" charset="0"/>
              </a:defRPr>
            </a:lvl5pPr>
          </a:lstStyle>
          <a:p>
            <a:pPr lvl="0"/>
            <a:r>
              <a:rPr lang="en-US"/>
              <a:t>Callout Box Master text styles</a:t>
            </a:r>
          </a:p>
          <a:p>
            <a:pPr lvl="1"/>
            <a:r>
              <a:rPr lang="en-US"/>
              <a:t>Second level</a:t>
            </a:r>
          </a:p>
        </p:txBody>
      </p:sp>
      <p:sp>
        <p:nvSpPr>
          <p:cNvPr id="5" name="Footer Placeholder 4">
            <a:extLst>
              <a:ext uri="{FF2B5EF4-FFF2-40B4-BE49-F238E27FC236}">
                <a16:creationId xmlns:a16="http://schemas.microsoft.com/office/drawing/2014/main" id="{F1B05A38-E03E-4619-9749-057E6FDF8C6F}"/>
              </a:ext>
            </a:extLst>
          </p:cNvPr>
          <p:cNvSpPr>
            <a:spLocks noGrp="1"/>
          </p:cNvSpPr>
          <p:nvPr>
            <p:ph type="ftr" sz="quarter" idx="14"/>
          </p:nvPr>
        </p:nvSpPr>
        <p:spPr/>
        <p:txBody>
          <a:bodyPr/>
          <a:lstStyle/>
          <a:p>
            <a:r>
              <a:rPr lang="en-US"/>
              <a:t>Brown and Caldwell</a:t>
            </a:r>
          </a:p>
        </p:txBody>
      </p:sp>
      <p:sp>
        <p:nvSpPr>
          <p:cNvPr id="6" name="Slide Number Placeholder 5">
            <a:extLst>
              <a:ext uri="{FF2B5EF4-FFF2-40B4-BE49-F238E27FC236}">
                <a16:creationId xmlns:a16="http://schemas.microsoft.com/office/drawing/2014/main" id="{B9D9AAE2-4265-4C81-BED5-48C94F4A53A3}"/>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
        <p:nvSpPr>
          <p:cNvPr id="4" name="Title 3">
            <a:extLst>
              <a:ext uri="{FF2B5EF4-FFF2-40B4-BE49-F238E27FC236}">
                <a16:creationId xmlns:a16="http://schemas.microsoft.com/office/drawing/2014/main" id="{C3C9F721-38D8-499E-BEFC-57D3680FF5C9}"/>
              </a:ext>
            </a:extLst>
          </p:cNvPr>
          <p:cNvSpPr>
            <a:spLocks noGrp="1"/>
          </p:cNvSpPr>
          <p:nvPr>
            <p:ph type="title"/>
          </p:nvPr>
        </p:nvSpPr>
        <p:spPr>
          <a:xfrm>
            <a:off x="609600" y="630777"/>
            <a:ext cx="6953250" cy="523220"/>
          </a:xfrm>
        </p:spPr>
        <p:txBody>
          <a:bodyPr wrap="square">
            <a:spAutoFit/>
          </a:bodyPr>
          <a:lstStyle/>
          <a:p>
            <a:r>
              <a:rPr lang="en-US"/>
              <a:t>Click to edit Master title style</a:t>
            </a:r>
          </a:p>
        </p:txBody>
      </p:sp>
    </p:spTree>
    <p:extLst>
      <p:ext uri="{BB962C8B-B14F-4D97-AF65-F5344CB8AC3E}">
        <p14:creationId xmlns:p14="http://schemas.microsoft.com/office/powerpoint/2010/main" val="3296665412"/>
      </p:ext>
    </p:extLst>
  </p:cSld>
  <p:clrMapOvr>
    <a:masterClrMapping/>
  </p:clrMapOvr>
  <p:extLst>
    <p:ext uri="{DCECCB84-F9BA-43D5-87BE-67443E8EF086}">
      <p15:sldGuideLst xmlns:p15="http://schemas.microsoft.com/office/powerpoint/2012/main">
        <p15:guide id="1" pos="5362">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Title 1">
            <a:extLst>
              <a:ext uri="{FF2B5EF4-FFF2-40B4-BE49-F238E27FC236}">
                <a16:creationId xmlns:a16="http://schemas.microsoft.com/office/drawing/2014/main" id="{9838D92B-2824-440C-8DE5-E2A9F6FE569A}"/>
              </a:ext>
            </a:extLst>
          </p:cNvPr>
          <p:cNvSpPr>
            <a:spLocks noGrp="1"/>
          </p:cNvSpPr>
          <p:nvPr>
            <p:ph type="title"/>
          </p:nvPr>
        </p:nvSpPr>
        <p:spPr>
          <a:xfrm>
            <a:off x="609600" y="463550"/>
            <a:ext cx="10972800" cy="523220"/>
          </a:xfrm>
        </p:spPr>
        <p:txBody>
          <a:bodyPr/>
          <a:lstStyle/>
          <a:p>
            <a:r>
              <a:rPr lang="en-US"/>
              <a:t>Click to edit Master title style</a:t>
            </a:r>
          </a:p>
        </p:txBody>
      </p:sp>
    </p:spTree>
    <p:extLst>
      <p:ext uri="{BB962C8B-B14F-4D97-AF65-F5344CB8AC3E}">
        <p14:creationId xmlns:p14="http://schemas.microsoft.com/office/powerpoint/2010/main" val="195672417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36628746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B0CE90-6157-4528-9C67-1071DE00A919}"/>
              </a:ext>
            </a:extLst>
          </p:cNvPr>
          <p:cNvSpPr>
            <a:spLocks noGrp="1"/>
          </p:cNvSpPr>
          <p:nvPr>
            <p:ph type="pic" sz="quarter" idx="16" hasCustomPrompt="1"/>
          </p:nvPr>
        </p:nvSpPr>
        <p:spPr>
          <a:xfrm>
            <a:off x="0" y="-1"/>
            <a:ext cx="12192000" cy="6857999"/>
          </a:xfrm>
          <a:solidFill>
            <a:srgbClr val="C0CAC7"/>
          </a:solidFill>
        </p:spPr>
        <p:txBody>
          <a:bodyPr tIns="1371600"/>
          <a:lstStyle>
            <a:lvl1pPr marL="0" indent="0" algn="ctr">
              <a:buNone/>
              <a:defRPr>
                <a:solidFill>
                  <a:schemeClr val="bg1"/>
                </a:solidFill>
              </a:defRPr>
            </a:lvl1pPr>
          </a:lstStyle>
          <a:p>
            <a:r>
              <a:rPr lang="en-US"/>
              <a:t>PHOTO</a:t>
            </a:r>
          </a:p>
        </p:txBody>
      </p:sp>
      <p:sp>
        <p:nvSpPr>
          <p:cNvPr id="4" name="Footer Placeholder 3">
            <a:extLst>
              <a:ext uri="{FF2B5EF4-FFF2-40B4-BE49-F238E27FC236}">
                <a16:creationId xmlns:a16="http://schemas.microsoft.com/office/drawing/2014/main" id="{AF2DE224-84A5-4DBF-9081-DB06A883F8F3}"/>
              </a:ext>
            </a:extLst>
          </p:cNvPr>
          <p:cNvSpPr>
            <a:spLocks noGrp="1"/>
          </p:cNvSpPr>
          <p:nvPr>
            <p:ph type="ftr" sz="quarter" idx="14"/>
          </p:nvPr>
        </p:nvSpPr>
        <p:spPr/>
        <p:txBody>
          <a:bodyPr/>
          <a:lstStyle>
            <a:lvl1pPr>
              <a:defRPr>
                <a:solidFill>
                  <a:schemeClr val="bg1">
                    <a:lumMod val="95000"/>
                  </a:schemeClr>
                </a:solidFill>
              </a:defRPr>
            </a:lvl1pPr>
          </a:lstStyle>
          <a:p>
            <a:r>
              <a:rPr lang="en-US"/>
              <a:t>Brown and Caldwell</a:t>
            </a:r>
          </a:p>
        </p:txBody>
      </p:sp>
      <p:sp>
        <p:nvSpPr>
          <p:cNvPr id="5" name="Slide Number Placeholder 4">
            <a:extLst>
              <a:ext uri="{FF2B5EF4-FFF2-40B4-BE49-F238E27FC236}">
                <a16:creationId xmlns:a16="http://schemas.microsoft.com/office/drawing/2014/main" id="{6EFDDDDB-EB89-4FE6-9F7E-7DD39AC9FD57}"/>
              </a:ext>
            </a:extLst>
          </p:cNvPr>
          <p:cNvSpPr>
            <a:spLocks noGrp="1"/>
          </p:cNvSpPr>
          <p:nvPr>
            <p:ph type="sldNum" sz="quarter" idx="15"/>
          </p:nvPr>
        </p:nvSpPr>
        <p:spPr/>
        <p:txBody>
          <a:bodyPr/>
          <a:lstStyle>
            <a:lvl1pPr>
              <a:defRPr>
                <a:solidFill>
                  <a:schemeClr val="bg1">
                    <a:lumMod val="95000"/>
                  </a:schemeClr>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184323444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Full Objec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082525F-B732-41A9-8E4C-95F73EBFD6BC}"/>
              </a:ext>
            </a:extLst>
          </p:cNvPr>
          <p:cNvSpPr>
            <a:spLocks noGrp="1"/>
          </p:cNvSpPr>
          <p:nvPr>
            <p:ph sz="quarter" idx="12" hasCustomPrompt="1"/>
          </p:nvPr>
        </p:nvSpPr>
        <p:spPr>
          <a:xfrm>
            <a:off x="0" y="0"/>
            <a:ext cx="12192000" cy="6858000"/>
          </a:xfrm>
          <a:noFill/>
        </p:spPr>
        <p:txBody>
          <a:bodyPr tIns="1371600"/>
          <a:lstStyle>
            <a:lvl1pPr marL="0" indent="0" algn="ctr">
              <a:buNone/>
              <a:defRPr>
                <a:solidFill>
                  <a:schemeClr val="bg2"/>
                </a:solidFill>
              </a:defRPr>
            </a:lvl1pPr>
          </a:lstStyle>
          <a:p>
            <a:pPr lvl="0"/>
            <a:r>
              <a:rPr lang="en-US"/>
              <a:t>OBJECT</a:t>
            </a:r>
          </a:p>
        </p:txBody>
      </p:sp>
      <p:sp>
        <p:nvSpPr>
          <p:cNvPr id="2" name="Footer Placeholder 1">
            <a:extLst>
              <a:ext uri="{FF2B5EF4-FFF2-40B4-BE49-F238E27FC236}">
                <a16:creationId xmlns:a16="http://schemas.microsoft.com/office/drawing/2014/main" id="{82D3E51D-3B97-4FE3-B397-0B64C5C7FC34}"/>
              </a:ext>
            </a:extLst>
          </p:cNvPr>
          <p:cNvSpPr>
            <a:spLocks noGrp="1"/>
          </p:cNvSpPr>
          <p:nvPr>
            <p:ph type="ftr" sz="quarter" idx="10"/>
          </p:nvPr>
        </p:nvSpPr>
        <p:spPr/>
        <p:txBody>
          <a:bodyPr/>
          <a:lstStyle/>
          <a:p>
            <a:r>
              <a:rPr lang="en-US"/>
              <a:t>Brown and Caldwell</a:t>
            </a:r>
          </a:p>
        </p:txBody>
      </p:sp>
      <p:sp>
        <p:nvSpPr>
          <p:cNvPr id="3" name="Slide Number Placeholder 2">
            <a:extLst>
              <a:ext uri="{FF2B5EF4-FFF2-40B4-BE49-F238E27FC236}">
                <a16:creationId xmlns:a16="http://schemas.microsoft.com/office/drawing/2014/main" id="{0CD227AB-51DC-44CE-891F-BDA1ACAD1F2C}"/>
              </a:ext>
            </a:extLst>
          </p:cNvPr>
          <p:cNvSpPr>
            <a:spLocks noGrp="1"/>
          </p:cNvSpPr>
          <p:nvPr>
            <p:ph type="sldNum" sz="quarter" idx="11"/>
          </p:nvPr>
        </p:nvSpPr>
        <p:spPr/>
        <p:txBody>
          <a:bodyPr/>
          <a:lstStyle/>
          <a:p>
            <a:fld id="{04E9CEDC-B5D7-4E9A-BA46-5FD30BEA372C}" type="slidenum">
              <a:rPr lang="en-US" smtClean="0"/>
              <a:pPr/>
              <a:t>‹#›</a:t>
            </a:fld>
            <a:endParaRPr lang="en-US"/>
          </a:p>
        </p:txBody>
      </p:sp>
    </p:spTree>
    <p:extLst>
      <p:ext uri="{BB962C8B-B14F-4D97-AF65-F5344CB8AC3E}">
        <p14:creationId xmlns:p14="http://schemas.microsoft.com/office/powerpoint/2010/main" val="298427850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600200"/>
            <a:ext cx="11379200" cy="4800600"/>
          </a:xfrm>
        </p:spPr>
        <p:txBody>
          <a:bodyPr lIns="0" tIns="0">
            <a:normAutofit/>
          </a:bodyPr>
          <a:lstStyle>
            <a:lvl1pPr>
              <a:buClr>
                <a:schemeClr val="accent5"/>
              </a:buClr>
              <a:defRPr b="0">
                <a:solidFill>
                  <a:schemeClr val="tx1">
                    <a:lumMod val="75000"/>
                    <a:lumOff val="25000"/>
                  </a:schemeClr>
                </a:solidFill>
                <a:latin typeface="Franklin Gothic Book" pitchFamily="34" charset="0"/>
              </a:defRPr>
            </a:lvl1pPr>
            <a:lvl2pPr>
              <a:buClr>
                <a:schemeClr val="accent5"/>
              </a:buClr>
              <a:defRPr b="0">
                <a:solidFill>
                  <a:schemeClr val="tx1">
                    <a:lumMod val="75000"/>
                    <a:lumOff val="25000"/>
                  </a:schemeClr>
                </a:solidFill>
                <a:latin typeface="Franklin Gothic Book" pitchFamily="34" charset="0"/>
              </a:defRPr>
            </a:lvl2pPr>
            <a:lvl3pPr>
              <a:buClr>
                <a:schemeClr val="accent5"/>
              </a:buClr>
              <a:defRPr b="0">
                <a:solidFill>
                  <a:schemeClr val="tx1">
                    <a:lumMod val="75000"/>
                    <a:lumOff val="25000"/>
                  </a:schemeClr>
                </a:solidFill>
                <a:latin typeface="Franklin Gothic Book" pitchFamily="34" charset="0"/>
              </a:defRPr>
            </a:lvl3pPr>
            <a:lvl4pPr>
              <a:buClr>
                <a:schemeClr val="accent5"/>
              </a:buClr>
              <a:defRPr b="0">
                <a:solidFill>
                  <a:schemeClr val="tx1">
                    <a:lumMod val="75000"/>
                    <a:lumOff val="25000"/>
                  </a:schemeClr>
                </a:solidFill>
                <a:latin typeface="Franklin Gothic Book" pitchFamily="34" charset="0"/>
              </a:defRPr>
            </a:lvl4pPr>
            <a:lvl5pPr>
              <a:buClr>
                <a:srgbClr val="7C93A0"/>
              </a:buClr>
              <a:defRPr b="0">
                <a:solidFill>
                  <a:schemeClr val="tx1">
                    <a:lumMod val="95000"/>
                    <a:lumOff val="5000"/>
                  </a:schemeClr>
                </a:solidFill>
                <a:latin typeface="Franklin Gothic Book" pitchFamily="34" charset="0"/>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Rectangle 4"/>
          <p:cNvSpPr>
            <a:spLocks noGrp="1" noChangeArrowheads="1"/>
          </p:cNvSpPr>
          <p:nvPr>
            <p:ph type="title"/>
          </p:nvPr>
        </p:nvSpPr>
        <p:spPr bwMode="auto">
          <a:xfrm>
            <a:off x="406401" y="457200"/>
            <a:ext cx="11379201" cy="914400"/>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normAutofit/>
          </a:bodyPr>
          <a:lstStyle>
            <a:lvl1pPr>
              <a:defRPr>
                <a:solidFill>
                  <a:schemeClr val="tx1">
                    <a:lumMod val="85000"/>
                    <a:lumOff val="15000"/>
                  </a:schemeClr>
                </a:solidFill>
                <a:latin typeface="Franklin Gothic Medium" panose="020B0603020102020204" pitchFamily="34" charset="0"/>
              </a:defRPr>
            </a:lvl1pPr>
          </a:lstStyle>
          <a:p>
            <a:pPr lvl="0"/>
            <a:r>
              <a:rPr lang="en-US"/>
              <a:t>Click to edit Master title style</a:t>
            </a:r>
          </a:p>
        </p:txBody>
      </p:sp>
      <p:sp>
        <p:nvSpPr>
          <p:cNvPr id="6" name="Footer Placeholder 9"/>
          <p:cNvSpPr>
            <a:spLocks noGrp="1"/>
          </p:cNvSpPr>
          <p:nvPr>
            <p:ph type="ftr" sz="quarter" idx="3"/>
          </p:nvPr>
        </p:nvSpPr>
        <p:spPr>
          <a:xfrm>
            <a:off x="4064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a:t>
            </a:r>
          </a:p>
        </p:txBody>
      </p:sp>
      <p:sp>
        <p:nvSpPr>
          <p:cNvPr id="8"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3885754637"/>
      </p:ext>
    </p:extLst>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1_1:2">
    <p:spTree>
      <p:nvGrpSpPr>
        <p:cNvPr id="1" name=""/>
        <p:cNvGrpSpPr/>
        <p:nvPr/>
      </p:nvGrpSpPr>
      <p:grpSpPr>
        <a:xfrm>
          <a:off x="0" y="0"/>
          <a:ext cx="0" cy="0"/>
          <a:chOff x="0" y="0"/>
          <a:chExt cx="0" cy="0"/>
        </a:xfrm>
      </p:grpSpPr>
      <p:sp>
        <p:nvSpPr>
          <p:cNvPr id="38" name="Content Placeholder 37"/>
          <p:cNvSpPr>
            <a:spLocks noGrp="1"/>
          </p:cNvSpPr>
          <p:nvPr>
            <p:ph sz="quarter" idx="15"/>
          </p:nvPr>
        </p:nvSpPr>
        <p:spPr>
          <a:xfrm>
            <a:off x="914400" y="2438400"/>
            <a:ext cx="3048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7"/>
          <p:cNvSpPr>
            <a:spLocks noGrp="1"/>
          </p:cNvSpPr>
          <p:nvPr>
            <p:ph sz="quarter" idx="17"/>
          </p:nvPr>
        </p:nvSpPr>
        <p:spPr>
          <a:xfrm>
            <a:off x="4572000" y="2438400"/>
            <a:ext cx="67056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30"/>
          </p:nvPr>
        </p:nvSpPr>
        <p:spPr>
          <a:xfrm>
            <a:off x="4572000" y="5486400"/>
            <a:ext cx="6705600" cy="457200"/>
          </a:xfrm>
        </p:spPr>
        <p:txBody>
          <a:bodyPr/>
          <a:lstStyle/>
          <a:p>
            <a:pPr lvl="0"/>
            <a:r>
              <a:rPr lang="en-US"/>
              <a:t>Click to edit Master text styles</a:t>
            </a:r>
          </a:p>
        </p:txBody>
      </p:sp>
      <p:sp>
        <p:nvSpPr>
          <p:cNvPr id="8" name="Title Placeholder 1"/>
          <p:cNvSpPr>
            <a:spLocks noGrp="1"/>
          </p:cNvSpPr>
          <p:nvPr>
            <p:ph type="title"/>
          </p:nvPr>
        </p:nvSpPr>
        <p:spPr>
          <a:xfrm>
            <a:off x="914400" y="1085851"/>
            <a:ext cx="10363200" cy="772633"/>
          </a:xfrm>
          <a:prstGeom prst="rect">
            <a:avLst/>
          </a:prstGeom>
        </p:spPr>
        <p:txBody>
          <a:bodyPr vert="horz" lIns="0" tIns="0" rIns="0" bIns="0" rtlCol="0" anchor="t">
            <a:noAutofit/>
          </a:bodyPr>
          <a:lstStyle/>
          <a:p>
            <a:r>
              <a:rPr lang="en-US"/>
              <a:t>Click to edit Master title style</a:t>
            </a:r>
          </a:p>
        </p:txBody>
      </p:sp>
      <p:sp>
        <p:nvSpPr>
          <p:cNvPr id="10" name="Text Placeholder 2"/>
          <p:cNvSpPr>
            <a:spLocks noGrp="1"/>
          </p:cNvSpPr>
          <p:nvPr>
            <p:ph type="body" idx="28" hasCustomPrompt="1"/>
          </p:nvPr>
        </p:nvSpPr>
        <p:spPr>
          <a:xfrm>
            <a:off x="914400" y="457201"/>
            <a:ext cx="10363200" cy="499573"/>
          </a:xfrm>
        </p:spPr>
        <p:txBody>
          <a:bodyPr anchor="b"/>
          <a:lstStyle>
            <a:lvl1pPr marL="0" indent="0">
              <a:lnSpc>
                <a:spcPct val="85000"/>
              </a:lnSpc>
              <a:spcBef>
                <a:spcPts val="0"/>
              </a:spcBef>
              <a:spcAft>
                <a:spcPts val="0"/>
              </a:spcAft>
              <a:buNone/>
              <a:defRPr sz="1600" b="0">
                <a:solidFill>
                  <a:schemeClr val="accent3"/>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1209259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Blank with Diagonal">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8FDD56-EDA3-49A5-8655-DFC639D255E9}"/>
              </a:ext>
            </a:extLst>
          </p:cNvPr>
          <p:cNvSpPr>
            <a:spLocks noGrp="1"/>
          </p:cNvSpPr>
          <p:nvPr>
            <p:ph type="ftr" sz="quarter" idx="10"/>
          </p:nvPr>
        </p:nvSpPr>
        <p:spPr/>
        <p:txBody>
          <a:bodyPr/>
          <a:lstStyle/>
          <a:p>
            <a:r>
              <a:rPr lang="en-US"/>
              <a:t>Brown and Caldwell</a:t>
            </a:r>
          </a:p>
        </p:txBody>
      </p:sp>
      <p:sp>
        <p:nvSpPr>
          <p:cNvPr id="4" name="Slide Number Placeholder 3">
            <a:extLst>
              <a:ext uri="{FF2B5EF4-FFF2-40B4-BE49-F238E27FC236}">
                <a16:creationId xmlns:a16="http://schemas.microsoft.com/office/drawing/2014/main" id="{B8072B99-C742-4979-9607-30D538F11379}"/>
              </a:ext>
            </a:extLst>
          </p:cNvPr>
          <p:cNvSpPr>
            <a:spLocks noGrp="1"/>
          </p:cNvSpPr>
          <p:nvPr>
            <p:ph type="sldNum" sz="quarter" idx="11"/>
          </p:nvPr>
        </p:nvSpPr>
        <p:spPr/>
        <p:txBody>
          <a:bodyPr/>
          <a:lstStyle/>
          <a:p>
            <a:fld id="{04E9CEDC-B5D7-4E9A-BA46-5FD30BEA372C}" type="slidenum">
              <a:rPr lang="en-US" smtClean="0"/>
              <a:pPr/>
              <a:t>‹#›</a:t>
            </a:fld>
            <a:endParaRPr lang="en-US"/>
          </a:p>
        </p:txBody>
      </p:sp>
      <p:sp>
        <p:nvSpPr>
          <p:cNvPr id="2" name="Rectangle 1">
            <a:extLst>
              <a:ext uri="{FF2B5EF4-FFF2-40B4-BE49-F238E27FC236}">
                <a16:creationId xmlns:a16="http://schemas.microsoft.com/office/drawing/2014/main" id="{D9A79FA9-73A7-4C67-8309-EF26740CE824}"/>
              </a:ext>
            </a:extLst>
          </p:cNvPr>
          <p:cNvSpPr/>
          <p:nvPr userDrawn="1"/>
        </p:nvSpPr>
        <p:spPr>
          <a:xfrm>
            <a:off x="0" y="0"/>
            <a:ext cx="1828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90618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Comparison Layout">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0A5B234D-9420-364E-BC8E-2BFA1DDBF963}"/>
              </a:ext>
            </a:extLst>
          </p:cNvPr>
          <p:cNvSpPr>
            <a:spLocks noGrp="1"/>
          </p:cNvSpPr>
          <p:nvPr>
            <p:ph type="sldNum" sz="quarter" idx="10"/>
          </p:nvPr>
        </p:nvSpPr>
        <p:spPr/>
        <p:txBody>
          <a:bodyPr/>
          <a:lstStyle/>
          <a:p>
            <a:fld id="{5D849C46-704F-5D4E-A697-11855DDE017B}" type="slidenum">
              <a:rPr lang="en-US" smtClean="0"/>
              <a:pPr/>
              <a:t>‹#›</a:t>
            </a:fld>
            <a:endParaRPr lang="en-US"/>
          </a:p>
        </p:txBody>
      </p:sp>
      <p:sp>
        <p:nvSpPr>
          <p:cNvPr id="19" name="Title 18">
            <a:extLst>
              <a:ext uri="{FF2B5EF4-FFF2-40B4-BE49-F238E27FC236}">
                <a16:creationId xmlns:a16="http://schemas.microsoft.com/office/drawing/2014/main" id="{3C9232B9-4C9A-5B46-950F-2103E30AE684}"/>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885386B1-AFC7-D148-B0EB-7BC860BEE4EC}"/>
              </a:ext>
            </a:extLst>
          </p:cNvPr>
          <p:cNvSpPr>
            <a:spLocks noGrp="1"/>
          </p:cNvSpPr>
          <p:nvPr>
            <p:ph type="body" sz="quarter" idx="11"/>
          </p:nvPr>
        </p:nvSpPr>
        <p:spPr>
          <a:xfrm>
            <a:off x="381000" y="1203459"/>
            <a:ext cx="11430000" cy="2113899"/>
          </a:xfrm>
        </p:spPr>
        <p:txBody>
          <a:bodyPr/>
          <a:lstStyle>
            <a:lvl1pPr marL="0" indent="0">
              <a:buNone/>
              <a:defRPr sz="1600" b="0"/>
            </a:lvl1pPr>
          </a:lstStyle>
          <a:p>
            <a:pPr lvl="0"/>
            <a:r>
              <a:rPr lang="en-US"/>
              <a:t>Click to edit Master text styles</a:t>
            </a:r>
          </a:p>
        </p:txBody>
      </p:sp>
      <p:sp>
        <p:nvSpPr>
          <p:cNvPr id="5" name="Picture Placeholder 4">
            <a:extLst>
              <a:ext uri="{FF2B5EF4-FFF2-40B4-BE49-F238E27FC236}">
                <a16:creationId xmlns:a16="http://schemas.microsoft.com/office/drawing/2014/main" id="{757B2BFF-BBFB-4C42-A7EB-2BA4690F57A8}"/>
              </a:ext>
            </a:extLst>
          </p:cNvPr>
          <p:cNvSpPr>
            <a:spLocks noGrp="1"/>
          </p:cNvSpPr>
          <p:nvPr>
            <p:ph type="pic" sz="quarter" idx="12"/>
          </p:nvPr>
        </p:nvSpPr>
        <p:spPr>
          <a:xfrm>
            <a:off x="381000" y="3578281"/>
            <a:ext cx="11430000" cy="2556706"/>
          </a:xfrm>
        </p:spPr>
        <p:txBody>
          <a:bodyPr/>
          <a:lstStyle/>
          <a:p>
            <a:endParaRPr lang="en-US"/>
          </a:p>
        </p:txBody>
      </p:sp>
    </p:spTree>
    <p:extLst>
      <p:ext uri="{BB962C8B-B14F-4D97-AF65-F5344CB8AC3E}">
        <p14:creationId xmlns:p14="http://schemas.microsoft.com/office/powerpoint/2010/main" val="110028883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558229"/>
            <a:ext cx="10972320" cy="575542"/>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latin typeface="Arial"/>
            </a:endParaRPr>
          </a:p>
        </p:txBody>
      </p:sp>
    </p:spTree>
    <p:extLst>
      <p:ext uri="{BB962C8B-B14F-4D97-AF65-F5344CB8AC3E}">
        <p14:creationId xmlns:p14="http://schemas.microsoft.com/office/powerpoint/2010/main" val="193266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theme" Target="../theme/theme3.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image" Target="../media/image7.png"/><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image" Target="../media/image1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5" Type="http://schemas.openxmlformats.org/officeDocument/2006/relationships/slideLayout" Target="../slideLayouts/slideLayout77.xml"/><Relationship Id="rId10" Type="http://schemas.openxmlformats.org/officeDocument/2006/relationships/theme" Target="../theme/theme5.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image" Target="../media/image1.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theme" Target="../theme/theme6.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theme" Target="../theme/theme7.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slideLayout" Target="../slideLayouts/slideLayout115.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3.xml"/><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image" Target="../media/image1.png"/><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B1A38-2457-4851-B3BA-5786C4AFC3DB}"/>
              </a:ext>
            </a:extLst>
          </p:cNvPr>
          <p:cNvSpPr>
            <a:spLocks noGrp="1"/>
          </p:cNvSpPr>
          <p:nvPr>
            <p:ph type="title"/>
          </p:nvPr>
        </p:nvSpPr>
        <p:spPr>
          <a:xfrm>
            <a:off x="609600" y="630777"/>
            <a:ext cx="10972800" cy="523220"/>
          </a:xfrm>
          <a:prstGeom prst="rect">
            <a:avLst/>
          </a:prstGeom>
        </p:spPr>
        <p:txBody>
          <a:bodyPr vert="horz"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A357D84B-2C97-4DAB-BA8B-63DC5A94D40B}"/>
              </a:ext>
            </a:extLst>
          </p:cNvPr>
          <p:cNvSpPr>
            <a:spLocks noGrp="1"/>
          </p:cNvSpPr>
          <p:nvPr>
            <p:ph type="body" idx="1"/>
          </p:nvPr>
        </p:nvSpPr>
        <p:spPr>
          <a:xfrm>
            <a:off x="609600" y="1782762"/>
            <a:ext cx="10972800" cy="438766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Diagonal Lines">
            <a:extLst>
              <a:ext uri="{FF2B5EF4-FFF2-40B4-BE49-F238E27FC236}">
                <a16:creationId xmlns:a16="http://schemas.microsoft.com/office/drawing/2014/main" id="{F5080928-5EC4-4FC8-9166-48DB46ADB19A}"/>
              </a:ext>
            </a:extLst>
          </p:cNvPr>
          <p:cNvPicPr>
            <a:picLocks noChangeAspect="1"/>
          </p:cNvPicPr>
          <p:nvPr userDrawn="1"/>
        </p:nvPicPr>
        <p:blipFill rotWithShape="1">
          <a:blip r:embed="rId29"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cxnSp>
        <p:nvCxnSpPr>
          <p:cNvPr id="8" name="Anchor Line (Gray)">
            <a:extLst>
              <a:ext uri="{FF2B5EF4-FFF2-40B4-BE49-F238E27FC236}">
                <a16:creationId xmlns:a16="http://schemas.microsoft.com/office/drawing/2014/main" id="{BD038ED5-05EB-49DE-9D27-D343B88DF3EC}"/>
              </a:ext>
            </a:extLst>
          </p:cNvPr>
          <p:cNvCxnSpPr>
            <a:cxnSpLocks/>
          </p:cNvCxnSpPr>
          <p:nvPr userDrawn="1"/>
        </p:nvCxnSpPr>
        <p:spPr bwMode="auto">
          <a:xfrm>
            <a:off x="609600" y="47565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9" name="Footer Placeholder 4">
            <a:extLst>
              <a:ext uri="{FF2B5EF4-FFF2-40B4-BE49-F238E27FC236}">
                <a16:creationId xmlns:a16="http://schemas.microsoft.com/office/drawing/2014/main" id="{B73F740A-53D1-48E1-8BBA-9F05C4044F9C}"/>
              </a:ext>
            </a:extLst>
          </p:cNvPr>
          <p:cNvSpPr>
            <a:spLocks noGrp="1"/>
          </p:cNvSpPr>
          <p:nvPr>
            <p:ph type="ftr" sz="quarter" idx="3"/>
          </p:nvPr>
        </p:nvSpPr>
        <p:spPr>
          <a:xfrm>
            <a:off x="609600" y="6356350"/>
            <a:ext cx="7191756" cy="365125"/>
          </a:xfrm>
          <a:prstGeom prst="rect">
            <a:avLst/>
          </a:prstGeom>
        </p:spPr>
        <p:txBody>
          <a:bodyPr vert="horz" lIns="0" tIns="0" rIns="0" bIns="0" rtlCol="0" anchor="ctr"/>
          <a:lstStyle>
            <a:lvl1pPr algn="l">
              <a:defRPr sz="1050">
                <a:solidFill>
                  <a:srgbClr val="909D93"/>
                </a:solidFill>
              </a:defRPr>
            </a:lvl1pPr>
          </a:lstStyle>
          <a:p>
            <a:r>
              <a:rPr lang="en-US"/>
              <a:t>Brown and Caldwell</a:t>
            </a:r>
          </a:p>
        </p:txBody>
      </p:sp>
      <p:sp>
        <p:nvSpPr>
          <p:cNvPr id="10" name="Slide Number Placeholder 5">
            <a:extLst>
              <a:ext uri="{FF2B5EF4-FFF2-40B4-BE49-F238E27FC236}">
                <a16:creationId xmlns:a16="http://schemas.microsoft.com/office/drawing/2014/main" id="{FBFFBE9B-4241-43ED-BD46-602B414CD924}"/>
              </a:ext>
            </a:extLst>
          </p:cNvPr>
          <p:cNvSpPr>
            <a:spLocks noGrp="1"/>
          </p:cNvSpPr>
          <p:nvPr>
            <p:ph type="sldNum" sz="quarter" idx="4"/>
          </p:nvPr>
        </p:nvSpPr>
        <p:spPr>
          <a:xfrm>
            <a:off x="8610600" y="6356350"/>
            <a:ext cx="2971800" cy="365125"/>
          </a:xfrm>
          <a:prstGeom prst="rect">
            <a:avLst/>
          </a:prstGeom>
        </p:spPr>
        <p:txBody>
          <a:bodyPr vert="horz" lIns="0" tIns="0" rIns="0" bIns="0" rtlCol="0" anchor="ctr"/>
          <a:lstStyle>
            <a:lvl1pPr algn="r">
              <a:defRPr sz="1050">
                <a:solidFill>
                  <a:srgbClr val="909D93"/>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2669621562"/>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740" r:id="rId3"/>
    <p:sldLayoutId id="2147483739" r:id="rId4"/>
    <p:sldLayoutId id="2147483741" r:id="rId5"/>
    <p:sldLayoutId id="2147483709" r:id="rId6"/>
    <p:sldLayoutId id="2147483706" r:id="rId7"/>
    <p:sldLayoutId id="2147483736" r:id="rId8"/>
    <p:sldLayoutId id="2147483702" r:id="rId9"/>
    <p:sldLayoutId id="2147483704" r:id="rId10"/>
    <p:sldLayoutId id="2147483703" r:id="rId11"/>
    <p:sldLayoutId id="2147483705" r:id="rId12"/>
    <p:sldLayoutId id="2147483654" r:id="rId13"/>
    <p:sldLayoutId id="2147483727" r:id="rId14"/>
    <p:sldLayoutId id="2147483655" r:id="rId15"/>
    <p:sldLayoutId id="2147483737" r:id="rId16"/>
    <p:sldLayoutId id="2147483738" r:id="rId17"/>
    <p:sldLayoutId id="2147483726" r:id="rId18"/>
    <p:sldLayoutId id="2147483743" r:id="rId19"/>
    <p:sldLayoutId id="2147483876" r:id="rId20"/>
    <p:sldLayoutId id="2147483877" r:id="rId21"/>
    <p:sldLayoutId id="2147483878" r:id="rId22"/>
    <p:sldLayoutId id="2147483879" r:id="rId23"/>
    <p:sldLayoutId id="2147483880" r:id="rId24"/>
    <p:sldLayoutId id="2147483881" r:id="rId25"/>
    <p:sldLayoutId id="2147483882" r:id="rId26"/>
    <p:sldLayoutId id="2147483883" r:id="rId27"/>
  </p:sldLayoutIdLst>
  <p:hf hdr="0" dt="0"/>
  <p:txStyles>
    <p:titleStyle>
      <a:lvl1pPr algn="l" defTabSz="914400" rtl="0" eaLnBrk="1" latinLnBrk="0" hangingPunct="1">
        <a:lnSpc>
          <a:spcPct val="85000"/>
        </a:lnSpc>
        <a:spcBef>
          <a:spcPct val="0"/>
        </a:spcBef>
        <a:buNone/>
        <a:defRPr sz="4000" kern="1200" spc="-50" baseline="0">
          <a:solidFill>
            <a:schemeClr val="tx1"/>
          </a:solidFill>
          <a:latin typeface="+mn-lt"/>
          <a:ea typeface="+mj-ea"/>
          <a:cs typeface="+mj-cs"/>
        </a:defRPr>
      </a:lvl1pPr>
    </p:titleStyle>
    <p:bodyStyle>
      <a:lvl1pPr marL="2286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800" kern="1200">
          <a:solidFill>
            <a:schemeClr val="tx1"/>
          </a:solidFill>
          <a:latin typeface="+mn-lt"/>
          <a:ea typeface="+mn-ea"/>
          <a:cs typeface="+mn-cs"/>
        </a:defRPr>
      </a:lvl1pPr>
      <a:lvl2pPr marL="5715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400" kern="1200">
          <a:solidFill>
            <a:schemeClr val="tx1"/>
          </a:solidFill>
          <a:latin typeface="+mn-lt"/>
          <a:ea typeface="+mn-ea"/>
          <a:cs typeface="+mn-cs"/>
        </a:defRPr>
      </a:lvl2pPr>
      <a:lvl3pPr marL="9144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000" kern="1200">
          <a:solidFill>
            <a:schemeClr val="tx1"/>
          </a:solidFill>
          <a:latin typeface="+mn-lt"/>
          <a:ea typeface="+mn-ea"/>
          <a:cs typeface="+mn-cs"/>
        </a:defRPr>
      </a:lvl3pPr>
      <a:lvl4pPr marL="12573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84" userDrawn="1">
          <p15:clr>
            <a:srgbClr val="F26B43"/>
          </p15:clr>
        </p15:guide>
        <p15:guide id="4" orient="horz" pos="396" userDrawn="1">
          <p15:clr>
            <a:srgbClr val="F26B43"/>
          </p15:clr>
        </p15:guide>
        <p15:guide id="5" orient="horz" pos="3888" userDrawn="1">
          <p15:clr>
            <a:srgbClr val="F26B43"/>
          </p15:clr>
        </p15:guide>
        <p15:guide id="6" pos="7296" userDrawn="1">
          <p15:clr>
            <a:srgbClr val="F26B43"/>
          </p15:clr>
        </p15:guide>
        <p15:guide id="7" orient="horz" pos="1123" userDrawn="1">
          <p15:clr>
            <a:srgbClr val="F26B43"/>
          </p15:clr>
        </p15:guide>
        <p15:guide id="8"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F3F39-9F52-4863-9545-D4F08495D39B}"/>
              </a:ext>
            </a:extLst>
          </p:cNvPr>
          <p:cNvSpPr>
            <a:spLocks noGrp="1"/>
          </p:cNvSpPr>
          <p:nvPr>
            <p:ph type="title"/>
          </p:nvPr>
        </p:nvSpPr>
        <p:spPr>
          <a:xfrm>
            <a:off x="609600" y="1529394"/>
            <a:ext cx="10972800" cy="1472885"/>
          </a:xfrm>
          <a:prstGeom prst="rect">
            <a:avLst/>
          </a:prstGeom>
        </p:spPr>
        <p:txBody>
          <a:bodyPr vert="horz" lIns="0" tIns="0" rIns="0" bIns="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9FFE5084-3636-4DCE-B40B-6CFA3A29BBB5}"/>
              </a:ext>
            </a:extLst>
          </p:cNvPr>
          <p:cNvSpPr>
            <a:spLocks noGrp="1"/>
          </p:cNvSpPr>
          <p:nvPr>
            <p:ph type="body" idx="1"/>
          </p:nvPr>
        </p:nvSpPr>
        <p:spPr>
          <a:xfrm>
            <a:off x="609600" y="3429000"/>
            <a:ext cx="10972800" cy="1981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703319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9" r:id="rId3"/>
    <p:sldLayoutId id="2147483671" r:id="rId4"/>
    <p:sldLayoutId id="2147483673" r:id="rId5"/>
    <p:sldLayoutId id="2147483728" r:id="rId6"/>
    <p:sldLayoutId id="2147483729" r:id="rId7"/>
    <p:sldLayoutId id="2147483730" r:id="rId8"/>
    <p:sldLayoutId id="2147483735" r:id="rId9"/>
    <p:sldLayoutId id="2147483777" r:id="rId10"/>
    <p:sldLayoutId id="2147483859" r:id="rId11"/>
    <p:sldLayoutId id="2147483860" r:id="rId12"/>
    <p:sldLayoutId id="2147483861" r:id="rId13"/>
    <p:sldLayoutId id="2147483862" r:id="rId14"/>
  </p:sldLayoutIdLst>
  <p:hf hdr="0" dt="0"/>
  <p:txStyles>
    <p:titleStyle>
      <a:lvl1pPr algn="l" defTabSz="914400" rtl="0" eaLnBrk="1" latinLnBrk="0" hangingPunct="1">
        <a:lnSpc>
          <a:spcPct val="85000"/>
        </a:lnSpc>
        <a:spcBef>
          <a:spcPct val="0"/>
        </a:spcBef>
        <a:buNone/>
        <a:defRPr sz="5400" kern="1200" spc="-100" baseline="0">
          <a:solidFill>
            <a:schemeClr val="tx1"/>
          </a:solidFill>
          <a:latin typeface="+mn-lt"/>
          <a:ea typeface="+mj-ea"/>
          <a:cs typeface="+mj-cs"/>
        </a:defRPr>
      </a:lvl1pPr>
    </p:titleStyle>
    <p:bodyStyle>
      <a:lvl1pPr marL="0" indent="0" algn="l" defTabSz="914400" rtl="0" eaLnBrk="1" latinLnBrk="0" hangingPunct="1">
        <a:lnSpc>
          <a:spcPct val="90000"/>
        </a:lnSpc>
        <a:spcBef>
          <a:spcPts val="1000"/>
        </a:spcBef>
        <a:buClr>
          <a:schemeClr val="tx1">
            <a:lumMod val="85000"/>
            <a:lumOff val="15000"/>
          </a:schemeClr>
        </a:buClr>
        <a:buFont typeface="Franklin Gothic Book" panose="020B0503020102020204" pitchFamily="34" charset="0"/>
        <a:buNone/>
        <a:defRPr sz="2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84" userDrawn="1">
          <p15:clr>
            <a:srgbClr val="F26B43"/>
          </p15:clr>
        </p15:guide>
        <p15:guide id="4" orient="horz" pos="288" userDrawn="1">
          <p15:clr>
            <a:srgbClr val="F26B43"/>
          </p15:clr>
        </p15:guide>
        <p15:guide id="5" orient="horz" pos="4032" userDrawn="1">
          <p15:clr>
            <a:srgbClr val="F26B43"/>
          </p15:clr>
        </p15:guide>
        <p15:guide id="6" pos="7296" userDrawn="1">
          <p15:clr>
            <a:srgbClr val="F26B43"/>
          </p15:clr>
        </p15:guide>
        <p15:guide id="8" orient="horz" pos="3744" userDrawn="1">
          <p15:clr>
            <a:srgbClr val="F26B43"/>
          </p15:clr>
        </p15:guide>
        <p15:guide id="9" orient="horz" pos="340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66212" name="Rectangle 4"/>
          <p:cNvSpPr>
            <a:spLocks noGrp="1" noChangeArrowheads="1"/>
          </p:cNvSpPr>
          <p:nvPr>
            <p:ph type="title"/>
          </p:nvPr>
        </p:nvSpPr>
        <p:spPr bwMode="auto">
          <a:xfrm>
            <a:off x="381000" y="457200"/>
            <a:ext cx="11364685"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p>
            <a:pPr lvl="0"/>
            <a:r>
              <a:rPr lang="en-US"/>
              <a:t>Click to edit Master title style</a:t>
            </a:r>
          </a:p>
        </p:txBody>
      </p:sp>
      <p:sp>
        <p:nvSpPr>
          <p:cNvPr id="3166213" name="Rectangle 5"/>
          <p:cNvSpPr>
            <a:spLocks noGrp="1" noChangeArrowheads="1"/>
          </p:cNvSpPr>
          <p:nvPr>
            <p:ph type="body" idx="1"/>
          </p:nvPr>
        </p:nvSpPr>
        <p:spPr bwMode="auto">
          <a:xfrm>
            <a:off x="381000" y="1600200"/>
            <a:ext cx="11364685" cy="4789714"/>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Rectangle 12"/>
          <p:cNvSpPr>
            <a:spLocks noChangeArrowheads="1"/>
          </p:cNvSpPr>
          <p:nvPr userDrawn="1"/>
        </p:nvSpPr>
        <p:spPr bwMode="auto">
          <a:xfrm>
            <a:off x="0" y="0"/>
            <a:ext cx="12192000" cy="304800"/>
          </a:xfrm>
          <a:prstGeom prst="rect">
            <a:avLst/>
          </a:prstGeom>
          <a:solidFill>
            <a:schemeClr val="accent6"/>
          </a:solidFill>
          <a:ln w="9525" algn="ctr">
            <a:no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800"/>
          </a:p>
        </p:txBody>
      </p:sp>
      <p:sp>
        <p:nvSpPr>
          <p:cNvPr id="10" name="Footer Placeholder 9"/>
          <p:cNvSpPr>
            <a:spLocks noGrp="1"/>
          </p:cNvSpPr>
          <p:nvPr>
            <p:ph type="ftr" sz="quarter" idx="3"/>
          </p:nvPr>
        </p:nvSpPr>
        <p:spPr>
          <a:xfrm>
            <a:off x="3810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1"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spTree>
    <p:extLst>
      <p:ext uri="{BB962C8B-B14F-4D97-AF65-F5344CB8AC3E}">
        <p14:creationId xmlns:p14="http://schemas.microsoft.com/office/powerpoint/2010/main" val="209114811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Lst>
  <p:transition/>
  <p:hf hdr="0" dt="0"/>
  <p:txStyles>
    <p:title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p:titleStyle>
    <p:body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40">
          <p15:clr>
            <a:srgbClr val="F26B43"/>
          </p15:clr>
        </p15:guide>
        <p15:guide id="4" pos="672">
          <p15:clr>
            <a:srgbClr val="F26B43"/>
          </p15:clr>
        </p15:guide>
        <p15:guide id="5" orient="horz" pos="4032">
          <p15:clr>
            <a:srgbClr val="F26B43"/>
          </p15:clr>
        </p15:guide>
        <p15:guide id="6" pos="74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66212" name="Rectangle 4"/>
          <p:cNvSpPr>
            <a:spLocks noGrp="1" noChangeArrowheads="1"/>
          </p:cNvSpPr>
          <p:nvPr>
            <p:ph type="title"/>
          </p:nvPr>
        </p:nvSpPr>
        <p:spPr bwMode="auto">
          <a:xfrm>
            <a:off x="381001" y="609600"/>
            <a:ext cx="9766117" cy="914400"/>
          </a:xfrm>
          <a:prstGeom prst="rect">
            <a:avLst/>
          </a:prstGeom>
          <a:noFill/>
          <a:ln w="9525">
            <a:noFill/>
            <a:miter lim="800000"/>
            <a:headEnd/>
            <a:tailEnd/>
          </a:ln>
          <a:effectLst/>
        </p:spPr>
        <p:txBody>
          <a:bodyPr vert="horz" wrap="square" lIns="0" tIns="45720" rIns="0" bIns="45720" numCol="1" anchor="ctr" anchorCtr="0" compatLnSpc="1">
            <a:prstTxWarp prst="textNoShape">
              <a:avLst/>
            </a:prstTxWarp>
            <a:normAutofit/>
          </a:bodyPr>
          <a:lstStyle/>
          <a:p>
            <a:pPr lvl="0"/>
            <a:r>
              <a:rPr lang="en-US"/>
              <a:t>Click to edit Master title style</a:t>
            </a:r>
          </a:p>
        </p:txBody>
      </p:sp>
      <p:sp>
        <p:nvSpPr>
          <p:cNvPr id="3166213" name="Rectangle 5"/>
          <p:cNvSpPr>
            <a:spLocks noGrp="1" noChangeArrowheads="1"/>
          </p:cNvSpPr>
          <p:nvPr>
            <p:ph type="body" idx="1"/>
          </p:nvPr>
        </p:nvSpPr>
        <p:spPr bwMode="auto">
          <a:xfrm>
            <a:off x="381000" y="1828800"/>
            <a:ext cx="11364685" cy="4561114"/>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Footer Placeholder 9"/>
          <p:cNvSpPr>
            <a:spLocks noGrp="1"/>
          </p:cNvSpPr>
          <p:nvPr>
            <p:ph type="ftr" sz="quarter" idx="3"/>
          </p:nvPr>
        </p:nvSpPr>
        <p:spPr>
          <a:xfrm>
            <a:off x="381000" y="6553200"/>
            <a:ext cx="10769600" cy="212034"/>
          </a:xfrm>
          <a:prstGeom prst="rect">
            <a:avLst/>
          </a:prstGeom>
        </p:spPr>
        <p:txBody>
          <a:bodyPr vert="horz" lIns="0" tIns="45720" rIns="0" bIns="45720" rtlCol="0" anchor="ctr"/>
          <a:lstStyle>
            <a:lvl1pPr algn="l">
              <a:defRPr sz="1000">
                <a:solidFill>
                  <a:srgbClr val="B7B7A9"/>
                </a:solidFill>
                <a:latin typeface="Franklin Gothic Book" pitchFamily="34" charset="0"/>
              </a:defRPr>
            </a:lvl1pPr>
          </a:lstStyle>
          <a:p>
            <a:r>
              <a:rPr lang="en-US"/>
              <a:t>Brown and Caldwell  |  Health and Safety</a:t>
            </a:r>
          </a:p>
        </p:txBody>
      </p:sp>
      <p:sp>
        <p:nvSpPr>
          <p:cNvPr id="11" name="Slide Number Placeholder 10"/>
          <p:cNvSpPr>
            <a:spLocks noGrp="1"/>
          </p:cNvSpPr>
          <p:nvPr>
            <p:ph type="sldNum" sz="quarter" idx="4"/>
          </p:nvPr>
        </p:nvSpPr>
        <p:spPr>
          <a:xfrm>
            <a:off x="11277600" y="6536634"/>
            <a:ext cx="508000" cy="228600"/>
          </a:xfrm>
          <a:prstGeom prst="rect">
            <a:avLst/>
          </a:prstGeom>
        </p:spPr>
        <p:txBody>
          <a:bodyPr vert="horz" lIns="0" tIns="45720" rIns="0" bIns="45720" rtlCol="0" anchor="ctr"/>
          <a:lstStyle>
            <a:lvl1pPr algn="r">
              <a:defRPr sz="800">
                <a:solidFill>
                  <a:srgbClr val="B7B7A9"/>
                </a:solidFill>
                <a:latin typeface="Franklin Gothic Book" pitchFamily="34" charset="0"/>
              </a:defRPr>
            </a:lvl1pPr>
          </a:lstStyle>
          <a:p>
            <a:fld id="{83D12EE2-0A52-405F-9235-0A5D75AB581D}" type="slidenum">
              <a:rPr lang="en-US" smtClean="0"/>
              <a:pPr/>
              <a:t>‹#›</a:t>
            </a:fld>
            <a:endParaRPr lang="en-US"/>
          </a:p>
        </p:txBody>
      </p:sp>
      <p:pic>
        <p:nvPicPr>
          <p:cNvPr id="7" name="Diagonal Lines"/>
          <p:cNvPicPr>
            <a:picLocks noChangeAspect="1"/>
          </p:cNvPicPr>
          <p:nvPr userDrawn="1"/>
        </p:nvPicPr>
        <p:blipFill rotWithShape="1">
          <a:blip r:embed="rId13" cstate="email">
            <a:extLst>
              <a:ext uri="{28A0092B-C50C-407E-A947-70E740481C1C}">
                <a14:useLocalDpi xmlns:a14="http://schemas.microsoft.com/office/drawing/2010/main"/>
              </a:ext>
            </a:extLst>
          </a:blip>
          <a:srcRect r="2597" b="57831"/>
          <a:stretch/>
        </p:blipFill>
        <p:spPr>
          <a:xfrm>
            <a:off x="27709" y="3048"/>
            <a:ext cx="12164291" cy="301752"/>
          </a:xfrm>
          <a:prstGeom prst="rect">
            <a:avLst/>
          </a:prstGeom>
        </p:spPr>
      </p:pic>
      <p:sp>
        <p:nvSpPr>
          <p:cNvPr id="8" name="Rectangle 7">
            <a:extLst>
              <a:ext uri="{FF2B5EF4-FFF2-40B4-BE49-F238E27FC236}">
                <a16:creationId xmlns:a16="http://schemas.microsoft.com/office/drawing/2014/main" id="{2C4EE141-F108-48B4-B6E2-E1E275819389}"/>
              </a:ext>
            </a:extLst>
          </p:cNvPr>
          <p:cNvSpPr>
            <a:spLocks noChangeArrowheads="1"/>
          </p:cNvSpPr>
          <p:nvPr userDrawn="1"/>
        </p:nvSpPr>
        <p:spPr bwMode="auto">
          <a:xfrm>
            <a:off x="0" y="0"/>
            <a:ext cx="12192000" cy="304800"/>
          </a:xfrm>
          <a:prstGeom prst="rect">
            <a:avLst/>
          </a:prstGeom>
          <a:gradFill flip="none" rotWithShape="1">
            <a:gsLst>
              <a:gs pos="0">
                <a:schemeClr val="accent4">
                  <a:alpha val="84000"/>
                </a:schemeClr>
              </a:gs>
              <a:gs pos="100000">
                <a:srgbClr val="FFC233">
                  <a:alpha val="89000"/>
                </a:srgbClr>
              </a:gs>
            </a:gsLst>
            <a:lin ang="0" scaled="1"/>
            <a:tileRect/>
          </a:gradFill>
          <a:ln w="9525" algn="ctr">
            <a:noFill/>
            <a:miter lim="800000"/>
            <a:headEnd/>
            <a:tailEnd/>
          </a:ln>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800"/>
          </a:p>
        </p:txBody>
      </p:sp>
      <p:sp>
        <p:nvSpPr>
          <p:cNvPr id="2" name="Rectangle 1">
            <a:extLst>
              <a:ext uri="{FF2B5EF4-FFF2-40B4-BE49-F238E27FC236}">
                <a16:creationId xmlns:a16="http://schemas.microsoft.com/office/drawing/2014/main" id="{3607FF84-28A0-47FC-AB91-963EF7F7BB70}"/>
              </a:ext>
            </a:extLst>
          </p:cNvPr>
          <p:cNvSpPr/>
          <p:nvPr userDrawn="1"/>
        </p:nvSpPr>
        <p:spPr bwMode="auto">
          <a:xfrm>
            <a:off x="0" y="0"/>
            <a:ext cx="12192000" cy="6858000"/>
          </a:xfrm>
          <a:prstGeom prst="rect">
            <a:avLst/>
          </a:prstGeom>
          <a:noFill/>
          <a:ln w="38100" cap="sq"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grpSp>
        <p:nvGrpSpPr>
          <p:cNvPr id="9" name="Group 8">
            <a:extLst>
              <a:ext uri="{FF2B5EF4-FFF2-40B4-BE49-F238E27FC236}">
                <a16:creationId xmlns:a16="http://schemas.microsoft.com/office/drawing/2014/main" id="{E2EAFF69-429F-4021-9F9D-1B60F12807AB}"/>
              </a:ext>
            </a:extLst>
          </p:cNvPr>
          <p:cNvGrpSpPr/>
          <p:nvPr userDrawn="1"/>
        </p:nvGrpSpPr>
        <p:grpSpPr>
          <a:xfrm>
            <a:off x="10332624" y="507234"/>
            <a:ext cx="1230641" cy="1169166"/>
            <a:chOff x="10134600" y="494078"/>
            <a:chExt cx="1230641" cy="1169166"/>
          </a:xfrm>
        </p:grpSpPr>
        <p:sp>
          <p:nvSpPr>
            <p:cNvPr id="12" name="TextBox 11">
              <a:extLst>
                <a:ext uri="{FF2B5EF4-FFF2-40B4-BE49-F238E27FC236}">
                  <a16:creationId xmlns:a16="http://schemas.microsoft.com/office/drawing/2014/main" id="{2FC1C22E-C78F-49E4-849A-D5F1F61F0C00}"/>
                </a:ext>
              </a:extLst>
            </p:cNvPr>
            <p:cNvSpPr txBox="1"/>
            <p:nvPr/>
          </p:nvSpPr>
          <p:spPr>
            <a:xfrm>
              <a:off x="10382249" y="1447800"/>
              <a:ext cx="982992" cy="215444"/>
            </a:xfrm>
            <a:prstGeom prst="rect">
              <a:avLst/>
            </a:prstGeom>
            <a:noFill/>
          </p:spPr>
          <p:txBody>
            <a:bodyPr wrap="square" rtlCol="0">
              <a:spAutoFit/>
            </a:bodyPr>
            <a:lstStyle/>
            <a:p>
              <a:r>
                <a:rPr lang="en-US" sz="800">
                  <a:solidFill>
                    <a:schemeClr val="accent3"/>
                  </a:solidFill>
                </a:rPr>
                <a:t>HEALTH &amp; SAFETY</a:t>
              </a:r>
            </a:p>
          </p:txBody>
        </p:sp>
        <p:grpSp>
          <p:nvGrpSpPr>
            <p:cNvPr id="13" name="Group 12">
              <a:extLst>
                <a:ext uri="{FF2B5EF4-FFF2-40B4-BE49-F238E27FC236}">
                  <a16:creationId xmlns:a16="http://schemas.microsoft.com/office/drawing/2014/main" id="{48572DA6-279D-4EB8-8DC2-A40847A041D5}"/>
                </a:ext>
              </a:extLst>
            </p:cNvPr>
            <p:cNvGrpSpPr/>
            <p:nvPr/>
          </p:nvGrpSpPr>
          <p:grpSpPr>
            <a:xfrm>
              <a:off x="10134600" y="494078"/>
              <a:ext cx="1207770" cy="1095236"/>
              <a:chOff x="10134600" y="494078"/>
              <a:chExt cx="1207770" cy="1095236"/>
            </a:xfrm>
          </p:grpSpPr>
          <p:pic>
            <p:nvPicPr>
              <p:cNvPr id="14" name="Picture 13" descr="Icon&#10;&#10;Description automatically generated">
                <a:extLst>
                  <a:ext uri="{FF2B5EF4-FFF2-40B4-BE49-F238E27FC236}">
                    <a16:creationId xmlns:a16="http://schemas.microsoft.com/office/drawing/2014/main" id="{6B7B14D3-DB48-4EAB-8708-E7A360ABEDFA}"/>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382249" y="494078"/>
                <a:ext cx="914400" cy="896136"/>
              </a:xfrm>
              <a:prstGeom prst="rect">
                <a:avLst/>
              </a:prstGeom>
            </p:spPr>
          </p:pic>
          <p:cxnSp>
            <p:nvCxnSpPr>
              <p:cNvPr id="15" name="Straight Connector 14">
                <a:extLst>
                  <a:ext uri="{FF2B5EF4-FFF2-40B4-BE49-F238E27FC236}">
                    <a16:creationId xmlns:a16="http://schemas.microsoft.com/office/drawing/2014/main" id="{BAF09BA7-FAF5-441E-AA6C-71D2C4DACFD0}"/>
                  </a:ext>
                </a:extLst>
              </p:cNvPr>
              <p:cNvCxnSpPr>
                <a:cxnSpLocks/>
              </p:cNvCxnSpPr>
              <p:nvPr/>
            </p:nvCxnSpPr>
            <p:spPr bwMode="auto">
              <a:xfrm>
                <a:off x="10134600" y="533400"/>
                <a:ext cx="0" cy="1055914"/>
              </a:xfrm>
              <a:prstGeom prst="line">
                <a:avLst/>
              </a:prstGeom>
              <a:noFill/>
              <a:ln w="19050" cap="rnd" cmpd="sng" algn="ctr">
                <a:solidFill>
                  <a:schemeClr val="accent3"/>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8B767F23-8B7F-456B-AFF4-0682EA24731D}"/>
                  </a:ext>
                </a:extLst>
              </p:cNvPr>
              <p:cNvCxnSpPr>
                <a:cxnSpLocks/>
              </p:cNvCxnSpPr>
              <p:nvPr/>
            </p:nvCxnSpPr>
            <p:spPr bwMode="auto">
              <a:xfrm flipH="1">
                <a:off x="10320106" y="1447800"/>
                <a:ext cx="1022264" cy="0"/>
              </a:xfrm>
              <a:prstGeom prst="line">
                <a:avLst/>
              </a:prstGeom>
              <a:noFill/>
              <a:ln w="9525" cap="rnd" cmpd="sng" algn="ctr">
                <a:solidFill>
                  <a:schemeClr val="accent3"/>
                </a:solidFill>
                <a:prstDash val="sysDash"/>
                <a:round/>
                <a:headEnd type="none" w="med" len="med"/>
                <a:tailEnd type="none" w="med" len="med"/>
              </a:ln>
              <a:effectLst/>
            </p:spPr>
          </p:cxnSp>
        </p:grpSp>
      </p:grpSp>
    </p:spTree>
    <p:extLst>
      <p:ext uri="{BB962C8B-B14F-4D97-AF65-F5344CB8AC3E}">
        <p14:creationId xmlns:p14="http://schemas.microsoft.com/office/powerpoint/2010/main" val="3664808625"/>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p:transition/>
  <p:hf hdr="0" dt="0"/>
  <p:txStyles>
    <p:titleStyle>
      <a:lvl1pPr algn="l" rtl="0" eaLnBrk="1" fontAlgn="base" hangingPunct="1">
        <a:lnSpc>
          <a:spcPct val="85000"/>
        </a:lnSpc>
        <a:spcBef>
          <a:spcPct val="0"/>
        </a:spcBef>
        <a:spcAft>
          <a:spcPct val="0"/>
        </a:spcAft>
        <a:defRPr sz="3600" b="0">
          <a:solidFill>
            <a:schemeClr val="tx1">
              <a:lumMod val="85000"/>
              <a:lumOff val="15000"/>
            </a:schemeClr>
          </a:solidFill>
          <a:latin typeface="Franklin Gothic Medium" panose="020B0603020102020204" pitchFamily="34" charset="0"/>
          <a:ea typeface="+mj-ea"/>
          <a:cs typeface="+mj-cs"/>
        </a:defRPr>
      </a:lvl1pPr>
      <a:lvl2pPr algn="l" rtl="0" eaLnBrk="1" fontAlgn="base" hangingPunct="1">
        <a:lnSpc>
          <a:spcPct val="85000"/>
        </a:lnSpc>
        <a:spcBef>
          <a:spcPct val="0"/>
        </a:spcBef>
        <a:spcAft>
          <a:spcPct val="0"/>
        </a:spcAft>
        <a:defRPr sz="3200" b="1">
          <a:solidFill>
            <a:schemeClr val="bg1"/>
          </a:solidFill>
          <a:latin typeface="Arial" charset="0"/>
        </a:defRPr>
      </a:lvl2pPr>
      <a:lvl3pPr algn="l" rtl="0" eaLnBrk="1" fontAlgn="base" hangingPunct="1">
        <a:lnSpc>
          <a:spcPct val="85000"/>
        </a:lnSpc>
        <a:spcBef>
          <a:spcPct val="0"/>
        </a:spcBef>
        <a:spcAft>
          <a:spcPct val="0"/>
        </a:spcAft>
        <a:defRPr sz="3200" b="1">
          <a:solidFill>
            <a:schemeClr val="bg1"/>
          </a:solidFill>
          <a:latin typeface="Arial" charset="0"/>
        </a:defRPr>
      </a:lvl3pPr>
      <a:lvl4pPr algn="l" rtl="0" eaLnBrk="1" fontAlgn="base" hangingPunct="1">
        <a:lnSpc>
          <a:spcPct val="85000"/>
        </a:lnSpc>
        <a:spcBef>
          <a:spcPct val="0"/>
        </a:spcBef>
        <a:spcAft>
          <a:spcPct val="0"/>
        </a:spcAft>
        <a:defRPr sz="3200" b="1">
          <a:solidFill>
            <a:schemeClr val="bg1"/>
          </a:solidFill>
          <a:latin typeface="Arial" charset="0"/>
        </a:defRPr>
      </a:lvl4pPr>
      <a:lvl5pPr algn="l" rtl="0" eaLnBrk="1" fontAlgn="base" hangingPunct="1">
        <a:lnSpc>
          <a:spcPct val="85000"/>
        </a:lnSpc>
        <a:spcBef>
          <a:spcPct val="0"/>
        </a:spcBef>
        <a:spcAft>
          <a:spcPct val="0"/>
        </a:spcAft>
        <a:defRPr sz="3200" b="1">
          <a:solidFill>
            <a:schemeClr val="bg1"/>
          </a:solidFill>
          <a:latin typeface="Arial" charset="0"/>
        </a:defRPr>
      </a:lvl5pPr>
      <a:lvl6pPr marL="457200" algn="l" rtl="0" eaLnBrk="1" fontAlgn="base" hangingPunct="1">
        <a:lnSpc>
          <a:spcPct val="85000"/>
        </a:lnSpc>
        <a:spcBef>
          <a:spcPct val="0"/>
        </a:spcBef>
        <a:spcAft>
          <a:spcPct val="0"/>
        </a:spcAft>
        <a:defRPr sz="3200" b="1">
          <a:solidFill>
            <a:schemeClr val="bg1"/>
          </a:solidFill>
          <a:latin typeface="Arial" charset="0"/>
        </a:defRPr>
      </a:lvl6pPr>
      <a:lvl7pPr marL="914400" algn="l" rtl="0" eaLnBrk="1" fontAlgn="base" hangingPunct="1">
        <a:lnSpc>
          <a:spcPct val="85000"/>
        </a:lnSpc>
        <a:spcBef>
          <a:spcPct val="0"/>
        </a:spcBef>
        <a:spcAft>
          <a:spcPct val="0"/>
        </a:spcAft>
        <a:defRPr sz="3200" b="1">
          <a:solidFill>
            <a:schemeClr val="bg1"/>
          </a:solidFill>
          <a:latin typeface="Arial" charset="0"/>
        </a:defRPr>
      </a:lvl7pPr>
      <a:lvl8pPr marL="1371600" algn="l" rtl="0" eaLnBrk="1" fontAlgn="base" hangingPunct="1">
        <a:lnSpc>
          <a:spcPct val="85000"/>
        </a:lnSpc>
        <a:spcBef>
          <a:spcPct val="0"/>
        </a:spcBef>
        <a:spcAft>
          <a:spcPct val="0"/>
        </a:spcAft>
        <a:defRPr sz="3200" b="1">
          <a:solidFill>
            <a:schemeClr val="bg1"/>
          </a:solidFill>
          <a:latin typeface="Arial" charset="0"/>
        </a:defRPr>
      </a:lvl8pPr>
      <a:lvl9pPr marL="1828800" algn="l" rtl="0" eaLnBrk="1" fontAlgn="base" hangingPunct="1">
        <a:lnSpc>
          <a:spcPct val="85000"/>
        </a:lnSpc>
        <a:spcBef>
          <a:spcPct val="0"/>
        </a:spcBef>
        <a:spcAft>
          <a:spcPct val="0"/>
        </a:spcAft>
        <a:defRPr sz="3200" b="1">
          <a:solidFill>
            <a:schemeClr val="bg1"/>
          </a:solidFill>
          <a:latin typeface="Arial" charset="0"/>
        </a:defRPr>
      </a:lvl9pPr>
    </p:titleStyle>
    <p:bodyStyle>
      <a:lvl1pPr marL="228600" indent="-228600" algn="l" rtl="0" eaLnBrk="1" fontAlgn="base" hangingPunct="1">
        <a:lnSpc>
          <a:spcPct val="85000"/>
        </a:lnSpc>
        <a:spcBef>
          <a:spcPct val="40000"/>
        </a:spcBef>
        <a:spcAft>
          <a:spcPct val="0"/>
        </a:spcAft>
        <a:buClr>
          <a:schemeClr val="accent5"/>
        </a:buClr>
        <a:buFont typeface="Arial" pitchFamily="34" charset="0"/>
        <a:buChar char="•"/>
        <a:defRPr sz="2600">
          <a:solidFill>
            <a:schemeClr val="tx1">
              <a:lumMod val="75000"/>
              <a:lumOff val="25000"/>
            </a:schemeClr>
          </a:solidFill>
          <a:latin typeface="Franklin Gothic Book" pitchFamily="34" charset="0"/>
          <a:ea typeface="+mn-ea"/>
          <a:cs typeface="+mn-cs"/>
        </a:defRPr>
      </a:lvl1pPr>
      <a:lvl2pPr marL="515938" indent="-265113" algn="l" rtl="0" eaLnBrk="1" fontAlgn="base" hangingPunct="1">
        <a:lnSpc>
          <a:spcPct val="85000"/>
        </a:lnSpc>
        <a:spcBef>
          <a:spcPct val="20000"/>
        </a:spcBef>
        <a:spcAft>
          <a:spcPct val="0"/>
        </a:spcAft>
        <a:buClr>
          <a:schemeClr val="accent5"/>
        </a:buClr>
        <a:buFont typeface="Arial" pitchFamily="34" charset="0"/>
        <a:buChar char="•"/>
        <a:tabLst/>
        <a:defRPr sz="2400">
          <a:solidFill>
            <a:schemeClr val="tx1">
              <a:lumMod val="75000"/>
              <a:lumOff val="25000"/>
            </a:schemeClr>
          </a:solidFill>
          <a:latin typeface="Franklin Gothic Book" pitchFamily="34" charset="0"/>
        </a:defRPr>
      </a:lvl2pPr>
      <a:lvl3pPr marL="744538" indent="-228600" algn="l" rtl="0" eaLnBrk="1" fontAlgn="base" hangingPunct="1">
        <a:lnSpc>
          <a:spcPct val="85000"/>
        </a:lnSpc>
        <a:spcBef>
          <a:spcPct val="40000"/>
        </a:spcBef>
        <a:spcAft>
          <a:spcPct val="0"/>
        </a:spcAft>
        <a:buClr>
          <a:schemeClr val="accent5"/>
        </a:buClr>
        <a:buFont typeface="Arial" pitchFamily="34" charset="0"/>
        <a:buChar char="•"/>
        <a:defRPr sz="2400">
          <a:solidFill>
            <a:schemeClr val="tx1">
              <a:lumMod val="75000"/>
              <a:lumOff val="25000"/>
            </a:schemeClr>
          </a:solidFill>
          <a:latin typeface="Franklin Gothic Book" pitchFamily="34" charset="0"/>
        </a:defRPr>
      </a:lvl3pPr>
      <a:lvl4pPr marL="973138" indent="-228600" algn="l" rtl="0" eaLnBrk="1" fontAlgn="base" hangingPunct="1">
        <a:lnSpc>
          <a:spcPct val="85000"/>
        </a:lnSpc>
        <a:spcBef>
          <a:spcPct val="40000"/>
        </a:spcBef>
        <a:spcAft>
          <a:spcPct val="0"/>
        </a:spcAft>
        <a:buClr>
          <a:schemeClr val="accent5"/>
        </a:buClr>
        <a:buFont typeface="Arial" pitchFamily="34" charset="0"/>
        <a:buChar char="•"/>
        <a:defRPr sz="2000">
          <a:solidFill>
            <a:schemeClr val="tx1">
              <a:lumMod val="75000"/>
              <a:lumOff val="25000"/>
            </a:schemeClr>
          </a:solidFill>
          <a:latin typeface="Franklin Gothic Book" pitchFamily="34" charset="0"/>
        </a:defRPr>
      </a:lvl4pPr>
      <a:lvl5pPr marL="1143000" indent="-169863" algn="l" rtl="0" eaLnBrk="1" fontAlgn="base" hangingPunct="1">
        <a:lnSpc>
          <a:spcPct val="85000"/>
        </a:lnSpc>
        <a:spcBef>
          <a:spcPct val="40000"/>
        </a:spcBef>
        <a:spcAft>
          <a:spcPct val="0"/>
        </a:spcAft>
        <a:buClr>
          <a:srgbClr val="7C93A0"/>
        </a:buClr>
        <a:buFont typeface="Arial" pitchFamily="34" charset="0"/>
        <a:buChar char="•"/>
        <a:defRPr sz="2000">
          <a:solidFill>
            <a:schemeClr val="tx1"/>
          </a:solidFill>
          <a:latin typeface="Franklin Gothic Book" pitchFamily="34" charset="0"/>
        </a:defRPr>
      </a:lvl5pPr>
      <a:lvl6pPr marL="21732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6pPr>
      <a:lvl7pPr marL="26304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7pPr>
      <a:lvl8pPr marL="30876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8pPr>
      <a:lvl9pPr marL="3544888" indent="-225425" algn="l" rtl="0" eaLnBrk="1" fontAlgn="base" hangingPunct="1">
        <a:lnSpc>
          <a:spcPct val="85000"/>
        </a:lnSpc>
        <a:spcBef>
          <a:spcPct val="40000"/>
        </a:spcBef>
        <a:spcAft>
          <a:spcPct val="0"/>
        </a:spcAft>
        <a:buClr>
          <a:srgbClr val="61781F"/>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40">
          <p15:clr>
            <a:srgbClr val="F26B43"/>
          </p15:clr>
        </p15:guide>
        <p15:guide id="4" pos="672">
          <p15:clr>
            <a:srgbClr val="F26B43"/>
          </p15:clr>
        </p15:guide>
        <p15:guide id="5" orient="horz" pos="403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F3F39-9F52-4863-9545-D4F08495D39B}"/>
              </a:ext>
            </a:extLst>
          </p:cNvPr>
          <p:cNvSpPr>
            <a:spLocks noGrp="1"/>
          </p:cNvSpPr>
          <p:nvPr>
            <p:ph type="title"/>
          </p:nvPr>
        </p:nvSpPr>
        <p:spPr>
          <a:xfrm>
            <a:off x="609600" y="1529394"/>
            <a:ext cx="10972800" cy="1472885"/>
          </a:xfrm>
          <a:prstGeom prst="rect">
            <a:avLst/>
          </a:prstGeom>
        </p:spPr>
        <p:txBody>
          <a:bodyPr vert="horz" lIns="0" tIns="0" rIns="0" bIns="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9FFE5084-3636-4DCE-B40B-6CFA3A29BBB5}"/>
              </a:ext>
            </a:extLst>
          </p:cNvPr>
          <p:cNvSpPr>
            <a:spLocks noGrp="1"/>
          </p:cNvSpPr>
          <p:nvPr>
            <p:ph type="body" idx="1"/>
          </p:nvPr>
        </p:nvSpPr>
        <p:spPr>
          <a:xfrm>
            <a:off x="609600" y="3429000"/>
            <a:ext cx="10972800" cy="1981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665078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Lst>
  <p:hf hdr="0" dt="0"/>
  <p:txStyles>
    <p:titleStyle>
      <a:lvl1pPr algn="l" defTabSz="914400" rtl="0" eaLnBrk="1" latinLnBrk="0" hangingPunct="1">
        <a:lnSpc>
          <a:spcPct val="85000"/>
        </a:lnSpc>
        <a:spcBef>
          <a:spcPct val="0"/>
        </a:spcBef>
        <a:buNone/>
        <a:defRPr sz="5400" kern="1200" spc="-100" baseline="0">
          <a:solidFill>
            <a:schemeClr val="tx1"/>
          </a:solidFill>
          <a:latin typeface="+mn-lt"/>
          <a:ea typeface="+mj-ea"/>
          <a:cs typeface="+mj-cs"/>
        </a:defRPr>
      </a:lvl1pPr>
    </p:titleStyle>
    <p:bodyStyle>
      <a:lvl1pPr marL="0" indent="0" algn="l" defTabSz="914400" rtl="0" eaLnBrk="1" latinLnBrk="0" hangingPunct="1">
        <a:lnSpc>
          <a:spcPct val="90000"/>
        </a:lnSpc>
        <a:spcBef>
          <a:spcPts val="1000"/>
        </a:spcBef>
        <a:buClr>
          <a:schemeClr val="tx1">
            <a:lumMod val="85000"/>
            <a:lumOff val="15000"/>
          </a:schemeClr>
        </a:buClr>
        <a:buFont typeface="Franklin Gothic Book" panose="020B0503020102020204" pitchFamily="34" charset="0"/>
        <a:buNone/>
        <a:defRPr sz="2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orient="horz" pos="288">
          <p15:clr>
            <a:srgbClr val="F26B43"/>
          </p15:clr>
        </p15:guide>
        <p15:guide id="5" orient="horz" pos="4032">
          <p15:clr>
            <a:srgbClr val="F26B43"/>
          </p15:clr>
        </p15:guide>
        <p15:guide id="6" pos="7296">
          <p15:clr>
            <a:srgbClr val="F26B43"/>
          </p15:clr>
        </p15:guide>
        <p15:guide id="8" orient="horz" pos="3744">
          <p15:clr>
            <a:srgbClr val="F26B43"/>
          </p15:clr>
        </p15:guide>
        <p15:guide id="9" orient="horz" pos="340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B1A38-2457-4851-B3BA-5786C4AFC3DB}"/>
              </a:ext>
            </a:extLst>
          </p:cNvPr>
          <p:cNvSpPr>
            <a:spLocks noGrp="1"/>
          </p:cNvSpPr>
          <p:nvPr>
            <p:ph type="title"/>
          </p:nvPr>
        </p:nvSpPr>
        <p:spPr>
          <a:xfrm>
            <a:off x="609600" y="630777"/>
            <a:ext cx="10972800" cy="523220"/>
          </a:xfrm>
          <a:prstGeom prst="rect">
            <a:avLst/>
          </a:prstGeom>
        </p:spPr>
        <p:txBody>
          <a:bodyPr vert="horz"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A357D84B-2C97-4DAB-BA8B-63DC5A94D40B}"/>
              </a:ext>
            </a:extLst>
          </p:cNvPr>
          <p:cNvSpPr>
            <a:spLocks noGrp="1"/>
          </p:cNvSpPr>
          <p:nvPr>
            <p:ph type="body" idx="1"/>
          </p:nvPr>
        </p:nvSpPr>
        <p:spPr>
          <a:xfrm>
            <a:off x="609600" y="1782762"/>
            <a:ext cx="10972800" cy="438766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Diagonal Lines">
            <a:extLst>
              <a:ext uri="{FF2B5EF4-FFF2-40B4-BE49-F238E27FC236}">
                <a16:creationId xmlns:a16="http://schemas.microsoft.com/office/drawing/2014/main" id="{F5080928-5EC4-4FC8-9166-48DB46ADB19A}"/>
              </a:ext>
            </a:extLst>
          </p:cNvPr>
          <p:cNvPicPr>
            <a:picLocks noChangeAspect="1"/>
          </p:cNvPicPr>
          <p:nvPr userDrawn="1"/>
        </p:nvPicPr>
        <p:blipFill rotWithShape="1">
          <a:blip r:embed="rId24" cstate="screen">
            <a:extLst>
              <a:ext uri="{28A0092B-C50C-407E-A947-70E740481C1C}">
                <a14:useLocalDpi xmlns:a14="http://schemas.microsoft.com/office/drawing/2010/main"/>
              </a:ext>
            </a:extLst>
          </a:blip>
          <a:srcRect t="1" b="4458"/>
          <a:stretch/>
        </p:blipFill>
        <p:spPr>
          <a:xfrm>
            <a:off x="8135104" y="0"/>
            <a:ext cx="4056896" cy="457200"/>
          </a:xfrm>
          <a:prstGeom prst="rect">
            <a:avLst/>
          </a:prstGeom>
        </p:spPr>
      </p:pic>
      <p:cxnSp>
        <p:nvCxnSpPr>
          <p:cNvPr id="8" name="Anchor Line (Gray)">
            <a:extLst>
              <a:ext uri="{FF2B5EF4-FFF2-40B4-BE49-F238E27FC236}">
                <a16:creationId xmlns:a16="http://schemas.microsoft.com/office/drawing/2014/main" id="{BD038ED5-05EB-49DE-9D27-D343B88DF3EC}"/>
              </a:ext>
            </a:extLst>
          </p:cNvPr>
          <p:cNvCxnSpPr>
            <a:cxnSpLocks/>
          </p:cNvCxnSpPr>
          <p:nvPr userDrawn="1"/>
        </p:nvCxnSpPr>
        <p:spPr bwMode="auto">
          <a:xfrm>
            <a:off x="609600" y="475656"/>
            <a:ext cx="685800" cy="0"/>
          </a:xfrm>
          <a:prstGeom prst="line">
            <a:avLst/>
          </a:prstGeom>
          <a:noFill/>
          <a:ln w="38100" cap="flat" cmpd="sng" algn="ctr">
            <a:solidFill>
              <a:srgbClr val="C0CAC7"/>
            </a:solidFill>
            <a:prstDash val="solid"/>
            <a:round/>
            <a:headEnd type="none" w="med" len="med"/>
            <a:tailEnd type="none" w="med" len="med"/>
          </a:ln>
          <a:effectLst/>
        </p:spPr>
      </p:cxnSp>
      <p:sp>
        <p:nvSpPr>
          <p:cNvPr id="9" name="Footer Placeholder 4">
            <a:extLst>
              <a:ext uri="{FF2B5EF4-FFF2-40B4-BE49-F238E27FC236}">
                <a16:creationId xmlns:a16="http://schemas.microsoft.com/office/drawing/2014/main" id="{B73F740A-53D1-48E1-8BBA-9F05C4044F9C}"/>
              </a:ext>
            </a:extLst>
          </p:cNvPr>
          <p:cNvSpPr>
            <a:spLocks noGrp="1"/>
          </p:cNvSpPr>
          <p:nvPr>
            <p:ph type="ftr" sz="quarter" idx="3"/>
          </p:nvPr>
        </p:nvSpPr>
        <p:spPr>
          <a:xfrm>
            <a:off x="609600" y="6356350"/>
            <a:ext cx="7191756" cy="365125"/>
          </a:xfrm>
          <a:prstGeom prst="rect">
            <a:avLst/>
          </a:prstGeom>
        </p:spPr>
        <p:txBody>
          <a:bodyPr vert="horz" lIns="0" tIns="0" rIns="0" bIns="0" rtlCol="0" anchor="ctr"/>
          <a:lstStyle>
            <a:lvl1pPr algn="l">
              <a:defRPr sz="1050">
                <a:solidFill>
                  <a:srgbClr val="909D93"/>
                </a:solidFill>
              </a:defRPr>
            </a:lvl1pPr>
          </a:lstStyle>
          <a:p>
            <a:r>
              <a:rPr lang="en-US"/>
              <a:t>Brown and Caldwell</a:t>
            </a:r>
          </a:p>
        </p:txBody>
      </p:sp>
      <p:sp>
        <p:nvSpPr>
          <p:cNvPr id="10" name="Slide Number Placeholder 5">
            <a:extLst>
              <a:ext uri="{FF2B5EF4-FFF2-40B4-BE49-F238E27FC236}">
                <a16:creationId xmlns:a16="http://schemas.microsoft.com/office/drawing/2014/main" id="{FBFFBE9B-4241-43ED-BD46-602B414CD924}"/>
              </a:ext>
            </a:extLst>
          </p:cNvPr>
          <p:cNvSpPr>
            <a:spLocks noGrp="1"/>
          </p:cNvSpPr>
          <p:nvPr>
            <p:ph type="sldNum" sz="quarter" idx="4"/>
          </p:nvPr>
        </p:nvSpPr>
        <p:spPr>
          <a:xfrm>
            <a:off x="8610600" y="6356350"/>
            <a:ext cx="2971800" cy="365125"/>
          </a:xfrm>
          <a:prstGeom prst="rect">
            <a:avLst/>
          </a:prstGeom>
        </p:spPr>
        <p:txBody>
          <a:bodyPr vert="horz" lIns="0" tIns="0" rIns="0" bIns="0" rtlCol="0" anchor="ctr"/>
          <a:lstStyle>
            <a:lvl1pPr algn="r">
              <a:defRPr sz="1050">
                <a:solidFill>
                  <a:srgbClr val="909D93"/>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3782425805"/>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 id="2147483811" r:id="rId20"/>
    <p:sldLayoutId id="2147483812" r:id="rId21"/>
    <p:sldLayoutId id="2147483814" r:id="rId22"/>
  </p:sldLayoutIdLst>
  <p:hf hdr="0" dt="0"/>
  <p:txStyles>
    <p:titleStyle>
      <a:lvl1pPr algn="l" defTabSz="914400" rtl="0" eaLnBrk="1" latinLnBrk="0" hangingPunct="1">
        <a:lnSpc>
          <a:spcPct val="85000"/>
        </a:lnSpc>
        <a:spcBef>
          <a:spcPct val="0"/>
        </a:spcBef>
        <a:buNone/>
        <a:defRPr sz="4000" kern="1200" spc="-50" baseline="0">
          <a:solidFill>
            <a:schemeClr val="tx1"/>
          </a:solidFill>
          <a:latin typeface="+mn-lt"/>
          <a:ea typeface="+mj-ea"/>
          <a:cs typeface="+mj-cs"/>
        </a:defRPr>
      </a:lvl1pPr>
    </p:titleStyle>
    <p:bodyStyle>
      <a:lvl1pPr marL="2286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800" kern="1200">
          <a:solidFill>
            <a:schemeClr val="tx1"/>
          </a:solidFill>
          <a:latin typeface="+mn-lt"/>
          <a:ea typeface="+mn-ea"/>
          <a:cs typeface="+mn-cs"/>
        </a:defRPr>
      </a:lvl1pPr>
      <a:lvl2pPr marL="5715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400" kern="1200">
          <a:solidFill>
            <a:schemeClr val="tx1"/>
          </a:solidFill>
          <a:latin typeface="+mn-lt"/>
          <a:ea typeface="+mn-ea"/>
          <a:cs typeface="+mn-cs"/>
        </a:defRPr>
      </a:lvl2pPr>
      <a:lvl3pPr marL="9144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000" kern="1200">
          <a:solidFill>
            <a:schemeClr val="tx1"/>
          </a:solidFill>
          <a:latin typeface="+mn-lt"/>
          <a:ea typeface="+mn-ea"/>
          <a:cs typeface="+mn-cs"/>
        </a:defRPr>
      </a:lvl3pPr>
      <a:lvl4pPr marL="12573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orient="horz" pos="396">
          <p15:clr>
            <a:srgbClr val="F26B43"/>
          </p15:clr>
        </p15:guide>
        <p15:guide id="5" orient="horz" pos="3888">
          <p15:clr>
            <a:srgbClr val="F26B43"/>
          </p15:clr>
        </p15:guide>
        <p15:guide id="6" pos="7296">
          <p15:clr>
            <a:srgbClr val="F26B43"/>
          </p15:clr>
        </p15:guide>
        <p15:guide id="7" orient="horz" pos="1123">
          <p15:clr>
            <a:srgbClr val="F26B43"/>
          </p15:clr>
        </p15:guide>
        <p15:guide id="8" orient="horz" pos="28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F3F39-9F52-4863-9545-D4F08495D39B}"/>
              </a:ext>
            </a:extLst>
          </p:cNvPr>
          <p:cNvSpPr>
            <a:spLocks noGrp="1"/>
          </p:cNvSpPr>
          <p:nvPr>
            <p:ph type="title"/>
          </p:nvPr>
        </p:nvSpPr>
        <p:spPr>
          <a:xfrm>
            <a:off x="609600" y="1529394"/>
            <a:ext cx="10972800" cy="1472885"/>
          </a:xfrm>
          <a:prstGeom prst="rect">
            <a:avLst/>
          </a:prstGeom>
        </p:spPr>
        <p:txBody>
          <a:bodyPr vert="horz" lIns="0" tIns="0" rIns="0" bIns="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9FFE5084-3636-4DCE-B40B-6CFA3A29BBB5}"/>
              </a:ext>
            </a:extLst>
          </p:cNvPr>
          <p:cNvSpPr>
            <a:spLocks noGrp="1"/>
          </p:cNvSpPr>
          <p:nvPr>
            <p:ph type="body" idx="1"/>
          </p:nvPr>
        </p:nvSpPr>
        <p:spPr>
          <a:xfrm>
            <a:off x="609600" y="3429000"/>
            <a:ext cx="10972800" cy="1981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8931176"/>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2" r:id="rId10"/>
    <p:sldLayoutId id="2147483833" r:id="rId11"/>
    <p:sldLayoutId id="2147483834" r:id="rId12"/>
  </p:sldLayoutIdLst>
  <p:hf hdr="0" dt="0"/>
  <p:txStyles>
    <p:titleStyle>
      <a:lvl1pPr algn="l" defTabSz="914400" rtl="0" eaLnBrk="1" latinLnBrk="0" hangingPunct="1">
        <a:lnSpc>
          <a:spcPct val="85000"/>
        </a:lnSpc>
        <a:spcBef>
          <a:spcPct val="0"/>
        </a:spcBef>
        <a:buNone/>
        <a:defRPr sz="5400" kern="1200" spc="-100" baseline="0">
          <a:solidFill>
            <a:schemeClr val="tx1"/>
          </a:solidFill>
          <a:latin typeface="+mn-lt"/>
          <a:ea typeface="+mj-ea"/>
          <a:cs typeface="+mj-cs"/>
        </a:defRPr>
      </a:lvl1pPr>
    </p:titleStyle>
    <p:bodyStyle>
      <a:lvl1pPr marL="0" indent="0" algn="l" defTabSz="914400" rtl="0" eaLnBrk="1" latinLnBrk="0" hangingPunct="1">
        <a:lnSpc>
          <a:spcPct val="90000"/>
        </a:lnSpc>
        <a:spcBef>
          <a:spcPts val="1000"/>
        </a:spcBef>
        <a:buClr>
          <a:schemeClr val="tx1">
            <a:lumMod val="85000"/>
            <a:lumOff val="15000"/>
          </a:schemeClr>
        </a:buClr>
        <a:buFont typeface="Franklin Gothic Book" panose="020B0503020102020204" pitchFamily="34" charset="0"/>
        <a:buNone/>
        <a:defRPr sz="2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orient="horz" pos="288">
          <p15:clr>
            <a:srgbClr val="F26B43"/>
          </p15:clr>
        </p15:guide>
        <p15:guide id="5" orient="horz" pos="4032">
          <p15:clr>
            <a:srgbClr val="F26B43"/>
          </p15:clr>
        </p15:guide>
        <p15:guide id="6" pos="7296">
          <p15:clr>
            <a:srgbClr val="F26B43"/>
          </p15:clr>
        </p15:guide>
        <p15:guide id="8" orient="horz" pos="3744">
          <p15:clr>
            <a:srgbClr val="F26B43"/>
          </p15:clr>
        </p15:guide>
        <p15:guide id="9" orient="horz" pos="340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B1A38-2457-4851-B3BA-5786C4AFC3DB}"/>
              </a:ext>
            </a:extLst>
          </p:cNvPr>
          <p:cNvSpPr>
            <a:spLocks noGrp="1"/>
          </p:cNvSpPr>
          <p:nvPr>
            <p:ph type="title"/>
          </p:nvPr>
        </p:nvSpPr>
        <p:spPr>
          <a:xfrm>
            <a:off x="609600" y="630777"/>
            <a:ext cx="10972800" cy="523220"/>
          </a:xfrm>
          <a:prstGeom prst="rect">
            <a:avLst/>
          </a:prstGeom>
        </p:spPr>
        <p:txBody>
          <a:bodyPr vert="horz"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A357D84B-2C97-4DAB-BA8B-63DC5A94D40B}"/>
              </a:ext>
            </a:extLst>
          </p:cNvPr>
          <p:cNvSpPr>
            <a:spLocks noGrp="1"/>
          </p:cNvSpPr>
          <p:nvPr>
            <p:ph type="body" idx="1"/>
          </p:nvPr>
        </p:nvSpPr>
        <p:spPr>
          <a:xfrm>
            <a:off x="609600" y="1782762"/>
            <a:ext cx="10972800" cy="438766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Diagonal Lines">
            <a:extLst>
              <a:ext uri="{FF2B5EF4-FFF2-40B4-BE49-F238E27FC236}">
                <a16:creationId xmlns:a16="http://schemas.microsoft.com/office/drawing/2014/main" id="{F5080928-5EC4-4FC8-9166-48DB46ADB19A}"/>
              </a:ext>
            </a:extLst>
          </p:cNvPr>
          <p:cNvPicPr>
            <a:picLocks noChangeAspect="1"/>
          </p:cNvPicPr>
          <p:nvPr userDrawn="1"/>
        </p:nvPicPr>
        <p:blipFill rotWithShape="1">
          <a:blip r:embed="rId23" cstate="print">
            <a:extLst>
              <a:ext uri="{28A0092B-C50C-407E-A947-70E740481C1C}">
                <a14:useLocalDpi xmlns:a14="http://schemas.microsoft.com/office/drawing/2010/main" val="0"/>
              </a:ext>
            </a:extLst>
          </a:blip>
          <a:srcRect t="1" b="4458"/>
          <a:stretch/>
        </p:blipFill>
        <p:spPr>
          <a:xfrm>
            <a:off x="8135104" y="0"/>
            <a:ext cx="4056896" cy="457200"/>
          </a:xfrm>
          <a:prstGeom prst="rect">
            <a:avLst/>
          </a:prstGeom>
        </p:spPr>
      </p:pic>
      <p:cxnSp>
        <p:nvCxnSpPr>
          <p:cNvPr id="8" name="Anchor Line (Gray)">
            <a:extLst>
              <a:ext uri="{FF2B5EF4-FFF2-40B4-BE49-F238E27FC236}">
                <a16:creationId xmlns:a16="http://schemas.microsoft.com/office/drawing/2014/main" id="{BD038ED5-05EB-49DE-9D27-D343B88DF3EC}"/>
              </a:ext>
            </a:extLst>
          </p:cNvPr>
          <p:cNvCxnSpPr>
            <a:cxnSpLocks/>
          </p:cNvCxnSpPr>
          <p:nvPr userDrawn="1"/>
        </p:nvCxnSpPr>
        <p:spPr bwMode="auto">
          <a:xfrm>
            <a:off x="609600" y="475656"/>
            <a:ext cx="685800" cy="0"/>
          </a:xfrm>
          <a:prstGeom prst="line">
            <a:avLst/>
          </a:prstGeom>
          <a:noFill/>
          <a:ln w="38100" cap="flat" cmpd="sng" algn="ctr">
            <a:solidFill>
              <a:schemeClr val="accent5"/>
            </a:solidFill>
            <a:prstDash val="solid"/>
            <a:round/>
            <a:headEnd type="none" w="med" len="med"/>
            <a:tailEnd type="none" w="med" len="med"/>
          </a:ln>
          <a:effectLst/>
        </p:spPr>
      </p:cxnSp>
      <p:sp>
        <p:nvSpPr>
          <p:cNvPr id="9" name="Footer Placeholder 4">
            <a:extLst>
              <a:ext uri="{FF2B5EF4-FFF2-40B4-BE49-F238E27FC236}">
                <a16:creationId xmlns:a16="http://schemas.microsoft.com/office/drawing/2014/main" id="{B73F740A-53D1-48E1-8BBA-9F05C4044F9C}"/>
              </a:ext>
            </a:extLst>
          </p:cNvPr>
          <p:cNvSpPr>
            <a:spLocks noGrp="1"/>
          </p:cNvSpPr>
          <p:nvPr>
            <p:ph type="ftr" sz="quarter" idx="3"/>
          </p:nvPr>
        </p:nvSpPr>
        <p:spPr>
          <a:xfrm>
            <a:off x="609600" y="6356350"/>
            <a:ext cx="7191756" cy="365125"/>
          </a:xfrm>
          <a:prstGeom prst="rect">
            <a:avLst/>
          </a:prstGeom>
        </p:spPr>
        <p:txBody>
          <a:bodyPr vert="horz" lIns="0" tIns="0" rIns="0" bIns="0" rtlCol="0" anchor="ctr"/>
          <a:lstStyle>
            <a:lvl1pPr algn="l">
              <a:defRPr sz="1050">
                <a:solidFill>
                  <a:srgbClr val="909D93"/>
                </a:solidFill>
              </a:defRPr>
            </a:lvl1pPr>
          </a:lstStyle>
          <a:p>
            <a:r>
              <a:rPr lang="en-US"/>
              <a:t>RMWEA IWT 2022 Innovation Seminar</a:t>
            </a:r>
          </a:p>
        </p:txBody>
      </p:sp>
      <p:sp>
        <p:nvSpPr>
          <p:cNvPr id="10" name="Slide Number Placeholder 5">
            <a:extLst>
              <a:ext uri="{FF2B5EF4-FFF2-40B4-BE49-F238E27FC236}">
                <a16:creationId xmlns:a16="http://schemas.microsoft.com/office/drawing/2014/main" id="{FBFFBE9B-4241-43ED-BD46-602B414CD924}"/>
              </a:ext>
            </a:extLst>
          </p:cNvPr>
          <p:cNvSpPr>
            <a:spLocks noGrp="1"/>
          </p:cNvSpPr>
          <p:nvPr>
            <p:ph type="sldNum" sz="quarter" idx="4"/>
          </p:nvPr>
        </p:nvSpPr>
        <p:spPr>
          <a:xfrm>
            <a:off x="8610600" y="6356350"/>
            <a:ext cx="2971800" cy="365125"/>
          </a:xfrm>
          <a:prstGeom prst="rect">
            <a:avLst/>
          </a:prstGeom>
        </p:spPr>
        <p:txBody>
          <a:bodyPr vert="horz" lIns="0" tIns="0" rIns="0" bIns="0" rtlCol="0" anchor="ctr"/>
          <a:lstStyle>
            <a:lvl1pPr algn="r">
              <a:defRPr sz="1050">
                <a:solidFill>
                  <a:srgbClr val="909D93"/>
                </a:solidFill>
              </a:defRPr>
            </a:lvl1pPr>
          </a:lstStyle>
          <a:p>
            <a:fld id="{04E9CEDC-B5D7-4E9A-BA46-5FD30BEA372C}" type="slidenum">
              <a:rPr lang="en-US" smtClean="0"/>
              <a:pPr/>
              <a:t>‹#›</a:t>
            </a:fld>
            <a:endParaRPr lang="en-US"/>
          </a:p>
        </p:txBody>
      </p:sp>
    </p:spTree>
    <p:extLst>
      <p:ext uri="{BB962C8B-B14F-4D97-AF65-F5344CB8AC3E}">
        <p14:creationId xmlns:p14="http://schemas.microsoft.com/office/powerpoint/2010/main" val="3586867067"/>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 id="2147483854" r:id="rId18"/>
    <p:sldLayoutId id="2147483855" r:id="rId19"/>
    <p:sldLayoutId id="2147483856" r:id="rId20"/>
    <p:sldLayoutId id="2147483857" r:id="rId21"/>
  </p:sldLayoutIdLst>
  <p:hf hdr="0" dt="0"/>
  <p:txStyles>
    <p:titleStyle>
      <a:lvl1pPr algn="l" defTabSz="914400" rtl="0" eaLnBrk="1" latinLnBrk="0" hangingPunct="1">
        <a:lnSpc>
          <a:spcPct val="85000"/>
        </a:lnSpc>
        <a:spcBef>
          <a:spcPct val="0"/>
        </a:spcBef>
        <a:buNone/>
        <a:defRPr sz="4000" kern="1200" spc="-50" baseline="0">
          <a:solidFill>
            <a:schemeClr val="tx1"/>
          </a:solidFill>
          <a:latin typeface="+mn-lt"/>
          <a:ea typeface="+mj-ea"/>
          <a:cs typeface="+mj-cs"/>
        </a:defRPr>
      </a:lvl1pPr>
    </p:titleStyle>
    <p:bodyStyle>
      <a:lvl1pPr marL="2286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800" kern="1200">
          <a:solidFill>
            <a:schemeClr val="tx1"/>
          </a:solidFill>
          <a:latin typeface="+mn-lt"/>
          <a:ea typeface="+mn-ea"/>
          <a:cs typeface="+mn-cs"/>
        </a:defRPr>
      </a:lvl1pPr>
      <a:lvl2pPr marL="5715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400" kern="1200">
          <a:solidFill>
            <a:schemeClr val="tx1"/>
          </a:solidFill>
          <a:latin typeface="+mn-lt"/>
          <a:ea typeface="+mn-ea"/>
          <a:cs typeface="+mn-cs"/>
        </a:defRPr>
      </a:lvl2pPr>
      <a:lvl3pPr marL="9144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000" kern="1200">
          <a:solidFill>
            <a:schemeClr val="tx1"/>
          </a:solidFill>
          <a:latin typeface="+mn-lt"/>
          <a:ea typeface="+mn-ea"/>
          <a:cs typeface="+mn-cs"/>
        </a:defRPr>
      </a:lvl3pPr>
      <a:lvl4pPr marL="12573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orient="horz" pos="396">
          <p15:clr>
            <a:srgbClr val="F26B43"/>
          </p15:clr>
        </p15:guide>
        <p15:guide id="5" orient="horz" pos="3888">
          <p15:clr>
            <a:srgbClr val="F26B43"/>
          </p15:clr>
        </p15:guide>
        <p15:guide id="6" pos="7296">
          <p15:clr>
            <a:srgbClr val="F26B43"/>
          </p15:clr>
        </p15:guide>
        <p15:guide id="7" orient="horz" pos="1123">
          <p15:clr>
            <a:srgbClr val="F26B43"/>
          </p15:clr>
        </p15:guide>
        <p15:guide id="8"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opensai.org/bitacora/entornos-de-trabajo-para-ciencia-de-datos-instalando-r-studio-y-anaconda-en-ubuntu-linux-18-04"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52.xml"/><Relationship Id="rId4" Type="http://schemas.openxmlformats.org/officeDocument/2006/relationships/hyperlink" Target="https://opensai.org/bitacora/entornos-de-trabajo-para-ciencia-de-datos-instalando-r-studio-y-anaconda-en-ubuntu-linux-18-0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38.xml"/><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9.xml"/><Relationship Id="rId1" Type="http://schemas.openxmlformats.org/officeDocument/2006/relationships/slideLayout" Target="../slideLayouts/slideLayout2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hyperlink" Target="https://www.sfgate.com/tech/article/stanford-expert-gpt-minnesota-deepfakes-19954595.php" TargetMode="External"/><Relationship Id="rId2" Type="http://schemas.openxmlformats.org/officeDocument/2006/relationships/image" Target="../media/image35.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41.svg"/></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github.com/andrewenvironmental/ace26-genai" TargetMode="Externa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7F33B8E4_0.xml"/><Relationship Id="rId2" Type="http://schemas.openxmlformats.org/officeDocument/2006/relationships/notesSlide" Target="../notesSlides/notesSlide16.xml"/><Relationship Id="rId1" Type="http://schemas.openxmlformats.org/officeDocument/2006/relationships/slideLayout" Target="../slideLayouts/slideLayout128.xml"/></Relationships>
</file>

<file path=ppt/slides/_rels/slide24.xml.rels><?xml version="1.0" encoding="UTF-8" standalone="yes"?>
<Relationships xmlns="http://schemas.openxmlformats.org/package/2006/relationships"><Relationship Id="rId3" Type="http://schemas.openxmlformats.org/officeDocument/2006/relationships/image" Target="../media/image45.gif"/><Relationship Id="rId2" Type="http://schemas.microsoft.com/office/2018/10/relationships/comments" Target="../comments/modernComment_7F33B8EA_9038C3C7.xml"/><Relationship Id="rId1" Type="http://schemas.openxmlformats.org/officeDocument/2006/relationships/slideLayout" Target="../slideLayouts/slideLayout1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hyperlink" Target="https://doi.org/10.2139/ssrn.6702761" TargetMode="External"/><Relationship Id="rId2" Type="http://schemas.openxmlformats.org/officeDocument/2006/relationships/notesSlide" Target="../notesSlides/notesSlide17.xml"/><Relationship Id="rId1" Type="http://schemas.openxmlformats.org/officeDocument/2006/relationships/slideLayout" Target="../slideLayouts/slideLayout128.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8.xml"/></Relationships>
</file>

<file path=ppt/slides/_rels/slide3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2.xml"/><Relationship Id="rId1" Type="http://schemas.openxmlformats.org/officeDocument/2006/relationships/slideLayout" Target="../slideLayouts/slideLayout25.xml"/><Relationship Id="rId6" Type="http://schemas.openxmlformats.org/officeDocument/2006/relationships/image" Target="../media/image58.png"/><Relationship Id="rId5" Type="http://schemas.openxmlformats.org/officeDocument/2006/relationships/image" Target="../media/image57.jpe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128.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8.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jpeg"/><Relationship Id="rId3" Type="http://schemas.openxmlformats.org/officeDocument/2006/relationships/diagramLayout" Target="../diagrams/layout2.xml"/><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image" Target="../media/image66.png"/><Relationship Id="rId5" Type="http://schemas.openxmlformats.org/officeDocument/2006/relationships/diagramColors" Target="../diagrams/colors2.xml"/><Relationship Id="rId10" Type="http://schemas.openxmlformats.org/officeDocument/2006/relationships/image" Target="../media/image65.png"/><Relationship Id="rId4" Type="http://schemas.openxmlformats.org/officeDocument/2006/relationships/diagramQuickStyle" Target="../diagrams/quickStyle2.xml"/><Relationship Id="rId9"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2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2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9.svg"/><Relationship Id="rId7" Type="http://schemas.openxmlformats.org/officeDocument/2006/relationships/image" Target="../media/image70.png"/><Relationship Id="rId2" Type="http://schemas.openxmlformats.org/officeDocument/2006/relationships/notesSlide" Target="../notesSlides/notesSlide34.xml"/><Relationship Id="rId1" Type="http://schemas.openxmlformats.org/officeDocument/2006/relationships/slideLayout" Target="../slideLayouts/slideLayout32.xml"/><Relationship Id="rId6" Type="http://schemas.openxmlformats.org/officeDocument/2006/relationships/hyperlink" Target="mailto:agoldberg@ekiconsult.com" TargetMode="External"/><Relationship Id="rId5" Type="http://schemas.openxmlformats.org/officeDocument/2006/relationships/hyperlink" Target="mailto:%3cdmccormick@brwncald.com" TargetMode="Externa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blue cityscape with a circle and numbers&#10;&#10;Description automatically generated">
            <a:extLst>
              <a:ext uri="{FF2B5EF4-FFF2-40B4-BE49-F238E27FC236}">
                <a16:creationId xmlns:a16="http://schemas.microsoft.com/office/drawing/2014/main" id="{BC759276-0603-B1B2-DADC-52F1E7D387E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8467"/>
          <a:stretch/>
        </p:blipFill>
        <p:spPr>
          <a:xfrm>
            <a:off x="0" y="-281603"/>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8" name="Title 7">
            <a:extLst>
              <a:ext uri="{FF2B5EF4-FFF2-40B4-BE49-F238E27FC236}">
                <a16:creationId xmlns:a16="http://schemas.microsoft.com/office/drawing/2014/main" id="{6FCEDED8-415A-449D-9F38-B52289AF103C}"/>
              </a:ext>
            </a:extLst>
          </p:cNvPr>
          <p:cNvSpPr>
            <a:spLocks noGrp="1"/>
          </p:cNvSpPr>
          <p:nvPr>
            <p:ph type="ctrTitle" idx="4294967295"/>
          </p:nvPr>
        </p:nvSpPr>
        <p:spPr>
          <a:xfrm>
            <a:off x="1155700" y="3830702"/>
            <a:ext cx="10506075" cy="941388"/>
          </a:xfrm>
        </p:spPr>
        <p:txBody>
          <a:bodyPr anchor="ctr"/>
          <a:lstStyle/>
          <a:p>
            <a:pPr algn="l"/>
            <a:r>
              <a:rPr lang="en-US" sz="2400" dirty="0"/>
              <a:t>Dillon McCormick (Brown and Caldwell) </a:t>
            </a:r>
            <a:br>
              <a:rPr lang="en-US" sz="2400" dirty="0"/>
            </a:br>
            <a:r>
              <a:rPr lang="en-US" sz="2400" dirty="0"/>
              <a:t>Andrew Goldberg (EKI Environment &amp; Water, Inc.)</a:t>
            </a:r>
            <a:br>
              <a:rPr lang="en-US" sz="2400" dirty="0"/>
            </a:br>
            <a:r>
              <a:rPr lang="en-US" sz="2400" dirty="0"/>
              <a:t>Craig Jariz &amp; Yoko Koyama (Carollo Engineers)</a:t>
            </a:r>
          </a:p>
        </p:txBody>
      </p:sp>
      <p:sp>
        <p:nvSpPr>
          <p:cNvPr id="14" name="TextBox 13">
            <a:extLst>
              <a:ext uri="{FF2B5EF4-FFF2-40B4-BE49-F238E27FC236}">
                <a16:creationId xmlns:a16="http://schemas.microsoft.com/office/drawing/2014/main" id="{6E6D0318-20AB-B4D0-B3A3-D16652452BEE}"/>
              </a:ext>
            </a:extLst>
          </p:cNvPr>
          <p:cNvSpPr txBox="1"/>
          <p:nvPr/>
        </p:nvSpPr>
        <p:spPr>
          <a:xfrm>
            <a:off x="1155700" y="4802947"/>
            <a:ext cx="79990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b="0" i="0" u="none" strike="noStrike" baseline="0" dirty="0">
                <a:solidFill>
                  <a:srgbClr val="000000"/>
                </a:solidFill>
                <a:ea typeface="+mn-lt"/>
                <a:cs typeface="+mn-lt"/>
              </a:rPr>
              <a:t>ACE</a:t>
            </a:r>
          </a:p>
          <a:p>
            <a:r>
              <a:rPr lang="en-US" sz="2700" dirty="0">
                <a:solidFill>
                  <a:srgbClr val="000000"/>
                </a:solidFill>
                <a:ea typeface="+mn-lt"/>
                <a:cs typeface="+mn-lt"/>
              </a:rPr>
              <a:t>June 2026</a:t>
            </a:r>
            <a:endParaRPr lang="en-US" sz="2400" dirty="0"/>
          </a:p>
        </p:txBody>
      </p:sp>
      <p:pic>
        <p:nvPicPr>
          <p:cNvPr id="2" name="Picture 1" descr="Sponsers &amp; Supporters — Engineers Without Borders - Chicagoland Chapter">
            <a:extLst>
              <a:ext uri="{FF2B5EF4-FFF2-40B4-BE49-F238E27FC236}">
                <a16:creationId xmlns:a16="http://schemas.microsoft.com/office/drawing/2014/main" id="{82CC9EE3-BEE2-14EB-84AB-3F2484431EC7}"/>
              </a:ext>
            </a:extLst>
          </p:cNvPr>
          <p:cNvPicPr>
            <a:picLocks noChangeAspect="1"/>
          </p:cNvPicPr>
          <p:nvPr/>
        </p:nvPicPr>
        <p:blipFill>
          <a:blip r:embed="rId5"/>
          <a:stretch>
            <a:fillRect/>
          </a:stretch>
        </p:blipFill>
        <p:spPr>
          <a:xfrm>
            <a:off x="4625210" y="5448350"/>
            <a:ext cx="1401515" cy="1401515"/>
          </a:xfrm>
          <a:prstGeom prst="rect">
            <a:avLst/>
          </a:prstGeom>
        </p:spPr>
      </p:pic>
      <p:pic>
        <p:nvPicPr>
          <p:cNvPr id="1026" name="Picture 2" descr="Carollo Engineers | UltraFacility">
            <a:extLst>
              <a:ext uri="{FF2B5EF4-FFF2-40B4-BE49-F238E27FC236}">
                <a16:creationId xmlns:a16="http://schemas.microsoft.com/office/drawing/2014/main" id="{7643F9C0-CA56-A59F-9204-41BD6938C8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3676" y="5885657"/>
            <a:ext cx="2998413" cy="4714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KI Environment + Water - EKI">
            <a:extLst>
              <a:ext uri="{FF2B5EF4-FFF2-40B4-BE49-F238E27FC236}">
                <a16:creationId xmlns:a16="http://schemas.microsoft.com/office/drawing/2014/main" id="{A33FF3ED-7DE9-6F39-F154-55D3DBEF87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5700" y="5787992"/>
            <a:ext cx="2685121" cy="666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969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E22B89-C901-67D1-D8D9-0C3009D5414F}"/>
              </a:ext>
            </a:extLst>
          </p:cNvPr>
          <p:cNvSpPr>
            <a:spLocks noGrp="1"/>
          </p:cNvSpPr>
          <p:nvPr>
            <p:ph type="sldNum" sz="quarter" idx="11"/>
          </p:nvPr>
        </p:nvSpPr>
        <p:spPr/>
        <p:txBody>
          <a:bodyPr/>
          <a:lstStyle/>
          <a:p>
            <a:fld id="{83D12EE2-0A52-405F-9235-0A5D75AB581D}" type="slidenum">
              <a:rPr lang="en-US" smtClean="0"/>
              <a:pPr/>
              <a:t>2</a:t>
            </a:fld>
            <a:endParaRPr lang="en-US"/>
          </a:p>
        </p:txBody>
      </p:sp>
      <p:pic>
        <p:nvPicPr>
          <p:cNvPr id="4" name="Picture 3" descr="A blue cityscape with a circle and numbers&#10;&#10;Description automatically generated">
            <a:extLst>
              <a:ext uri="{FF2B5EF4-FFF2-40B4-BE49-F238E27FC236}">
                <a16:creationId xmlns:a16="http://schemas.microsoft.com/office/drawing/2014/main" id="{8229F82C-C5F4-A8CD-1655-AAD7428C518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8467"/>
          <a:stretch/>
        </p:blipFill>
        <p:spPr>
          <a:xfrm>
            <a:off x="0" y="-281603"/>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5" name="TextBox 4">
            <a:extLst>
              <a:ext uri="{FF2B5EF4-FFF2-40B4-BE49-F238E27FC236}">
                <a16:creationId xmlns:a16="http://schemas.microsoft.com/office/drawing/2014/main" id="{2CCF025B-C010-BCE7-0CB8-21267A9C8355}"/>
              </a:ext>
            </a:extLst>
          </p:cNvPr>
          <p:cNvSpPr txBox="1"/>
          <p:nvPr/>
        </p:nvSpPr>
        <p:spPr>
          <a:xfrm>
            <a:off x="726566" y="3442859"/>
            <a:ext cx="3229553" cy="707886"/>
          </a:xfrm>
          <a:prstGeom prst="rect">
            <a:avLst/>
          </a:prstGeom>
          <a:noFill/>
        </p:spPr>
        <p:txBody>
          <a:bodyPr wrap="square" rtlCol="0">
            <a:spAutoFit/>
          </a:bodyPr>
          <a:lstStyle/>
          <a:p>
            <a:r>
              <a:rPr lang="en-US" sz="4000"/>
              <a:t>Agenda</a:t>
            </a:r>
            <a:endParaRPr lang="en-US"/>
          </a:p>
        </p:txBody>
      </p:sp>
      <p:sp>
        <p:nvSpPr>
          <p:cNvPr id="6" name="TextBox 5">
            <a:extLst>
              <a:ext uri="{FF2B5EF4-FFF2-40B4-BE49-F238E27FC236}">
                <a16:creationId xmlns:a16="http://schemas.microsoft.com/office/drawing/2014/main" id="{C40F80E5-C9C3-FBCE-0F47-964999E6EEF0}"/>
              </a:ext>
            </a:extLst>
          </p:cNvPr>
          <p:cNvSpPr txBox="1"/>
          <p:nvPr/>
        </p:nvSpPr>
        <p:spPr>
          <a:xfrm>
            <a:off x="727520" y="4144217"/>
            <a:ext cx="10947243" cy="2677656"/>
          </a:xfrm>
          <a:prstGeom prst="rect">
            <a:avLst/>
          </a:prstGeom>
          <a:noFill/>
        </p:spPr>
        <p:txBody>
          <a:bodyPr wrap="square" lIns="91440" tIns="45720" rIns="91440" bIns="45720" rtlCol="0" anchor="t">
            <a:spAutoFit/>
          </a:bodyPr>
          <a:lstStyle/>
          <a:p>
            <a:pPr marL="342900" indent="-342900">
              <a:buFont typeface="+mj-lt"/>
              <a:buAutoNum type="arabicPeriod"/>
            </a:pPr>
            <a:r>
              <a:rPr lang="en-US" sz="2400" dirty="0"/>
              <a:t>Background – What is Generative Artificial Intelligence?</a:t>
            </a:r>
          </a:p>
          <a:p>
            <a:pPr marL="342900" indent="-342900">
              <a:buFont typeface="+mj-lt"/>
              <a:buAutoNum type="arabicPeriod"/>
            </a:pPr>
            <a:r>
              <a:rPr lang="en-US" sz="2400" dirty="0"/>
              <a:t>Quick Examples of Gen AI for the Water Sector</a:t>
            </a:r>
          </a:p>
          <a:p>
            <a:pPr marL="342900" indent="-342900">
              <a:buFont typeface="+mj-lt"/>
              <a:buAutoNum type="arabicPeriod"/>
            </a:pPr>
            <a:r>
              <a:rPr lang="en-US" sz="2400" dirty="0"/>
              <a:t>Limitations of GenAI</a:t>
            </a:r>
          </a:p>
          <a:p>
            <a:pPr marL="342900" indent="-342900">
              <a:buFont typeface="+mj-lt"/>
              <a:buAutoNum type="arabicPeriod"/>
            </a:pPr>
            <a:r>
              <a:rPr lang="en-US" sz="2400" dirty="0"/>
              <a:t>The future of GenAI: Working with Agents</a:t>
            </a:r>
          </a:p>
          <a:p>
            <a:pPr marL="342900" indent="-342900">
              <a:buFont typeface="+mj-lt"/>
              <a:buAutoNum type="arabicPeriod"/>
            </a:pPr>
            <a:r>
              <a:rPr lang="en-US" sz="2400" dirty="0"/>
              <a:t>Activity Parts 1 &amp; 2 (Overcoming limitations of GenAI; Working with Agents)</a:t>
            </a:r>
          </a:p>
          <a:p>
            <a:pPr marL="342900" indent="-342900">
              <a:buFont typeface="+mj-lt"/>
              <a:buAutoNum type="arabicPeriod"/>
            </a:pPr>
            <a:r>
              <a:rPr lang="en-US" sz="2400" dirty="0"/>
              <a:t>Adoption Guidance</a:t>
            </a:r>
          </a:p>
          <a:p>
            <a:pPr marL="342900" indent="-342900">
              <a:buAutoNum type="arabicPeriod"/>
            </a:pPr>
            <a:r>
              <a:rPr lang="en-US" sz="2400" dirty="0"/>
              <a:t>Conclusion &amp; Wrap-up</a:t>
            </a:r>
            <a:endParaRPr lang="en-US" dirty="0"/>
          </a:p>
        </p:txBody>
      </p:sp>
    </p:spTree>
    <p:extLst>
      <p:ext uri="{BB962C8B-B14F-4D97-AF65-F5344CB8AC3E}">
        <p14:creationId xmlns:p14="http://schemas.microsoft.com/office/powerpoint/2010/main" val="258944624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B6A696B7-18E6-7F1F-5DAC-9C69FD21AFFA}"/>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B93773C-1EFB-6F91-86BB-C88017E5BA31}"/>
              </a:ext>
            </a:extLst>
          </p:cNvPr>
          <p:cNvSpPr>
            <a:spLocks noGrp="1"/>
          </p:cNvSpPr>
          <p:nvPr>
            <p:ph type="body" sz="quarter" idx="12"/>
          </p:nvPr>
        </p:nvSpPr>
        <p:spPr>
          <a:xfrm>
            <a:off x="609600" y="3428999"/>
            <a:ext cx="10972800" cy="1982349"/>
          </a:xfrm>
        </p:spPr>
        <p:txBody>
          <a:bodyPr vert="horz" lIns="0" tIns="0" rIns="0" bIns="0" rtlCol="0" anchor="t">
            <a:normAutofit/>
          </a:bodyPr>
          <a:lstStyle/>
          <a:p>
            <a:r>
              <a:rPr lang="en-US" sz="3200"/>
              <a:t>What is artificial intelligence, what is generative artificial intelligence, and why are we interested in this technology?</a:t>
            </a:r>
          </a:p>
        </p:txBody>
      </p:sp>
      <p:sp>
        <p:nvSpPr>
          <p:cNvPr id="5" name="Title 4">
            <a:extLst>
              <a:ext uri="{FF2B5EF4-FFF2-40B4-BE49-F238E27FC236}">
                <a16:creationId xmlns:a16="http://schemas.microsoft.com/office/drawing/2014/main" id="{1A765590-0920-FEEE-D992-DC54210C3C0D}"/>
              </a:ext>
            </a:extLst>
          </p:cNvPr>
          <p:cNvSpPr>
            <a:spLocks noGrp="1"/>
          </p:cNvSpPr>
          <p:nvPr>
            <p:ph type="title"/>
          </p:nvPr>
        </p:nvSpPr>
        <p:spPr/>
        <p:txBody>
          <a:bodyPr/>
          <a:lstStyle/>
          <a:p>
            <a:r>
              <a:rPr lang="en-US" sz="4800" dirty="0"/>
              <a:t>Introduction to GenAI for Water Professionals</a:t>
            </a:r>
          </a:p>
        </p:txBody>
      </p:sp>
      <p:pic>
        <p:nvPicPr>
          <p:cNvPr id="3" name="Picture 2" descr="A black background with white text&#10;&#10;AI-generated content may be incorrect.">
            <a:extLst>
              <a:ext uri="{FF2B5EF4-FFF2-40B4-BE49-F238E27FC236}">
                <a16:creationId xmlns:a16="http://schemas.microsoft.com/office/drawing/2014/main" id="{786ED0B2-5C0B-D204-6839-2170D3854C97}"/>
              </a:ext>
            </a:extLst>
          </p:cNvPr>
          <p:cNvPicPr>
            <a:picLocks noChangeAspect="1"/>
          </p:cNvPicPr>
          <p:nvPr/>
        </p:nvPicPr>
        <p:blipFill>
          <a:blip r:embed="rId3"/>
          <a:stretch>
            <a:fillRect/>
          </a:stretch>
        </p:blipFill>
        <p:spPr>
          <a:xfrm>
            <a:off x="3174880" y="5903214"/>
            <a:ext cx="1773449" cy="487753"/>
          </a:xfrm>
          <a:prstGeom prst="rect">
            <a:avLst/>
          </a:prstGeom>
        </p:spPr>
      </p:pic>
    </p:spTree>
    <p:extLst>
      <p:ext uri="{BB962C8B-B14F-4D97-AF65-F5344CB8AC3E}">
        <p14:creationId xmlns:p14="http://schemas.microsoft.com/office/powerpoint/2010/main" val="2023297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D55BBF-E47D-8147-2E9C-95646600C149}"/>
              </a:ext>
            </a:extLst>
          </p:cNvPr>
          <p:cNvSpPr>
            <a:spLocks noGrp="1"/>
          </p:cNvSpPr>
          <p:nvPr>
            <p:ph sz="half" idx="1"/>
          </p:nvPr>
        </p:nvSpPr>
        <p:spPr>
          <a:xfrm>
            <a:off x="609599" y="1365820"/>
            <a:ext cx="4730331" cy="4868653"/>
          </a:xfrm>
        </p:spPr>
        <p:txBody>
          <a:bodyPr vert="horz" lIns="0" tIns="0" rIns="0" bIns="0" rtlCol="0" anchor="t">
            <a:noAutofit/>
          </a:bodyPr>
          <a:lstStyle/>
          <a:p>
            <a:r>
              <a:rPr lang="en-US" sz="2400">
                <a:ea typeface="+mn-lt"/>
                <a:cs typeface="+mn-lt"/>
              </a:rPr>
              <a:t>AI is a </a:t>
            </a:r>
            <a:r>
              <a:rPr lang="en-US" sz="2400" b="1">
                <a:ea typeface="+mn-lt"/>
                <a:cs typeface="+mn-lt"/>
              </a:rPr>
              <a:t>broad field </a:t>
            </a:r>
            <a:r>
              <a:rPr lang="en-US" sz="2400">
                <a:ea typeface="+mn-lt"/>
                <a:cs typeface="+mn-lt"/>
              </a:rPr>
              <a:t>of computer science focused on creating systems that can perform tasks that typically require human intelligence, such as learning, reasoning, problem-solving, language understanding, and decision-making. </a:t>
            </a:r>
            <a:endParaRPr lang="en-US" sz="2400"/>
          </a:p>
          <a:p>
            <a:r>
              <a:rPr lang="en-US" sz="2400">
                <a:ea typeface="+mn-lt"/>
                <a:cs typeface="+mn-lt"/>
              </a:rPr>
              <a:t>Generative AI (GenAI) is a subset of AI that creates content such as </a:t>
            </a:r>
            <a:r>
              <a:rPr lang="en-US" sz="2400" b="1" i="1">
                <a:ea typeface="+mn-lt"/>
                <a:cs typeface="+mn-lt"/>
              </a:rPr>
              <a:t>text, images, or video </a:t>
            </a:r>
            <a:r>
              <a:rPr lang="en-US" sz="2400">
                <a:ea typeface="+mn-lt"/>
                <a:cs typeface="+mn-lt"/>
              </a:rPr>
              <a:t>based on patterns learned from large datasets.</a:t>
            </a:r>
            <a:endParaRPr lang="en-US" sz="2400"/>
          </a:p>
        </p:txBody>
      </p:sp>
      <p:sp>
        <p:nvSpPr>
          <p:cNvPr id="3" name="Title 2">
            <a:extLst>
              <a:ext uri="{FF2B5EF4-FFF2-40B4-BE49-F238E27FC236}">
                <a16:creationId xmlns:a16="http://schemas.microsoft.com/office/drawing/2014/main" id="{DBCBDB3D-5F1F-EF09-1B59-127FE6F1272A}"/>
              </a:ext>
            </a:extLst>
          </p:cNvPr>
          <p:cNvSpPr>
            <a:spLocks noGrp="1"/>
          </p:cNvSpPr>
          <p:nvPr>
            <p:ph type="title"/>
          </p:nvPr>
        </p:nvSpPr>
        <p:spPr>
          <a:xfrm>
            <a:off x="609600" y="630777"/>
            <a:ext cx="11317856" cy="732508"/>
          </a:xfrm>
        </p:spPr>
        <p:txBody>
          <a:bodyPr/>
          <a:lstStyle/>
          <a:p>
            <a:r>
              <a:rPr lang="en-US" sz="2800"/>
              <a:t>What is Artificial Intelligence (AI) and Generative Artificial Intelligence (GenAI)?</a:t>
            </a:r>
            <a:endParaRPr lang="en-US"/>
          </a:p>
        </p:txBody>
      </p:sp>
      <p:pic>
        <p:nvPicPr>
          <p:cNvPr id="25" name="Picture 24" descr="A diagram of machine learning&#10;&#10;AI-generated content may be incorrect.">
            <a:extLst>
              <a:ext uri="{FF2B5EF4-FFF2-40B4-BE49-F238E27FC236}">
                <a16:creationId xmlns:a16="http://schemas.microsoft.com/office/drawing/2014/main" id="{DE61D639-9EA0-88D1-96EC-CFD3B39F82C1}"/>
              </a:ext>
            </a:extLst>
          </p:cNvPr>
          <p:cNvPicPr>
            <a:picLocks noChangeAspect="1"/>
          </p:cNvPicPr>
          <p:nvPr/>
        </p:nvPicPr>
        <p:blipFill>
          <a:blip r:embed="rId3"/>
          <a:stretch>
            <a:fillRect/>
          </a:stretch>
        </p:blipFill>
        <p:spPr>
          <a:xfrm>
            <a:off x="5339663" y="1367827"/>
            <a:ext cx="5078262" cy="4869971"/>
          </a:xfrm>
          <a:prstGeom prst="rect">
            <a:avLst/>
          </a:prstGeom>
        </p:spPr>
      </p:pic>
      <p:sp>
        <p:nvSpPr>
          <p:cNvPr id="8" name="Arrow: Left 7">
            <a:extLst>
              <a:ext uri="{FF2B5EF4-FFF2-40B4-BE49-F238E27FC236}">
                <a16:creationId xmlns:a16="http://schemas.microsoft.com/office/drawing/2014/main" id="{53019F80-DA5D-ADCA-BC11-843BD07BAFB2}"/>
              </a:ext>
            </a:extLst>
          </p:cNvPr>
          <p:cNvSpPr/>
          <p:nvPr/>
        </p:nvSpPr>
        <p:spPr>
          <a:xfrm>
            <a:off x="10148139" y="5103070"/>
            <a:ext cx="2039316" cy="735740"/>
          </a:xfrm>
          <a:prstGeom prst="leftArrow">
            <a:avLst/>
          </a:prstGeom>
          <a:solidFill>
            <a:srgbClr val="004F6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Focus for today</a:t>
            </a:r>
          </a:p>
        </p:txBody>
      </p:sp>
    </p:spTree>
    <p:extLst>
      <p:ext uri="{BB962C8B-B14F-4D97-AF65-F5344CB8AC3E}">
        <p14:creationId xmlns:p14="http://schemas.microsoft.com/office/powerpoint/2010/main" val="189973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73384B91-B04C-F813-1791-86D0D4AFE781}"/>
              </a:ext>
            </a:extLst>
          </p:cNvPr>
          <p:cNvSpPr>
            <a:spLocks noGrp="1"/>
          </p:cNvSpPr>
          <p:nvPr>
            <p:ph type="body" sz="quarter" idx="28"/>
          </p:nvPr>
        </p:nvSpPr>
        <p:spPr>
          <a:xfrm>
            <a:off x="6275388" y="2286092"/>
            <a:ext cx="5667374" cy="2120427"/>
          </a:xfrm>
        </p:spPr>
        <p:txBody>
          <a:bodyPr anchor="t">
            <a:normAutofit/>
          </a:bodyPr>
          <a:lstStyle/>
          <a:p>
            <a:pPr marL="0" indent="0">
              <a:buNone/>
            </a:pPr>
            <a:r>
              <a:rPr lang="en-US" sz="3600" dirty="0">
                <a:solidFill>
                  <a:schemeClr val="accent3"/>
                </a:solidFill>
                <a:latin typeface="Franklin Gothic Medium" panose="020B0603020102020204" pitchFamily="34" charset="0"/>
              </a:rPr>
              <a:t>A type of artificial intelligence (AI) program that can understand and generate human language</a:t>
            </a:r>
            <a:r>
              <a:rPr lang="en-US" sz="3600" dirty="0">
                <a:solidFill>
                  <a:schemeClr val="accent6"/>
                </a:solidFill>
                <a:latin typeface="Franklin Gothic Medium" panose="020B0603020102020204" pitchFamily="34" charset="0"/>
              </a:rPr>
              <a:t> </a:t>
            </a:r>
          </a:p>
        </p:txBody>
      </p:sp>
      <p:sp>
        <p:nvSpPr>
          <p:cNvPr id="9" name="Title 8">
            <a:extLst>
              <a:ext uri="{FF2B5EF4-FFF2-40B4-BE49-F238E27FC236}">
                <a16:creationId xmlns:a16="http://schemas.microsoft.com/office/drawing/2014/main" id="{35789F08-32A8-930E-114B-22285A77824E}"/>
              </a:ext>
            </a:extLst>
          </p:cNvPr>
          <p:cNvSpPr>
            <a:spLocks noGrp="1"/>
          </p:cNvSpPr>
          <p:nvPr>
            <p:ph type="title"/>
          </p:nvPr>
        </p:nvSpPr>
        <p:spPr>
          <a:xfrm>
            <a:off x="6275387" y="630777"/>
            <a:ext cx="5915025" cy="1737360"/>
          </a:xfrm>
        </p:spPr>
        <p:txBody>
          <a:bodyPr/>
          <a:lstStyle/>
          <a:p>
            <a:pPr algn="l"/>
            <a:r>
              <a:rPr lang="en-US" sz="4000">
                <a:latin typeface="Franklin Gothic Book" panose="020B0503020102020204"/>
              </a:rPr>
              <a:t>What is a Large Language Model (LLM)?</a:t>
            </a:r>
            <a:br>
              <a:rPr lang="en-US" sz="4000">
                <a:latin typeface="Franklin Gothic Book" panose="020B0503020102020204"/>
              </a:rPr>
            </a:br>
            <a:endParaRPr lang="en-US" b="1"/>
          </a:p>
        </p:txBody>
      </p:sp>
      <p:pic>
        <p:nvPicPr>
          <p:cNvPr id="12" name="Content Placeholder 4" descr="A person typing on a computer&#10;&#10;Description automatically generated">
            <a:extLst>
              <a:ext uri="{FF2B5EF4-FFF2-40B4-BE49-F238E27FC236}">
                <a16:creationId xmlns:a16="http://schemas.microsoft.com/office/drawing/2014/main" id="{C4FE47AA-8CAC-57B9-74F6-ACD671D3DBB6}"/>
              </a:ext>
            </a:extLst>
          </p:cNvPr>
          <p:cNvPicPr>
            <a:picLocks noGrp="1" noChangeAspect="1"/>
          </p:cNvPicPr>
          <p:nvPr>
            <p:ph type="pic" sz="quarter" idx="15"/>
          </p:nvPr>
        </p:nvPicPr>
        <p:blipFill>
          <a:blip r:embed="rId3"/>
          <a:srcRect l="21250" r="21250"/>
          <a:stretch>
            <a:fillRect/>
          </a:stretch>
        </p:blipFill>
        <p:spPr>
          <a:xfrm>
            <a:off x="0" y="0"/>
            <a:ext cx="5915025" cy="6858000"/>
          </a:xfrm>
          <a:prstGeom prst="rect">
            <a:avLst/>
          </a:prstGeom>
        </p:spPr>
      </p:pic>
      <p:sp>
        <p:nvSpPr>
          <p:cNvPr id="13" name="Text Placeholder 19">
            <a:extLst>
              <a:ext uri="{FF2B5EF4-FFF2-40B4-BE49-F238E27FC236}">
                <a16:creationId xmlns:a16="http://schemas.microsoft.com/office/drawing/2014/main" id="{0CCDF998-B297-DF68-136E-1E3376643390}"/>
              </a:ext>
            </a:extLst>
          </p:cNvPr>
          <p:cNvSpPr txBox="1">
            <a:spLocks/>
          </p:cNvSpPr>
          <p:nvPr/>
        </p:nvSpPr>
        <p:spPr>
          <a:xfrm>
            <a:off x="4029074" y="3429001"/>
            <a:ext cx="7553325" cy="2743199"/>
          </a:xfrm>
          <a:prstGeom prst="rect">
            <a:avLst/>
          </a:prstGeom>
        </p:spPr>
        <p:txBody>
          <a:bodyPr lIns="0" tIns="182880" rIns="0" bIns="0">
            <a:normAutofit/>
          </a:bodyPr>
          <a:lstStyle>
            <a:lvl1pPr marL="2286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800" kern="1200">
                <a:solidFill>
                  <a:schemeClr val="tx1"/>
                </a:solidFill>
                <a:latin typeface="+mn-lt"/>
                <a:ea typeface="+mn-ea"/>
                <a:cs typeface="+mn-cs"/>
              </a:defRPr>
            </a:lvl1pPr>
            <a:lvl2pPr marL="5715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400" kern="1200">
                <a:solidFill>
                  <a:schemeClr val="tx1"/>
                </a:solidFill>
                <a:latin typeface="+mn-lt"/>
                <a:ea typeface="+mn-ea"/>
                <a:cs typeface="+mn-cs"/>
              </a:defRPr>
            </a:lvl2pPr>
            <a:lvl3pPr marL="9144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2000" kern="1200">
                <a:solidFill>
                  <a:schemeClr val="tx1"/>
                </a:solidFill>
                <a:latin typeface="+mn-lt"/>
                <a:ea typeface="+mn-ea"/>
                <a:cs typeface="+mn-cs"/>
              </a:defRPr>
            </a:lvl3pPr>
            <a:lvl4pPr marL="12573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600"/>
              </a:spcAft>
              <a:buClr>
                <a:srgbClr val="909D93"/>
              </a:buClr>
              <a:buFont typeface="Franklin Gothic Book" panose="020B05030201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
                <a:srgbClr val="909D93"/>
              </a:buClr>
              <a:buSzTx/>
              <a:buFont typeface="Franklin Gothic Book" panose="020B0503020102020204" pitchFamily="34" charset="0"/>
              <a:buNone/>
              <a:tabLst/>
              <a:defRPr/>
            </a:pPr>
            <a:endParaRPr kumimoji="0" lang="en-US" sz="1800" b="0" i="0" u="none" strike="noStrike" kern="1200" cap="none" spc="0" normalizeH="0" baseline="0" noProof="0">
              <a:ln>
                <a:noFill/>
              </a:ln>
              <a:solidFill>
                <a:srgbClr val="000000"/>
              </a:solidFill>
              <a:effectLst/>
              <a:uLnTx/>
              <a:uFillTx/>
              <a:latin typeface="Franklin Gothic Book"/>
              <a:ea typeface="+mn-ea"/>
              <a:cs typeface="+mn-cs"/>
            </a:endParaRPr>
          </a:p>
        </p:txBody>
      </p:sp>
      <p:sp>
        <p:nvSpPr>
          <p:cNvPr id="14" name="Title 18">
            <a:extLst>
              <a:ext uri="{FF2B5EF4-FFF2-40B4-BE49-F238E27FC236}">
                <a16:creationId xmlns:a16="http://schemas.microsoft.com/office/drawing/2014/main" id="{F8072D8A-79B4-45A1-4BB0-4BA134BB435A}"/>
              </a:ext>
            </a:extLst>
          </p:cNvPr>
          <p:cNvSpPr txBox="1">
            <a:spLocks/>
          </p:cNvSpPr>
          <p:nvPr/>
        </p:nvSpPr>
        <p:spPr>
          <a:xfrm>
            <a:off x="4029074" y="1782763"/>
            <a:ext cx="7553326" cy="1192449"/>
          </a:xfrm>
          <a:prstGeom prst="rect">
            <a:avLst/>
          </a:prstGeom>
        </p:spPr>
        <p:txBody>
          <a:bodyPr lIns="0" tIns="0" rIns="0" bIns="0" anchor="b"/>
          <a:lstStyle>
            <a:lvl1pPr algn="l" defTabSz="914400" rtl="0" eaLnBrk="1" latinLnBrk="0" hangingPunct="1">
              <a:lnSpc>
                <a:spcPct val="85000"/>
              </a:lnSpc>
              <a:spcBef>
                <a:spcPct val="0"/>
              </a:spcBef>
              <a:buNone/>
              <a:defRPr sz="4000" kern="1200" spc="-50" baseline="0">
                <a:solidFill>
                  <a:schemeClr val="tx1"/>
                </a:solidFill>
                <a:latin typeface="+mn-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endParaRPr kumimoji="0" lang="en-US" sz="4800" b="0" i="0" u="none" strike="noStrike" kern="1200" cap="none" spc="-50" normalizeH="0" baseline="0" noProof="0">
              <a:ln>
                <a:noFill/>
              </a:ln>
              <a:solidFill>
                <a:srgbClr val="000000"/>
              </a:solidFill>
              <a:effectLst/>
              <a:uLnTx/>
              <a:uFillTx/>
              <a:latin typeface="Franklin Gothic Book" panose="020B0503020102020204"/>
              <a:ea typeface="+mj-ea"/>
              <a:cs typeface="+mj-cs"/>
            </a:endParaRPr>
          </a:p>
        </p:txBody>
      </p:sp>
      <p:cxnSp>
        <p:nvCxnSpPr>
          <p:cNvPr id="15" name="Anchor Line (Gray)">
            <a:extLst>
              <a:ext uri="{FF2B5EF4-FFF2-40B4-BE49-F238E27FC236}">
                <a16:creationId xmlns:a16="http://schemas.microsoft.com/office/drawing/2014/main" id="{72C7CB3A-32DF-8632-9239-41C0BB7214BE}"/>
              </a:ext>
            </a:extLst>
          </p:cNvPr>
          <p:cNvCxnSpPr>
            <a:cxnSpLocks/>
          </p:cNvCxnSpPr>
          <p:nvPr/>
        </p:nvCxnSpPr>
        <p:spPr bwMode="auto">
          <a:xfrm>
            <a:off x="4029074" y="3449474"/>
            <a:ext cx="685800" cy="0"/>
          </a:xfrm>
          <a:prstGeom prst="line">
            <a:avLst/>
          </a:prstGeom>
          <a:noFill/>
          <a:ln w="38100" cap="flat" cmpd="sng" algn="ctr">
            <a:solidFill>
              <a:schemeClr val="accent3"/>
            </a:solidFill>
            <a:prstDash val="solid"/>
            <a:round/>
            <a:headEnd type="none" w="med" len="med"/>
            <a:tailEnd type="none" w="med" len="med"/>
          </a:ln>
          <a:effectLst/>
        </p:spPr>
      </p:cxnSp>
      <p:sp>
        <p:nvSpPr>
          <p:cNvPr id="2" name="Text Placeholder 10">
            <a:extLst>
              <a:ext uri="{FF2B5EF4-FFF2-40B4-BE49-F238E27FC236}">
                <a16:creationId xmlns:a16="http://schemas.microsoft.com/office/drawing/2014/main" id="{92D50DCA-0419-58E3-35E5-2D6276363B32}"/>
              </a:ext>
            </a:extLst>
          </p:cNvPr>
          <p:cNvSpPr txBox="1">
            <a:spLocks/>
          </p:cNvSpPr>
          <p:nvPr/>
        </p:nvSpPr>
        <p:spPr>
          <a:xfrm>
            <a:off x="6275388" y="4896853"/>
            <a:ext cx="2448039" cy="1666552"/>
          </a:xfrm>
          <a:prstGeom prst="rect">
            <a:avLst/>
          </a:prstGeom>
        </p:spPr>
        <p:txBody>
          <a:bodyPr vert="horz" lIns="0" tIns="0" rIns="0" bIns="0" rtlCol="0" anchor="t">
            <a:normAutofit/>
          </a:bodyPr>
          <a:lstStyle>
            <a:lvl1pPr marL="0" indent="0" algn="l" defTabSz="914400" rtl="0" eaLnBrk="1" latinLnBrk="0" hangingPunct="1">
              <a:lnSpc>
                <a:spcPct val="90000"/>
              </a:lnSpc>
              <a:spcBef>
                <a:spcPts val="1000"/>
              </a:spcBef>
              <a:buClr>
                <a:schemeClr val="tx1">
                  <a:lumMod val="85000"/>
                  <a:lumOff val="15000"/>
                </a:schemeClr>
              </a:buClr>
              <a:buFont typeface="Franklin Gothic Book" panose="020B0503020102020204" pitchFamily="34" charset="0"/>
              <a:buNone/>
              <a:defRPr sz="2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chemeClr val="tx1">
                  <a:lumMod val="85000"/>
                  <a:lumOff val="15000"/>
                </a:schemeClr>
              </a:buClr>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chemeClr val="tx1">
                  <a:lumMod val="85000"/>
                  <a:lumOff val="15000"/>
                </a:schemeClr>
              </a:buClr>
              <a:buFont typeface="Franklin Gothic Book" panose="020B05030201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0000">
                  <a:lumMod val="85000"/>
                  <a:lumOff val="15000"/>
                </a:srgbClr>
              </a:buClr>
              <a:defRPr/>
            </a:pPr>
            <a:r>
              <a:rPr lang="en-US" sz="2800" dirty="0"/>
              <a:t>Commonly used tools powered by LLMs</a:t>
            </a:r>
            <a:endParaRPr kumimoji="0" lang="en-US" sz="2800" b="0" i="0" u="none" strike="noStrike" kern="1200" cap="none" spc="0" normalizeH="0" baseline="0" noProof="0" dirty="0">
              <a:ln>
                <a:noFill/>
              </a:ln>
              <a:solidFill>
                <a:srgbClr val="000000"/>
              </a:solidFill>
              <a:effectLst/>
              <a:uLnTx/>
              <a:uFillTx/>
              <a:latin typeface="Franklin Gothic Medium" panose="020B0603020102020204" pitchFamily="34" charset="0"/>
              <a:ea typeface="+mn-ea"/>
              <a:cs typeface="+mn-cs"/>
            </a:endParaRPr>
          </a:p>
        </p:txBody>
      </p:sp>
      <p:pic>
        <p:nvPicPr>
          <p:cNvPr id="3" name="Picture 22" descr="openai&quot; Icon - Download for free – Iconduck">
            <a:extLst>
              <a:ext uri="{FF2B5EF4-FFF2-40B4-BE49-F238E27FC236}">
                <a16:creationId xmlns:a16="http://schemas.microsoft.com/office/drawing/2014/main" id="{663EBAA2-56B6-6E22-25CA-3B2E8A1727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4268" y="4905761"/>
            <a:ext cx="1329831" cy="1348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AE4668D-E075-0F17-2BC3-F8235C6A4D8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87119" y="4905761"/>
            <a:ext cx="1348262" cy="13482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7087768-B8D3-3C17-A3C3-9924EEBBA673}"/>
              </a:ext>
            </a:extLst>
          </p:cNvPr>
          <p:cNvSpPr txBox="1"/>
          <p:nvPr/>
        </p:nvSpPr>
        <p:spPr>
          <a:xfrm>
            <a:off x="8723427" y="6303190"/>
            <a:ext cx="11243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100" normalizeH="0" baseline="0" noProof="0">
                <a:ln>
                  <a:noFill/>
                </a:ln>
                <a:solidFill>
                  <a:srgbClr val="000000"/>
                </a:solidFill>
                <a:effectLst/>
                <a:uLnTx/>
                <a:uFillTx/>
                <a:latin typeface="Franklin Gothic Book" panose="020B0503020102020204"/>
                <a:ea typeface="+mn-ea"/>
                <a:cs typeface="+mn-cs"/>
              </a:rPr>
              <a:t>ChatGPT</a:t>
            </a:r>
          </a:p>
        </p:txBody>
      </p:sp>
      <p:sp>
        <p:nvSpPr>
          <p:cNvPr id="10" name="TextBox 9">
            <a:extLst>
              <a:ext uri="{FF2B5EF4-FFF2-40B4-BE49-F238E27FC236}">
                <a16:creationId xmlns:a16="http://schemas.microsoft.com/office/drawing/2014/main" id="{2B8721FA-5209-99FC-D1F2-F4CF3A0FB138}"/>
              </a:ext>
            </a:extLst>
          </p:cNvPr>
          <p:cNvSpPr txBox="1"/>
          <p:nvPr/>
        </p:nvSpPr>
        <p:spPr>
          <a:xfrm>
            <a:off x="10499068" y="6303190"/>
            <a:ext cx="112436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100" normalizeH="0" baseline="0" noProof="0">
                <a:ln>
                  <a:noFill/>
                </a:ln>
                <a:solidFill>
                  <a:srgbClr val="000000"/>
                </a:solidFill>
                <a:effectLst/>
                <a:uLnTx/>
                <a:uFillTx/>
                <a:latin typeface="Franklin Gothic Book" panose="020B0503020102020204"/>
                <a:ea typeface="+mn-ea"/>
                <a:cs typeface="+mn-cs"/>
              </a:rPr>
              <a:t>Copilot</a:t>
            </a:r>
          </a:p>
        </p:txBody>
      </p:sp>
    </p:spTree>
    <p:extLst>
      <p:ext uri="{BB962C8B-B14F-4D97-AF65-F5344CB8AC3E}">
        <p14:creationId xmlns:p14="http://schemas.microsoft.com/office/powerpoint/2010/main" val="2890612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2A0E656-8AF6-E15F-F133-3CE7584A09F8}"/>
              </a:ext>
            </a:extLst>
          </p:cNvPr>
          <p:cNvSpPr>
            <a:spLocks noGrp="1"/>
          </p:cNvSpPr>
          <p:nvPr>
            <p:ph idx="1"/>
          </p:nvPr>
        </p:nvSpPr>
        <p:spPr/>
        <p:txBody>
          <a:bodyPr>
            <a:normAutofit fontScale="92500" lnSpcReduction="20000"/>
          </a:bodyPr>
          <a:lstStyle/>
          <a:p>
            <a:pPr marL="0" indent="0">
              <a:buNone/>
            </a:pPr>
            <a:r>
              <a:rPr lang="en-US" dirty="0"/>
              <a:t>True or false: The only way to access generative AI is through websites like </a:t>
            </a:r>
            <a:r>
              <a:rPr lang="en-US" dirty="0" err="1"/>
              <a:t>Anthropic’s</a:t>
            </a:r>
            <a:r>
              <a:rPr lang="en-US" dirty="0"/>
              <a:t> Claude, Google’s Gemini, and OpenAI’s ChatGPT, or via desktop applications like Microsoft Copilot</a:t>
            </a:r>
          </a:p>
          <a:p>
            <a:pPr marL="0" indent="0">
              <a:buNone/>
            </a:pPr>
            <a:endParaRPr lang="en-US" dirty="0"/>
          </a:p>
          <a:p>
            <a:pPr marL="0" indent="0">
              <a:buNone/>
            </a:pPr>
            <a:r>
              <a:rPr lang="en-US" b="1" dirty="0"/>
              <a:t>Answer: False.</a:t>
            </a:r>
            <a:r>
              <a:rPr lang="en-US" dirty="0"/>
              <a:t> There are many types of generative AI models! </a:t>
            </a:r>
          </a:p>
          <a:p>
            <a:pPr marL="0" indent="0">
              <a:buNone/>
            </a:pPr>
            <a:r>
              <a:rPr lang="en-US" dirty="0"/>
              <a:t>Some can be downloaded and run directly on your device (e.g., Qwen), while others are hosted by a vendor. </a:t>
            </a:r>
          </a:p>
          <a:p>
            <a:pPr marL="0" indent="0">
              <a:buNone/>
            </a:pPr>
            <a:r>
              <a:rPr lang="en-US" dirty="0"/>
              <a:t>We can use an application programming interface (API) to interact with models using code. This helps us to control inputs and outputs, which is important when we are using AI repeatedly to help complete tasks. </a:t>
            </a:r>
          </a:p>
          <a:p>
            <a:pPr marL="0" indent="0">
              <a:buNone/>
            </a:pPr>
            <a:r>
              <a:rPr lang="en-US" dirty="0"/>
              <a:t>We will be using LLMs tools tools today behind the scenes so that you can learn how to develop AI tools that are reliable and work with your data.</a:t>
            </a:r>
          </a:p>
        </p:txBody>
      </p:sp>
      <p:sp>
        <p:nvSpPr>
          <p:cNvPr id="6" name="Title 5">
            <a:extLst>
              <a:ext uri="{FF2B5EF4-FFF2-40B4-BE49-F238E27FC236}">
                <a16:creationId xmlns:a16="http://schemas.microsoft.com/office/drawing/2014/main" id="{E3BCD1E2-CCEF-3DE3-28CF-33564146927E}"/>
              </a:ext>
            </a:extLst>
          </p:cNvPr>
          <p:cNvSpPr>
            <a:spLocks noGrp="1"/>
          </p:cNvSpPr>
          <p:nvPr>
            <p:ph type="title"/>
          </p:nvPr>
        </p:nvSpPr>
        <p:spPr/>
        <p:txBody>
          <a:bodyPr/>
          <a:lstStyle/>
          <a:p>
            <a:r>
              <a:rPr lang="en-US" dirty="0"/>
              <a:t>Pop Quiz:</a:t>
            </a:r>
          </a:p>
        </p:txBody>
      </p:sp>
      <p:sp>
        <p:nvSpPr>
          <p:cNvPr id="4" name="Footer Placeholder 3">
            <a:extLst>
              <a:ext uri="{FF2B5EF4-FFF2-40B4-BE49-F238E27FC236}">
                <a16:creationId xmlns:a16="http://schemas.microsoft.com/office/drawing/2014/main" id="{8B37914D-1BDE-A6A1-DCC4-DC4597F788A1}"/>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83FCAD3-1419-2EAE-056F-0D4EDE9A345F}"/>
              </a:ext>
            </a:extLst>
          </p:cNvPr>
          <p:cNvSpPr>
            <a:spLocks noGrp="1"/>
          </p:cNvSpPr>
          <p:nvPr>
            <p:ph type="sldNum" sz="quarter" idx="11"/>
          </p:nvPr>
        </p:nvSpPr>
        <p:spPr/>
        <p:txBody>
          <a:bodyPr/>
          <a:lstStyle/>
          <a:p>
            <a:fld id="{04E9CEDC-B5D7-4E9A-BA46-5FD30BEA372C}" type="slidenum">
              <a:rPr lang="en-US" smtClean="0"/>
              <a:pPr/>
              <a:t>6</a:t>
            </a:fld>
            <a:endParaRPr lang="en-US"/>
          </a:p>
        </p:txBody>
      </p:sp>
    </p:spTree>
    <p:extLst>
      <p:ext uri="{BB962C8B-B14F-4D97-AF65-F5344CB8AC3E}">
        <p14:creationId xmlns:p14="http://schemas.microsoft.com/office/powerpoint/2010/main" val="118873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1E5AB002-5571-B2AE-1721-ABF7EE925B80}"/>
              </a:ext>
            </a:extLst>
          </p:cNvPr>
          <p:cNvSpPr>
            <a:spLocks noGrp="1"/>
          </p:cNvSpPr>
          <p:nvPr>
            <p:ph type="body" sz="quarter" idx="13"/>
          </p:nvPr>
        </p:nvSpPr>
        <p:spPr>
          <a:xfrm>
            <a:off x="8516392" y="1782763"/>
            <a:ext cx="3066008" cy="3836435"/>
          </a:xfrm>
        </p:spPr>
        <p:txBody>
          <a:bodyPr/>
          <a:lstStyle/>
          <a:p>
            <a:pPr>
              <a:buClr>
                <a:schemeClr val="bg1"/>
              </a:buClr>
            </a:pPr>
            <a:r>
              <a:rPr lang="en-US" dirty="0"/>
              <a:t>Format:</a:t>
            </a:r>
          </a:p>
          <a:p>
            <a:pPr marL="571500" indent="-571500">
              <a:buClr>
                <a:schemeClr val="bg1"/>
              </a:buClr>
              <a:buFont typeface="Arial" panose="020B0604020202020204" pitchFamily="34" charset="0"/>
              <a:buChar char="•"/>
            </a:pPr>
            <a:r>
              <a:rPr lang="en-US" dirty="0"/>
              <a:t>Short presentation</a:t>
            </a:r>
          </a:p>
          <a:p>
            <a:pPr marL="571500" indent="-571500">
              <a:buClr>
                <a:schemeClr val="bg1"/>
              </a:buClr>
              <a:buFont typeface="Arial" panose="020B0604020202020204" pitchFamily="34" charset="0"/>
              <a:buChar char="•"/>
            </a:pPr>
            <a:r>
              <a:rPr lang="en-US" dirty="0"/>
              <a:t>Hands-on activity</a:t>
            </a:r>
          </a:p>
          <a:p>
            <a:pPr marL="571500" indent="-571500">
              <a:buClr>
                <a:schemeClr val="bg1"/>
              </a:buClr>
              <a:buFont typeface="Arial" panose="020B0604020202020204" pitchFamily="34" charset="0"/>
              <a:buChar char="•"/>
            </a:pPr>
            <a:r>
              <a:rPr lang="en-US" dirty="0"/>
              <a:t>Group discussions</a:t>
            </a:r>
          </a:p>
        </p:txBody>
      </p:sp>
      <p:sp>
        <p:nvSpPr>
          <p:cNvPr id="3" name="Footer Placeholder 2">
            <a:extLst>
              <a:ext uri="{FF2B5EF4-FFF2-40B4-BE49-F238E27FC236}">
                <a16:creationId xmlns:a16="http://schemas.microsoft.com/office/drawing/2014/main" id="{0F8DB2DF-B9A6-D1D3-F611-77BB81AF5E06}"/>
              </a:ext>
            </a:extLst>
          </p:cNvPr>
          <p:cNvSpPr>
            <a:spLocks noGrp="1"/>
          </p:cNvSpPr>
          <p:nvPr>
            <p:ph type="ftr" sz="quarter" idx="14"/>
          </p:nvPr>
        </p:nvSpPr>
        <p:spPr>
          <a:xfrm>
            <a:off x="609600" y="6356350"/>
            <a:ext cx="7191756" cy="365125"/>
          </a:xfrm>
        </p:spPr>
        <p:txBody>
          <a:bodyPr anchor="ctr">
            <a:normAutofit/>
          </a:bodyPr>
          <a:lstStyle/>
          <a:p>
            <a:pPr>
              <a:spcAft>
                <a:spcPts val="600"/>
              </a:spcAft>
            </a:pPr>
            <a:r>
              <a:rPr lang="en-US"/>
              <a:t>Brown and Caldwell</a:t>
            </a:r>
          </a:p>
        </p:txBody>
      </p:sp>
      <p:sp>
        <p:nvSpPr>
          <p:cNvPr id="4" name="Slide Number Placeholder 3">
            <a:extLst>
              <a:ext uri="{FF2B5EF4-FFF2-40B4-BE49-F238E27FC236}">
                <a16:creationId xmlns:a16="http://schemas.microsoft.com/office/drawing/2014/main" id="{DAD1EB3D-A427-C01B-2D71-B49F01A14E3F}"/>
              </a:ext>
            </a:extLst>
          </p:cNvPr>
          <p:cNvSpPr>
            <a:spLocks noGrp="1"/>
          </p:cNvSpPr>
          <p:nvPr>
            <p:ph type="sldNum" sz="quarter" idx="15"/>
          </p:nvPr>
        </p:nvSpPr>
        <p:spPr>
          <a:xfrm>
            <a:off x="8610600" y="6356350"/>
            <a:ext cx="2971800" cy="365125"/>
          </a:xfrm>
        </p:spPr>
        <p:txBody>
          <a:bodyPr anchor="ctr">
            <a:normAutofit/>
          </a:bodyPr>
          <a:lstStyle/>
          <a:p>
            <a:pPr>
              <a:spcAft>
                <a:spcPts val="600"/>
              </a:spcAft>
            </a:pPr>
            <a:fld id="{04E9CEDC-B5D7-4E9A-BA46-5FD30BEA372C}" type="slidenum">
              <a:rPr lang="en-US" smtClean="0"/>
              <a:pPr>
                <a:spcAft>
                  <a:spcPts val="600"/>
                </a:spcAft>
              </a:pPr>
              <a:t>7</a:t>
            </a:fld>
            <a:endParaRPr lang="en-US"/>
          </a:p>
        </p:txBody>
      </p:sp>
      <p:sp>
        <p:nvSpPr>
          <p:cNvPr id="12" name="Title 11">
            <a:extLst>
              <a:ext uri="{FF2B5EF4-FFF2-40B4-BE49-F238E27FC236}">
                <a16:creationId xmlns:a16="http://schemas.microsoft.com/office/drawing/2014/main" id="{A05C494F-5D65-6D92-73E9-6A1D4EFFCCD4}"/>
              </a:ext>
            </a:extLst>
          </p:cNvPr>
          <p:cNvSpPr>
            <a:spLocks noGrp="1"/>
          </p:cNvSpPr>
          <p:nvPr>
            <p:ph type="title"/>
          </p:nvPr>
        </p:nvSpPr>
        <p:spPr>
          <a:xfrm>
            <a:off x="609600" y="630777"/>
            <a:ext cx="6953250" cy="523220"/>
          </a:xfrm>
        </p:spPr>
        <p:txBody>
          <a:bodyPr wrap="square" anchor="t">
            <a:normAutofit/>
          </a:bodyPr>
          <a:lstStyle/>
          <a:p>
            <a:r>
              <a:rPr lang="en-US" sz="2800"/>
              <a:t>Learning objectives – Participants will learn…</a:t>
            </a:r>
          </a:p>
        </p:txBody>
      </p:sp>
      <p:graphicFrame>
        <p:nvGraphicFramePr>
          <p:cNvPr id="20" name="Content Placeholder 16">
            <a:extLst>
              <a:ext uri="{FF2B5EF4-FFF2-40B4-BE49-F238E27FC236}">
                <a16:creationId xmlns:a16="http://schemas.microsoft.com/office/drawing/2014/main" id="{83FE2FEF-B95F-0AC9-F602-2021C9566DF3}"/>
              </a:ext>
            </a:extLst>
          </p:cNvPr>
          <p:cNvGraphicFramePr>
            <a:graphicFrameLocks noGrp="1"/>
          </p:cNvGraphicFramePr>
          <p:nvPr>
            <p:ph sz="half" idx="1"/>
            <p:extLst>
              <p:ext uri="{D42A27DB-BD31-4B8C-83A1-F6EECF244321}">
                <p14:modId xmlns:p14="http://schemas.microsoft.com/office/powerpoint/2010/main" val="304176043"/>
              </p:ext>
            </p:extLst>
          </p:nvPr>
        </p:nvGraphicFramePr>
        <p:xfrm>
          <a:off x="609600" y="1782763"/>
          <a:ext cx="6953250"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234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A726-27B5-983B-7E06-4F4C5372FC0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56DED1C-F28E-5444-3BBF-3DEADB1202BD}"/>
              </a:ext>
            </a:extLst>
          </p:cNvPr>
          <p:cNvSpPr>
            <a:spLocks noGrp="1"/>
          </p:cNvSpPr>
          <p:nvPr>
            <p:ph type="title"/>
          </p:nvPr>
        </p:nvSpPr>
        <p:spPr>
          <a:xfrm>
            <a:off x="668050" y="614645"/>
            <a:ext cx="11010089" cy="837152"/>
          </a:xfrm>
        </p:spPr>
        <p:txBody>
          <a:bodyPr/>
          <a:lstStyle/>
          <a:p>
            <a:r>
              <a:rPr lang="en-US" sz="3200">
                <a:latin typeface="Franklin Gothic Book"/>
              </a:rPr>
              <a:t>Large language models can help utilities </a:t>
            </a:r>
            <a:r>
              <a:rPr lang="en-US" sz="3200" b="1">
                <a:latin typeface="Franklin Gothic Book"/>
              </a:rPr>
              <a:t>develop asset inventories using data from scanned paper records</a:t>
            </a:r>
            <a:endParaRPr lang="en-US" sz="3200" b="1" dirty="0">
              <a:latin typeface="Franklin Gothic Book" panose="020B0503020102020204" pitchFamily="34" charset="0"/>
            </a:endParaRPr>
          </a:p>
        </p:txBody>
      </p:sp>
      <p:sp>
        <p:nvSpPr>
          <p:cNvPr id="17" name="TextBox 16">
            <a:extLst>
              <a:ext uri="{FF2B5EF4-FFF2-40B4-BE49-F238E27FC236}">
                <a16:creationId xmlns:a16="http://schemas.microsoft.com/office/drawing/2014/main" id="{55665851-F16D-D3F8-2357-EDCDE493F7A5}"/>
              </a:ext>
            </a:extLst>
          </p:cNvPr>
          <p:cNvSpPr txBox="1"/>
          <p:nvPr/>
        </p:nvSpPr>
        <p:spPr>
          <a:xfrm>
            <a:off x="668051" y="1780072"/>
            <a:ext cx="11141328" cy="2462213"/>
          </a:xfrm>
          <a:prstGeom prst="rect">
            <a:avLst/>
          </a:prstGeom>
          <a:noFill/>
        </p:spPr>
        <p:txBody>
          <a:bodyPr wrap="square" rtlCol="0">
            <a:spAutoFit/>
          </a:bodyPr>
          <a:lstStyle/>
          <a:p>
            <a:r>
              <a:rPr lang="en-US" sz="2800" b="1" dirty="0">
                <a:latin typeface="Franklin Gothic Book" panose="020B0503020102020204" pitchFamily="34" charset="0"/>
              </a:rPr>
              <a:t>Regulatory obligation: </a:t>
            </a:r>
            <a:r>
              <a:rPr lang="en-US" sz="2800" dirty="0">
                <a:latin typeface="Franklin Gothic Book" panose="020B0503020102020204" pitchFamily="34" charset="0"/>
              </a:rPr>
              <a:t>Drinking Water Utilities were required to identify </a:t>
            </a:r>
            <a:r>
              <a:rPr lang="en-US" sz="2800" b="1" dirty="0">
                <a:latin typeface="Franklin Gothic Book" panose="020B0503020102020204" pitchFamily="34" charset="0"/>
              </a:rPr>
              <a:t>lead and copper service lines </a:t>
            </a:r>
            <a:r>
              <a:rPr lang="en-US" sz="2800" dirty="0">
                <a:latin typeface="Franklin Gothic Book" panose="020B0503020102020204" pitchFamily="34" charset="0"/>
              </a:rPr>
              <a:t>by reviewing all available information.</a:t>
            </a:r>
          </a:p>
          <a:p>
            <a:endParaRPr lang="en-US" sz="1400" dirty="0">
              <a:latin typeface="Franklin Gothic Book" panose="020B0503020102020204" pitchFamily="34" charset="0"/>
            </a:endParaRPr>
          </a:p>
          <a:p>
            <a:r>
              <a:rPr lang="en-US" sz="2800" b="1" dirty="0">
                <a:latin typeface="Franklin Gothic Book" panose="020B0503020102020204" pitchFamily="34" charset="0"/>
              </a:rPr>
              <a:t>Task: </a:t>
            </a:r>
            <a:r>
              <a:rPr lang="en-US" sz="2800" dirty="0">
                <a:latin typeface="Franklin Gothic Book" panose="020B0503020102020204" pitchFamily="34" charset="0"/>
              </a:rPr>
              <a:t>Large language models can </a:t>
            </a:r>
            <a:r>
              <a:rPr lang="en-US" sz="2800" b="1" dirty="0">
                <a:latin typeface="Franklin Gothic Book" panose="020B0503020102020204" pitchFamily="34" charset="0"/>
              </a:rPr>
              <a:t>convert images to text, infer </a:t>
            </a:r>
            <a:r>
              <a:rPr lang="en-US" sz="2800" dirty="0">
                <a:latin typeface="Franklin Gothic Book" panose="020B0503020102020204" pitchFamily="34" charset="0"/>
              </a:rPr>
              <a:t>the values of structured data field values (e.g., address, year installed, pipe material) based on that context, and validate </a:t>
            </a:r>
            <a:r>
              <a:rPr lang="en-US" sz="2800" b="1" dirty="0">
                <a:latin typeface="Franklin Gothic Book" panose="020B0503020102020204" pitchFamily="34" charset="0"/>
              </a:rPr>
              <a:t>a structured dataset</a:t>
            </a:r>
          </a:p>
        </p:txBody>
      </p:sp>
      <p:grpSp>
        <p:nvGrpSpPr>
          <p:cNvPr id="10" name="Group 9">
            <a:extLst>
              <a:ext uri="{FF2B5EF4-FFF2-40B4-BE49-F238E27FC236}">
                <a16:creationId xmlns:a16="http://schemas.microsoft.com/office/drawing/2014/main" id="{91A71579-5302-BB96-50FF-95D56AEC2C6A}"/>
              </a:ext>
            </a:extLst>
          </p:cNvPr>
          <p:cNvGrpSpPr/>
          <p:nvPr/>
        </p:nvGrpSpPr>
        <p:grpSpPr>
          <a:xfrm>
            <a:off x="668050" y="4457728"/>
            <a:ext cx="10366199" cy="2421338"/>
            <a:chOff x="1454727" y="4457728"/>
            <a:chExt cx="9876499" cy="2421338"/>
          </a:xfrm>
        </p:grpSpPr>
        <p:grpSp>
          <p:nvGrpSpPr>
            <p:cNvPr id="2" name="Group 1">
              <a:extLst>
                <a:ext uri="{FF2B5EF4-FFF2-40B4-BE49-F238E27FC236}">
                  <a16:creationId xmlns:a16="http://schemas.microsoft.com/office/drawing/2014/main" id="{75AFF064-D2DF-64A6-0B37-72C5215368AD}"/>
                </a:ext>
              </a:extLst>
            </p:cNvPr>
            <p:cNvGrpSpPr/>
            <p:nvPr/>
          </p:nvGrpSpPr>
          <p:grpSpPr>
            <a:xfrm>
              <a:off x="1554740" y="4463321"/>
              <a:ext cx="2726314" cy="1780034"/>
              <a:chOff x="731281" y="2312674"/>
              <a:chExt cx="4358363" cy="3323123"/>
            </a:xfrm>
          </p:grpSpPr>
          <p:pic>
            <p:nvPicPr>
              <p:cNvPr id="3" name="Picture 2">
                <a:extLst>
                  <a:ext uri="{FF2B5EF4-FFF2-40B4-BE49-F238E27FC236}">
                    <a16:creationId xmlns:a16="http://schemas.microsoft.com/office/drawing/2014/main" id="{AB5F2CDB-3568-362C-5149-A57912B085AA}"/>
                  </a:ext>
                </a:extLst>
              </p:cNvPr>
              <p:cNvPicPr>
                <a:picLocks noChangeAspect="1"/>
              </p:cNvPicPr>
              <p:nvPr/>
            </p:nvPicPr>
            <p:blipFill>
              <a:blip r:embed="rId3"/>
              <a:stretch>
                <a:fillRect/>
              </a:stretch>
            </p:blipFill>
            <p:spPr>
              <a:xfrm rot="16200000">
                <a:off x="1248901" y="1795054"/>
                <a:ext cx="3323123" cy="4358363"/>
              </a:xfrm>
              <a:prstGeom prst="rect">
                <a:avLst/>
              </a:prstGeom>
            </p:spPr>
          </p:pic>
          <p:sp>
            <p:nvSpPr>
              <p:cNvPr id="4" name="Rectangle: Rounded Corners 3">
                <a:extLst>
                  <a:ext uri="{FF2B5EF4-FFF2-40B4-BE49-F238E27FC236}">
                    <a16:creationId xmlns:a16="http://schemas.microsoft.com/office/drawing/2014/main" id="{4366879D-850D-8908-A12C-BCDC80505BAD}"/>
                  </a:ext>
                </a:extLst>
              </p:cNvPr>
              <p:cNvSpPr/>
              <p:nvPr/>
            </p:nvSpPr>
            <p:spPr>
              <a:xfrm rot="20896154">
                <a:off x="1418618" y="2873240"/>
                <a:ext cx="1135380" cy="20242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Franklin Gothic Book" panose="020B0503020102020204" pitchFamily="34" charset="0"/>
                </a:endParaRPr>
              </a:p>
            </p:txBody>
          </p:sp>
          <p:sp>
            <p:nvSpPr>
              <p:cNvPr id="5" name="Rectangle: Rounded Corners 4">
                <a:extLst>
                  <a:ext uri="{FF2B5EF4-FFF2-40B4-BE49-F238E27FC236}">
                    <a16:creationId xmlns:a16="http://schemas.microsoft.com/office/drawing/2014/main" id="{6A1AB20A-02A2-DF14-0FD7-D22F325A47E4}"/>
                  </a:ext>
                </a:extLst>
              </p:cNvPr>
              <p:cNvSpPr/>
              <p:nvPr/>
            </p:nvSpPr>
            <p:spPr>
              <a:xfrm rot="20896154">
                <a:off x="1304318" y="3403292"/>
                <a:ext cx="1135380" cy="20242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Franklin Gothic Book" panose="020B0503020102020204" pitchFamily="34" charset="0"/>
                </a:endParaRPr>
              </a:p>
            </p:txBody>
          </p:sp>
        </p:grpSp>
        <p:sp>
          <p:nvSpPr>
            <p:cNvPr id="7" name="TextBox 6">
              <a:extLst>
                <a:ext uri="{FF2B5EF4-FFF2-40B4-BE49-F238E27FC236}">
                  <a16:creationId xmlns:a16="http://schemas.microsoft.com/office/drawing/2014/main" id="{ADE6F100-1C69-17BA-7101-F6A7612C10F6}"/>
                </a:ext>
              </a:extLst>
            </p:cNvPr>
            <p:cNvSpPr txBox="1"/>
            <p:nvPr/>
          </p:nvSpPr>
          <p:spPr>
            <a:xfrm>
              <a:off x="1454727" y="6232735"/>
              <a:ext cx="9876499" cy="646331"/>
            </a:xfrm>
            <a:prstGeom prst="rect">
              <a:avLst/>
            </a:prstGeom>
            <a:noFill/>
          </p:spPr>
          <p:txBody>
            <a:bodyPr wrap="square" rtlCol="0">
              <a:spAutoFit/>
            </a:bodyPr>
            <a:lstStyle/>
            <a:p>
              <a:r>
                <a:rPr lang="en-US" dirty="0">
                  <a:latin typeface="Franklin Gothic Book" panose="020B0503020102020204" pitchFamily="34" charset="0"/>
                </a:rPr>
                <a:t>One of &gt;15,000 paper records with asset data and maintenance records maintained by a utility in the Northeast US converted into a structured and validated inventory of service lines</a:t>
              </a:r>
            </a:p>
          </p:txBody>
        </p:sp>
        <p:pic>
          <p:nvPicPr>
            <p:cNvPr id="8" name="Picture 7" descr="A screenshot of a computer&#10;&#10;AI-generated content may be incorrect.">
              <a:extLst>
                <a:ext uri="{FF2B5EF4-FFF2-40B4-BE49-F238E27FC236}">
                  <a16:creationId xmlns:a16="http://schemas.microsoft.com/office/drawing/2014/main" id="{9D751FF2-BA68-2EB0-B910-E42449DA0A44}"/>
                </a:ext>
              </a:extLst>
            </p:cNvPr>
            <p:cNvPicPr>
              <a:picLocks noChangeAspect="1"/>
            </p:cNvPicPr>
            <p:nvPr/>
          </p:nvPicPr>
          <p:blipFill rotWithShape="1">
            <a:blip r:embed="rId4"/>
            <a:srcRect r="31767"/>
            <a:stretch/>
          </p:blipFill>
          <p:spPr>
            <a:xfrm>
              <a:off x="5480904" y="4457728"/>
              <a:ext cx="5850322" cy="1585049"/>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Arrow: Left 8">
              <a:extLst>
                <a:ext uri="{FF2B5EF4-FFF2-40B4-BE49-F238E27FC236}">
                  <a16:creationId xmlns:a16="http://schemas.microsoft.com/office/drawing/2014/main" id="{97A8C302-AAA7-BFB7-E917-0E9F68948CE6}"/>
                </a:ext>
              </a:extLst>
            </p:cNvPr>
            <p:cNvSpPr/>
            <p:nvPr/>
          </p:nvSpPr>
          <p:spPr>
            <a:xfrm rot="10800000">
              <a:off x="4302036" y="5049899"/>
              <a:ext cx="1157886" cy="60687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07043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62928-1522-09E9-51F2-C84D4A3123C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867C786-E180-53A6-0CF2-6F1F8C7BD60F}"/>
              </a:ext>
            </a:extLst>
          </p:cNvPr>
          <p:cNvSpPr>
            <a:spLocks noGrp="1"/>
          </p:cNvSpPr>
          <p:nvPr>
            <p:ph type="sldNum" sz="quarter" idx="11"/>
          </p:nvPr>
        </p:nvSpPr>
        <p:spPr/>
        <p:txBody>
          <a:bodyPr/>
          <a:lstStyle/>
          <a:p>
            <a:fld id="{04E9CEDC-B5D7-4E9A-BA46-5FD30BEA372C}" type="slidenum">
              <a:rPr lang="en-US" smtClean="0"/>
              <a:pPr/>
              <a:t>9</a:t>
            </a:fld>
            <a:endParaRPr lang="en-US"/>
          </a:p>
        </p:txBody>
      </p:sp>
      <p:sp>
        <p:nvSpPr>
          <p:cNvPr id="6" name="Title 5">
            <a:extLst>
              <a:ext uri="{FF2B5EF4-FFF2-40B4-BE49-F238E27FC236}">
                <a16:creationId xmlns:a16="http://schemas.microsoft.com/office/drawing/2014/main" id="{CCC2D01E-B717-02A3-07B3-5EE8575DF3ED}"/>
              </a:ext>
            </a:extLst>
          </p:cNvPr>
          <p:cNvSpPr>
            <a:spLocks noGrp="1"/>
          </p:cNvSpPr>
          <p:nvPr>
            <p:ph type="title"/>
          </p:nvPr>
        </p:nvSpPr>
        <p:spPr>
          <a:xfrm>
            <a:off x="609600" y="630777"/>
            <a:ext cx="4474464" cy="1046440"/>
          </a:xfrm>
        </p:spPr>
        <p:txBody>
          <a:bodyPr/>
          <a:lstStyle/>
          <a:p>
            <a:r>
              <a:rPr lang="en-US" dirty="0"/>
              <a:t>Create Research Summaries</a:t>
            </a:r>
          </a:p>
        </p:txBody>
      </p:sp>
      <p:sp>
        <p:nvSpPr>
          <p:cNvPr id="36" name="TextBox 35">
            <a:extLst>
              <a:ext uri="{FF2B5EF4-FFF2-40B4-BE49-F238E27FC236}">
                <a16:creationId xmlns:a16="http://schemas.microsoft.com/office/drawing/2014/main" id="{DFB312FB-CD0E-21DB-25DD-537D00033F42}"/>
              </a:ext>
            </a:extLst>
          </p:cNvPr>
          <p:cNvSpPr txBox="1"/>
          <p:nvPr/>
        </p:nvSpPr>
        <p:spPr>
          <a:xfrm>
            <a:off x="609600" y="2242159"/>
            <a:ext cx="5018763" cy="3323987"/>
          </a:xfrm>
          <a:prstGeom prst="rect">
            <a:avLst/>
          </a:prstGeom>
          <a:noFill/>
        </p:spPr>
        <p:txBody>
          <a:bodyPr wrap="square" rtlCol="0">
            <a:spAutoFit/>
          </a:bodyPr>
          <a:lstStyle/>
          <a:p>
            <a:r>
              <a:rPr lang="en-US" sz="2800" b="1" dirty="0"/>
              <a:t>Agent workflows:</a:t>
            </a:r>
          </a:p>
          <a:p>
            <a:pPr marL="342900" indent="-342900">
              <a:buFont typeface="+mj-lt"/>
              <a:buAutoNum type="arabicPeriod"/>
            </a:pPr>
            <a:endParaRPr lang="en-US" dirty="0"/>
          </a:p>
          <a:p>
            <a:pPr marL="342900" indent="-342900">
              <a:buFont typeface="+mj-lt"/>
              <a:buAutoNum type="arabicPeriod"/>
            </a:pPr>
            <a:r>
              <a:rPr lang="en-US" dirty="0"/>
              <a:t>Action is triggered by workflow</a:t>
            </a:r>
          </a:p>
          <a:p>
            <a:pPr marL="342900" indent="-342900">
              <a:buFont typeface="+mj-lt"/>
              <a:buAutoNum type="arabicPeriod"/>
            </a:pPr>
            <a:r>
              <a:rPr lang="en-US" dirty="0"/>
              <a:t>Plan and contextualize plan based on prompt</a:t>
            </a:r>
          </a:p>
          <a:p>
            <a:pPr marL="342900" indent="-342900">
              <a:buFont typeface="+mj-lt"/>
              <a:buAutoNum type="arabicPeriod"/>
            </a:pPr>
            <a:r>
              <a:rPr lang="en-US" dirty="0"/>
              <a:t>Begin executing planned items and tracking what gets executed</a:t>
            </a:r>
          </a:p>
          <a:p>
            <a:pPr marL="342900" indent="-342900">
              <a:buFont typeface="+mj-lt"/>
              <a:buAutoNum type="arabicPeriod"/>
            </a:pPr>
            <a:r>
              <a:rPr lang="en-US" dirty="0"/>
              <a:t>Retrieve information incrementally to prevent information loss</a:t>
            </a:r>
          </a:p>
          <a:p>
            <a:pPr marL="342900" indent="-342900">
              <a:buFont typeface="+mj-lt"/>
              <a:buAutoNum type="arabicPeriod"/>
            </a:pPr>
            <a:r>
              <a:rPr lang="en-US" dirty="0"/>
              <a:t>Review extracted content and synthesize response</a:t>
            </a:r>
            <a:endParaRPr lang="en-US" sz="2000" dirty="0"/>
          </a:p>
          <a:p>
            <a:pPr marL="342900" indent="-342900">
              <a:buFont typeface="+mj-lt"/>
              <a:buAutoNum type="arabicPeriod"/>
            </a:pPr>
            <a:endParaRPr lang="en-US" sz="2000" dirty="0"/>
          </a:p>
        </p:txBody>
      </p:sp>
      <p:grpSp>
        <p:nvGrpSpPr>
          <p:cNvPr id="9" name="Group 8">
            <a:extLst>
              <a:ext uri="{FF2B5EF4-FFF2-40B4-BE49-F238E27FC236}">
                <a16:creationId xmlns:a16="http://schemas.microsoft.com/office/drawing/2014/main" id="{90E7EDB0-ACDB-B56F-4C4B-EADD351F43AD}"/>
              </a:ext>
            </a:extLst>
          </p:cNvPr>
          <p:cNvGrpSpPr/>
          <p:nvPr/>
        </p:nvGrpSpPr>
        <p:grpSpPr>
          <a:xfrm>
            <a:off x="5894614" y="865415"/>
            <a:ext cx="5576949" cy="5660646"/>
            <a:chOff x="18377598" y="7474874"/>
            <a:chExt cx="3305697" cy="3164704"/>
          </a:xfrm>
        </p:grpSpPr>
        <p:sp>
          <p:nvSpPr>
            <p:cNvPr id="12" name="Rectangle: Rounded Corners 11">
              <a:extLst>
                <a:ext uri="{FF2B5EF4-FFF2-40B4-BE49-F238E27FC236}">
                  <a16:creationId xmlns:a16="http://schemas.microsoft.com/office/drawing/2014/main" id="{6B187A00-D3AF-E717-9B3E-D711F0F025A5}"/>
                </a:ext>
              </a:extLst>
            </p:cNvPr>
            <p:cNvSpPr/>
            <p:nvPr/>
          </p:nvSpPr>
          <p:spPr bwMode="auto">
            <a:xfrm>
              <a:off x="18377598" y="7474874"/>
              <a:ext cx="3305697" cy="3164704"/>
            </a:xfrm>
            <a:prstGeom prst="roundRect">
              <a:avLst>
                <a:gd name="adj" fmla="val 6461"/>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3" rIns="91440" bIns="45723" numCol="1" rtlCol="0" anchor="t" anchorCtr="0" compatLnSpc="1">
              <a:prstTxWarp prst="textNoShape">
                <a:avLst/>
              </a:prstTxWarp>
            </a:bodyPr>
            <a:lstStyle/>
            <a:p>
              <a:pPr defTabSz="4702120"/>
              <a:endParaRPr lang="en-US" sz="9301">
                <a:latin typeface="Arial" pitchFamily="34" charset="0"/>
              </a:endParaRPr>
            </a:p>
          </p:txBody>
        </p:sp>
        <p:pic>
          <p:nvPicPr>
            <p:cNvPr id="13" name="Picture 12">
              <a:extLst>
                <a:ext uri="{FF2B5EF4-FFF2-40B4-BE49-F238E27FC236}">
                  <a16:creationId xmlns:a16="http://schemas.microsoft.com/office/drawing/2014/main" id="{B2A62F4A-10E3-B5C0-A802-CB9F4AFF9369}"/>
                </a:ext>
              </a:extLst>
            </p:cNvPr>
            <p:cNvPicPr>
              <a:picLocks noChangeAspect="1"/>
            </p:cNvPicPr>
            <p:nvPr/>
          </p:nvPicPr>
          <p:blipFill>
            <a:blip r:embed="rId2"/>
            <a:stretch>
              <a:fillRect/>
            </a:stretch>
          </p:blipFill>
          <p:spPr>
            <a:xfrm>
              <a:off x="18495348" y="7517901"/>
              <a:ext cx="3057784" cy="3056917"/>
            </a:xfrm>
            <a:prstGeom prst="rect">
              <a:avLst/>
            </a:prstGeom>
          </p:spPr>
        </p:pic>
      </p:grpSp>
    </p:spTree>
    <p:extLst>
      <p:ext uri="{BB962C8B-B14F-4D97-AF65-F5344CB8AC3E}">
        <p14:creationId xmlns:p14="http://schemas.microsoft.com/office/powerpoint/2010/main" val="1518124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560C6E4F-C083-AF7D-44EA-4FFB0BBD037D}"/>
              </a:ext>
            </a:extLst>
          </p:cNvPr>
          <p:cNvSpPr/>
          <p:nvPr/>
        </p:nvSpPr>
        <p:spPr>
          <a:xfrm>
            <a:off x="5650410" y="1306826"/>
            <a:ext cx="4947920" cy="3439800"/>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EE94F94-B369-8B15-3341-D2B499DA60E7}"/>
              </a:ext>
            </a:extLst>
          </p:cNvPr>
          <p:cNvSpPr>
            <a:spLocks noGrp="1"/>
          </p:cNvSpPr>
          <p:nvPr>
            <p:ph type="sldNum" sz="quarter" idx="11"/>
          </p:nvPr>
        </p:nvSpPr>
        <p:spPr/>
        <p:txBody>
          <a:bodyPr/>
          <a:lstStyle/>
          <a:p>
            <a:fld id="{04E9CEDC-B5D7-4E9A-BA46-5FD30BEA372C}" type="slidenum">
              <a:rPr lang="en-US" smtClean="0"/>
              <a:pPr/>
              <a:t>10</a:t>
            </a:fld>
            <a:endParaRPr lang="en-US"/>
          </a:p>
        </p:txBody>
      </p:sp>
      <p:sp>
        <p:nvSpPr>
          <p:cNvPr id="6" name="TextBox 28">
            <a:extLst>
              <a:ext uri="{FF2B5EF4-FFF2-40B4-BE49-F238E27FC236}">
                <a16:creationId xmlns:a16="http://schemas.microsoft.com/office/drawing/2014/main" id="{8D147241-1B56-4EF7-703A-658B9F040E2C}"/>
              </a:ext>
            </a:extLst>
          </p:cNvPr>
          <p:cNvSpPr txBox="1"/>
          <p:nvPr/>
        </p:nvSpPr>
        <p:spPr>
          <a:xfrm>
            <a:off x="608573" y="585116"/>
            <a:ext cx="4815863" cy="646331"/>
          </a:xfrm>
          <a:prstGeom prst="rect">
            <a:avLst/>
          </a:prstGeom>
          <a:solidFill>
            <a:srgbClr val="FFFFFF"/>
          </a:solid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sz="3600" spc="-50">
                <a:solidFill>
                  <a:srgbClr val="000000"/>
                </a:solidFill>
                <a:latin typeface="Franklin Gothic Book"/>
              </a:rPr>
              <a:t>Capabilities</a:t>
            </a:r>
            <a:endParaRPr kumimoji="0" lang="en-US" sz="3600" b="0" i="0" u="none" strike="noStrike" kern="1200" cap="none" spc="-50" normalizeH="0" baseline="0" noProof="0">
              <a:ln>
                <a:noFill/>
              </a:ln>
              <a:solidFill>
                <a:srgbClr val="000000"/>
              </a:solidFill>
              <a:effectLst/>
              <a:uLnTx/>
              <a:uFillTx/>
              <a:latin typeface="Franklin Gothic Book"/>
              <a:ea typeface="+mn-ea"/>
              <a:cs typeface="+mn-cs"/>
            </a:endParaRPr>
          </a:p>
        </p:txBody>
      </p:sp>
      <p:sp>
        <p:nvSpPr>
          <p:cNvPr id="14" name="Rectangle: Rounded Corners 13">
            <a:extLst>
              <a:ext uri="{FF2B5EF4-FFF2-40B4-BE49-F238E27FC236}">
                <a16:creationId xmlns:a16="http://schemas.microsoft.com/office/drawing/2014/main" id="{929BBDCB-4219-3973-6DD0-0FA129A6901A}"/>
              </a:ext>
            </a:extLst>
          </p:cNvPr>
          <p:cNvSpPr/>
          <p:nvPr/>
        </p:nvSpPr>
        <p:spPr>
          <a:xfrm>
            <a:off x="5833027" y="1926213"/>
            <a:ext cx="2733304" cy="24834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0"/>
              </a:spcAft>
              <a:buFont typeface="Arial" panose="020B0604020202020204" pitchFamily="34" charset="0"/>
              <a:buChar char="•"/>
            </a:pPr>
            <a:r>
              <a:rPr lang="en-US">
                <a:latin typeface="Franklin Gothic Medium Cond"/>
              </a:rPr>
              <a:t>Write coherently </a:t>
            </a:r>
          </a:p>
          <a:p>
            <a:pPr marL="285750" indent="-285750">
              <a:spcAft>
                <a:spcPts val="0"/>
              </a:spcAft>
              <a:buFont typeface="Arial" panose="020B0604020202020204" pitchFamily="34" charset="0"/>
              <a:buChar char="•"/>
            </a:pPr>
            <a:r>
              <a:rPr lang="en-US">
                <a:latin typeface="Franklin Gothic Medium Cond"/>
              </a:rPr>
              <a:t>Extract information </a:t>
            </a:r>
          </a:p>
          <a:p>
            <a:pPr marL="285750" indent="-285750">
              <a:spcAft>
                <a:spcPts val="0"/>
              </a:spcAft>
              <a:buFont typeface="Arial" panose="020B0604020202020204" pitchFamily="34" charset="0"/>
              <a:buChar char="•"/>
            </a:pPr>
            <a:r>
              <a:rPr lang="en-US">
                <a:latin typeface="Franklin Gothic Medium Cond"/>
              </a:rPr>
              <a:t>Synthesize text </a:t>
            </a:r>
          </a:p>
          <a:p>
            <a:pPr marL="285750" indent="-285750">
              <a:spcAft>
                <a:spcPts val="0"/>
              </a:spcAft>
              <a:buFont typeface="Arial" panose="020B0604020202020204" pitchFamily="34" charset="0"/>
              <a:buChar char="•"/>
            </a:pPr>
            <a:r>
              <a:rPr lang="en-US">
                <a:latin typeface="Franklin Gothic Medium Cond"/>
              </a:rPr>
              <a:t>Answer questions </a:t>
            </a:r>
          </a:p>
          <a:p>
            <a:pPr marL="285750" indent="-285750">
              <a:spcAft>
                <a:spcPts val="0"/>
              </a:spcAft>
              <a:buFont typeface="Arial" panose="020B0604020202020204" pitchFamily="34" charset="0"/>
              <a:buChar char="•"/>
            </a:pPr>
            <a:r>
              <a:rPr lang="en-US">
                <a:latin typeface="Franklin Gothic Medium Cond"/>
              </a:rPr>
              <a:t>Adhere to instructions</a:t>
            </a:r>
          </a:p>
          <a:p>
            <a:pPr algn="ctr"/>
            <a:endParaRPr lang="en-US"/>
          </a:p>
        </p:txBody>
      </p:sp>
      <p:sp>
        <p:nvSpPr>
          <p:cNvPr id="15" name="Rectangle: Rounded Corners 14">
            <a:extLst>
              <a:ext uri="{FF2B5EF4-FFF2-40B4-BE49-F238E27FC236}">
                <a16:creationId xmlns:a16="http://schemas.microsoft.com/office/drawing/2014/main" id="{A52FCE36-08BF-6C2B-14DB-8B573B18EA2D}"/>
              </a:ext>
            </a:extLst>
          </p:cNvPr>
          <p:cNvSpPr/>
          <p:nvPr/>
        </p:nvSpPr>
        <p:spPr>
          <a:xfrm>
            <a:off x="8859333" y="1926214"/>
            <a:ext cx="1283107" cy="5250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APIs</a:t>
            </a:r>
          </a:p>
        </p:txBody>
      </p:sp>
      <p:sp>
        <p:nvSpPr>
          <p:cNvPr id="16" name="Rectangle: Rounded Corners 15">
            <a:extLst>
              <a:ext uri="{FF2B5EF4-FFF2-40B4-BE49-F238E27FC236}">
                <a16:creationId xmlns:a16="http://schemas.microsoft.com/office/drawing/2014/main" id="{CBE7A89E-034A-DE61-CC9D-099B42C9F04D}"/>
              </a:ext>
            </a:extLst>
          </p:cNvPr>
          <p:cNvSpPr/>
          <p:nvPr/>
        </p:nvSpPr>
        <p:spPr>
          <a:xfrm>
            <a:off x="8859333" y="2579041"/>
            <a:ext cx="1283107" cy="5250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RAG</a:t>
            </a:r>
          </a:p>
        </p:txBody>
      </p:sp>
      <p:sp>
        <p:nvSpPr>
          <p:cNvPr id="17" name="Rectangle: Rounded Corners 16">
            <a:extLst>
              <a:ext uri="{FF2B5EF4-FFF2-40B4-BE49-F238E27FC236}">
                <a16:creationId xmlns:a16="http://schemas.microsoft.com/office/drawing/2014/main" id="{BE6ED344-B98B-152A-8A6A-6CCB7C7F279A}"/>
              </a:ext>
            </a:extLst>
          </p:cNvPr>
          <p:cNvSpPr/>
          <p:nvPr/>
        </p:nvSpPr>
        <p:spPr>
          <a:xfrm>
            <a:off x="8859333" y="3231868"/>
            <a:ext cx="1283107" cy="5250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Databases</a:t>
            </a:r>
          </a:p>
        </p:txBody>
      </p:sp>
      <p:sp>
        <p:nvSpPr>
          <p:cNvPr id="18" name="Rectangle: Rounded Corners 17">
            <a:extLst>
              <a:ext uri="{FF2B5EF4-FFF2-40B4-BE49-F238E27FC236}">
                <a16:creationId xmlns:a16="http://schemas.microsoft.com/office/drawing/2014/main" id="{234DA947-D8F4-879A-16BC-514CD5AFBDBB}"/>
              </a:ext>
            </a:extLst>
          </p:cNvPr>
          <p:cNvSpPr/>
          <p:nvPr/>
        </p:nvSpPr>
        <p:spPr>
          <a:xfrm>
            <a:off x="8859334" y="3884695"/>
            <a:ext cx="1283107" cy="5250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Internet</a:t>
            </a:r>
          </a:p>
        </p:txBody>
      </p:sp>
      <p:sp>
        <p:nvSpPr>
          <p:cNvPr id="19" name="TextBox 28">
            <a:extLst>
              <a:ext uri="{FF2B5EF4-FFF2-40B4-BE49-F238E27FC236}">
                <a16:creationId xmlns:a16="http://schemas.microsoft.com/office/drawing/2014/main" id="{A687F50C-9090-64B5-ABA3-11A0F858049E}"/>
              </a:ext>
            </a:extLst>
          </p:cNvPr>
          <p:cNvSpPr txBox="1"/>
          <p:nvPr/>
        </p:nvSpPr>
        <p:spPr>
          <a:xfrm>
            <a:off x="8859333" y="1499059"/>
            <a:ext cx="1283107" cy="369332"/>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b="1" spc="-50" dirty="0">
                <a:solidFill>
                  <a:srgbClr val="000000"/>
                </a:solidFill>
                <a:latin typeface="Franklin Gothic Book"/>
              </a:rPr>
              <a:t>Tools</a:t>
            </a:r>
            <a:endParaRPr kumimoji="0" lang="en-US" b="1" i="0" u="none" strike="noStrike" kern="1200" cap="none" spc="-50" normalizeH="0" baseline="0" noProof="0" dirty="0">
              <a:ln>
                <a:noFill/>
              </a:ln>
              <a:solidFill>
                <a:srgbClr val="000000"/>
              </a:solidFill>
              <a:effectLst/>
              <a:uLnTx/>
              <a:uFillTx/>
              <a:latin typeface="Franklin Gothic Book"/>
              <a:ea typeface="+mn-ea"/>
              <a:cs typeface="+mn-cs"/>
            </a:endParaRPr>
          </a:p>
        </p:txBody>
      </p:sp>
      <p:sp>
        <p:nvSpPr>
          <p:cNvPr id="20" name="TextBox 19">
            <a:extLst>
              <a:ext uri="{FF2B5EF4-FFF2-40B4-BE49-F238E27FC236}">
                <a16:creationId xmlns:a16="http://schemas.microsoft.com/office/drawing/2014/main" id="{B2E7DF21-BCF6-00B1-D01A-692FE6A6E8B1}"/>
              </a:ext>
            </a:extLst>
          </p:cNvPr>
          <p:cNvSpPr txBox="1"/>
          <p:nvPr/>
        </p:nvSpPr>
        <p:spPr>
          <a:xfrm>
            <a:off x="609117" y="1503264"/>
            <a:ext cx="4810034" cy="34163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400"/>
              <a:t>LLMs are powerful on their own</a:t>
            </a:r>
          </a:p>
          <a:p>
            <a:pPr marL="285750" indent="-285750">
              <a:buFont typeface="Arial" panose="020B0604020202020204" pitchFamily="34" charset="0"/>
              <a:buChar char="•"/>
            </a:pPr>
            <a:r>
              <a:rPr lang="en-US" sz="2400"/>
              <a:t>When coupled with tool-calling and additional knowledge bases, they become even more powerful</a:t>
            </a:r>
          </a:p>
          <a:p>
            <a:pPr marL="285750" indent="-285750">
              <a:buFont typeface="Arial" panose="020B0604020202020204" pitchFamily="34" charset="0"/>
              <a:buChar char="•"/>
            </a:pPr>
            <a:r>
              <a:rPr lang="en-US" sz="2400"/>
              <a:t>Current systems allow LLMs to develop plans to execute, call the appropriate tools to do so, and iterate multiple times if necessary</a:t>
            </a:r>
          </a:p>
        </p:txBody>
      </p:sp>
      <p:sp>
        <p:nvSpPr>
          <p:cNvPr id="22" name="TextBox 28">
            <a:extLst>
              <a:ext uri="{FF2B5EF4-FFF2-40B4-BE49-F238E27FC236}">
                <a16:creationId xmlns:a16="http://schemas.microsoft.com/office/drawing/2014/main" id="{39143000-998C-3802-6493-0A0FC3F5FCEF}"/>
              </a:ext>
            </a:extLst>
          </p:cNvPr>
          <p:cNvSpPr txBox="1"/>
          <p:nvPr/>
        </p:nvSpPr>
        <p:spPr>
          <a:xfrm>
            <a:off x="6457263" y="1537246"/>
            <a:ext cx="1283107" cy="369332"/>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b="1" spc="-50">
                <a:solidFill>
                  <a:srgbClr val="000000"/>
                </a:solidFill>
                <a:latin typeface="Franklin Gothic Book"/>
              </a:rPr>
              <a:t>LLM</a:t>
            </a:r>
            <a:endParaRPr kumimoji="0" lang="en-US" b="1" i="0" u="none" strike="noStrike" kern="1200" cap="none" spc="-50" normalizeH="0" baseline="0" noProof="0">
              <a:ln>
                <a:noFill/>
              </a:ln>
              <a:solidFill>
                <a:srgbClr val="000000"/>
              </a:solidFill>
              <a:effectLst/>
              <a:uLnTx/>
              <a:uFillTx/>
              <a:latin typeface="Franklin Gothic Book"/>
              <a:ea typeface="+mn-ea"/>
              <a:cs typeface="+mn-cs"/>
            </a:endParaRPr>
          </a:p>
        </p:txBody>
      </p:sp>
      <p:sp>
        <p:nvSpPr>
          <p:cNvPr id="23" name="Arrow: Curved Down 22">
            <a:extLst>
              <a:ext uri="{FF2B5EF4-FFF2-40B4-BE49-F238E27FC236}">
                <a16:creationId xmlns:a16="http://schemas.microsoft.com/office/drawing/2014/main" id="{D52FDD5B-8712-9885-8914-D3727C8CA711}"/>
              </a:ext>
            </a:extLst>
          </p:cNvPr>
          <p:cNvSpPr/>
          <p:nvPr/>
        </p:nvSpPr>
        <p:spPr>
          <a:xfrm>
            <a:off x="6839131" y="925876"/>
            <a:ext cx="2570480" cy="522770"/>
          </a:xfrm>
          <a:prstGeom prst="curvedDownArrow">
            <a:avLst>
              <a:gd name="adj1" fmla="val 13521"/>
              <a:gd name="adj2" fmla="val 46082"/>
              <a:gd name="adj3" fmla="val 347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Box 28">
            <a:extLst>
              <a:ext uri="{FF2B5EF4-FFF2-40B4-BE49-F238E27FC236}">
                <a16:creationId xmlns:a16="http://schemas.microsoft.com/office/drawing/2014/main" id="{7A6C2B29-C659-8C9F-FE75-8BB9C0A19692}"/>
              </a:ext>
            </a:extLst>
          </p:cNvPr>
          <p:cNvSpPr txBox="1"/>
          <p:nvPr/>
        </p:nvSpPr>
        <p:spPr>
          <a:xfrm>
            <a:off x="7482817" y="555243"/>
            <a:ext cx="1283107" cy="369332"/>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b="1" spc="-50" dirty="0">
                <a:solidFill>
                  <a:srgbClr val="000000"/>
                </a:solidFill>
                <a:latin typeface="Franklin Gothic Book"/>
              </a:rPr>
              <a:t>Plan</a:t>
            </a:r>
            <a:endParaRPr kumimoji="0" lang="en-US" b="1" i="0" u="none" strike="noStrike" kern="1200" cap="none" spc="-50" normalizeH="0" baseline="0" noProof="0" dirty="0">
              <a:ln>
                <a:noFill/>
              </a:ln>
              <a:solidFill>
                <a:srgbClr val="000000"/>
              </a:solidFill>
              <a:effectLst/>
              <a:uLnTx/>
              <a:uFillTx/>
              <a:latin typeface="Franklin Gothic Book"/>
              <a:ea typeface="+mn-ea"/>
              <a:cs typeface="+mn-cs"/>
            </a:endParaRPr>
          </a:p>
        </p:txBody>
      </p:sp>
      <p:sp>
        <p:nvSpPr>
          <p:cNvPr id="25" name="Arrow: Curved Down 24">
            <a:extLst>
              <a:ext uri="{FF2B5EF4-FFF2-40B4-BE49-F238E27FC236}">
                <a16:creationId xmlns:a16="http://schemas.microsoft.com/office/drawing/2014/main" id="{2870FC6E-8BB6-2EA5-AA6B-9900F6B93BC8}"/>
              </a:ext>
            </a:extLst>
          </p:cNvPr>
          <p:cNvSpPr/>
          <p:nvPr/>
        </p:nvSpPr>
        <p:spPr>
          <a:xfrm rot="10800000">
            <a:off x="6967277" y="4637902"/>
            <a:ext cx="2570480" cy="522770"/>
          </a:xfrm>
          <a:prstGeom prst="curvedDownArrow">
            <a:avLst>
              <a:gd name="adj1" fmla="val 13521"/>
              <a:gd name="adj2" fmla="val 46082"/>
              <a:gd name="adj3" fmla="val 3471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8">
            <a:extLst>
              <a:ext uri="{FF2B5EF4-FFF2-40B4-BE49-F238E27FC236}">
                <a16:creationId xmlns:a16="http://schemas.microsoft.com/office/drawing/2014/main" id="{6249FD60-3882-6674-AA4F-ECB757C15256}"/>
              </a:ext>
            </a:extLst>
          </p:cNvPr>
          <p:cNvSpPr txBox="1"/>
          <p:nvPr/>
        </p:nvSpPr>
        <p:spPr>
          <a:xfrm>
            <a:off x="7610963" y="5127576"/>
            <a:ext cx="1283107" cy="369332"/>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b="1" spc="-50">
                <a:solidFill>
                  <a:srgbClr val="000000"/>
                </a:solidFill>
                <a:latin typeface="Franklin Gothic Book"/>
              </a:rPr>
              <a:t>Iterate</a:t>
            </a:r>
            <a:endParaRPr kumimoji="0" lang="en-US" b="1" i="0" u="none" strike="noStrike" kern="1200" cap="none" spc="-50" normalizeH="0" baseline="0" noProof="0">
              <a:ln>
                <a:noFill/>
              </a:ln>
              <a:solidFill>
                <a:srgbClr val="000000"/>
              </a:solidFill>
              <a:effectLst/>
              <a:uLnTx/>
              <a:uFillTx/>
              <a:latin typeface="Franklin Gothic Book"/>
              <a:ea typeface="+mn-ea"/>
              <a:cs typeface="+mn-cs"/>
            </a:endParaRPr>
          </a:p>
        </p:txBody>
      </p:sp>
      <p:sp>
        <p:nvSpPr>
          <p:cNvPr id="4" name="Rectangle: Rounded Corners 3">
            <a:extLst>
              <a:ext uri="{FF2B5EF4-FFF2-40B4-BE49-F238E27FC236}">
                <a16:creationId xmlns:a16="http://schemas.microsoft.com/office/drawing/2014/main" id="{BF14550E-8809-9192-17B2-2518FA732208}"/>
              </a:ext>
            </a:extLst>
          </p:cNvPr>
          <p:cNvSpPr/>
          <p:nvPr/>
        </p:nvSpPr>
        <p:spPr>
          <a:xfrm>
            <a:off x="9122833" y="5852583"/>
            <a:ext cx="2465915" cy="46566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Agent Capabilities</a:t>
            </a:r>
          </a:p>
        </p:txBody>
      </p:sp>
      <p:sp>
        <p:nvSpPr>
          <p:cNvPr id="5" name="Rectangle: Rounded Corners 4">
            <a:extLst>
              <a:ext uri="{FF2B5EF4-FFF2-40B4-BE49-F238E27FC236}">
                <a16:creationId xmlns:a16="http://schemas.microsoft.com/office/drawing/2014/main" id="{EA22A403-492A-A8C4-325D-4C5050CAD369}"/>
              </a:ext>
            </a:extLst>
          </p:cNvPr>
          <p:cNvSpPr/>
          <p:nvPr/>
        </p:nvSpPr>
        <p:spPr>
          <a:xfrm>
            <a:off x="9122832" y="5291666"/>
            <a:ext cx="2465915" cy="4656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LLM Capabilities</a:t>
            </a:r>
          </a:p>
        </p:txBody>
      </p:sp>
    </p:spTree>
    <p:extLst>
      <p:ext uri="{BB962C8B-B14F-4D97-AF65-F5344CB8AC3E}">
        <p14:creationId xmlns:p14="http://schemas.microsoft.com/office/powerpoint/2010/main" val="2924419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38A592-BFC6-FAEB-8E6C-009FC12514A8}"/>
              </a:ext>
            </a:extLst>
          </p:cNvPr>
          <p:cNvSpPr>
            <a:spLocks noGrp="1"/>
          </p:cNvSpPr>
          <p:nvPr>
            <p:ph type="title"/>
          </p:nvPr>
        </p:nvSpPr>
        <p:spPr>
          <a:xfrm>
            <a:off x="609600" y="630776"/>
            <a:ext cx="10972800" cy="1401223"/>
          </a:xfrm>
        </p:spPr>
        <p:txBody>
          <a:bodyPr>
            <a:noAutofit/>
          </a:bodyPr>
          <a:lstStyle/>
          <a:p>
            <a:r>
              <a:rPr lang="en-US" sz="4000" dirty="0"/>
              <a:t>Three primary </a:t>
            </a:r>
            <a:r>
              <a:rPr lang="en-US" sz="4000" u="sng" dirty="0"/>
              <a:t>challenges</a:t>
            </a:r>
            <a:r>
              <a:rPr lang="en-US" sz="4000" dirty="0"/>
              <a:t> of using large language models on technical tasks</a:t>
            </a:r>
          </a:p>
        </p:txBody>
      </p:sp>
      <p:sp>
        <p:nvSpPr>
          <p:cNvPr id="7" name="Text Placeholder 6">
            <a:extLst>
              <a:ext uri="{FF2B5EF4-FFF2-40B4-BE49-F238E27FC236}">
                <a16:creationId xmlns:a16="http://schemas.microsoft.com/office/drawing/2014/main" id="{2E6B8529-A4CB-06A4-E5C7-6FCC30C8C432}"/>
              </a:ext>
            </a:extLst>
          </p:cNvPr>
          <p:cNvSpPr>
            <a:spLocks noGrp="1"/>
          </p:cNvSpPr>
          <p:nvPr>
            <p:ph type="body" sz="quarter" idx="12"/>
          </p:nvPr>
        </p:nvSpPr>
        <p:spPr>
          <a:xfrm>
            <a:off x="609600" y="1906375"/>
            <a:ext cx="10740571" cy="3316892"/>
          </a:xfrm>
        </p:spPr>
        <p:txBody>
          <a:bodyPr anchor="ctr"/>
          <a:lstStyle/>
          <a:p>
            <a:pPr marL="514350" indent="-514350">
              <a:buFont typeface="+mj-lt"/>
              <a:buAutoNum type="arabicPeriod"/>
            </a:pPr>
            <a:r>
              <a:rPr lang="en-US" sz="2800" b="1" dirty="0">
                <a:latin typeface="+mn-lt"/>
              </a:rPr>
              <a:t>Knowledge Cutoffs / limited knowledge base </a:t>
            </a:r>
            <a:r>
              <a:rPr lang="en-US" sz="2800" dirty="0">
                <a:latin typeface="+mn-lt"/>
              </a:rPr>
              <a:t>- LLMs do not know everything (e.g., current events) due to limitations in training data; it is costly and time-consuming to re-train with new data, so retraining happens periodically</a:t>
            </a:r>
          </a:p>
          <a:p>
            <a:pPr marL="514350" indent="-514350">
              <a:buFont typeface="+mj-lt"/>
              <a:buAutoNum type="arabicPeriod"/>
            </a:pPr>
            <a:r>
              <a:rPr lang="en-US" sz="2800" b="1" dirty="0">
                <a:latin typeface="+mn-lt"/>
              </a:rPr>
              <a:t>Hallucinations</a:t>
            </a:r>
            <a:r>
              <a:rPr lang="en-US" sz="2800" dirty="0">
                <a:latin typeface="+mn-lt"/>
              </a:rPr>
              <a:t> – LLMs may provide convincing but incorrect information in responses, which could lead to mistrust</a:t>
            </a:r>
          </a:p>
          <a:p>
            <a:pPr marL="514350" indent="-514350">
              <a:buFont typeface="+mj-lt"/>
              <a:buAutoNum type="arabicPeriod"/>
            </a:pPr>
            <a:r>
              <a:rPr lang="en-US" sz="2800" b="1" dirty="0">
                <a:latin typeface="+mn-lt"/>
              </a:rPr>
              <a:t>Inappropriate use</a:t>
            </a:r>
            <a:r>
              <a:rPr lang="en-US" sz="2800" dirty="0">
                <a:latin typeface="+mn-lt"/>
              </a:rPr>
              <a:t> – AI tools are an emerging technology, and represent a new pathway for misuse and cybersecurity threats</a:t>
            </a:r>
          </a:p>
        </p:txBody>
      </p:sp>
      <p:sp>
        <p:nvSpPr>
          <p:cNvPr id="2" name="TextBox 1">
            <a:extLst>
              <a:ext uri="{FF2B5EF4-FFF2-40B4-BE49-F238E27FC236}">
                <a16:creationId xmlns:a16="http://schemas.microsoft.com/office/drawing/2014/main" id="{C74A8DF0-E5C4-5EF6-30DC-86B8FF46E452}"/>
              </a:ext>
            </a:extLst>
          </p:cNvPr>
          <p:cNvSpPr txBox="1"/>
          <p:nvPr/>
        </p:nvSpPr>
        <p:spPr>
          <a:xfrm>
            <a:off x="609600" y="5335769"/>
            <a:ext cx="10740571" cy="830997"/>
          </a:xfrm>
          <a:prstGeom prst="rect">
            <a:avLst/>
          </a:prstGeom>
          <a:noFill/>
          <a:ln>
            <a:solidFill>
              <a:schemeClr val="bg2">
                <a:lumMod val="90000"/>
              </a:schemeClr>
            </a:solidFill>
          </a:ln>
        </p:spPr>
        <p:txBody>
          <a:bodyPr wrap="square" rtlCol="0">
            <a:spAutoFit/>
          </a:bodyPr>
          <a:lstStyle/>
          <a:p>
            <a:pPr algn="ctr"/>
            <a:r>
              <a:rPr lang="en-US" sz="2400" dirty="0"/>
              <a:t>You’ll leave today with the understanding to mitigate these challenges, so that you can use LLMs to solve problems relevant to </a:t>
            </a:r>
            <a:r>
              <a:rPr lang="en-US" sz="2400"/>
              <a:t>your organization.</a:t>
            </a:r>
            <a:endParaRPr lang="en-US" sz="2400" dirty="0"/>
          </a:p>
        </p:txBody>
      </p:sp>
      <p:sp>
        <p:nvSpPr>
          <p:cNvPr id="3" name="Slide Number Placeholder 2">
            <a:extLst>
              <a:ext uri="{FF2B5EF4-FFF2-40B4-BE49-F238E27FC236}">
                <a16:creationId xmlns:a16="http://schemas.microsoft.com/office/drawing/2014/main" id="{74132009-68EC-B528-3188-C95BE15145CC}"/>
              </a:ext>
            </a:extLst>
          </p:cNvPr>
          <p:cNvSpPr txBox="1">
            <a:spLocks/>
          </p:cNvSpPr>
          <p:nvPr/>
        </p:nvSpPr>
        <p:spPr>
          <a:xfrm>
            <a:off x="9220200" y="6356350"/>
            <a:ext cx="2971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11</a:t>
            </a:fld>
            <a:endParaRPr lang="en-US"/>
          </a:p>
        </p:txBody>
      </p:sp>
    </p:spTree>
    <p:extLst>
      <p:ext uri="{BB962C8B-B14F-4D97-AF65-F5344CB8AC3E}">
        <p14:creationId xmlns:p14="http://schemas.microsoft.com/office/powerpoint/2010/main" val="2447793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10E5-67D8-FB8D-7635-83CB21EE8587}"/>
              </a:ext>
            </a:extLst>
          </p:cNvPr>
          <p:cNvSpPr>
            <a:spLocks noGrp="1"/>
          </p:cNvSpPr>
          <p:nvPr>
            <p:ph type="title"/>
          </p:nvPr>
        </p:nvSpPr>
        <p:spPr>
          <a:xfrm>
            <a:off x="838200" y="524780"/>
            <a:ext cx="5739386" cy="2537734"/>
          </a:xfrm>
        </p:spPr>
        <p:txBody>
          <a:bodyPr>
            <a:normAutofit/>
          </a:bodyPr>
          <a:lstStyle/>
          <a:p>
            <a:r>
              <a:rPr lang="en-US" dirty="0"/>
              <a:t>LLMs aren’t perfect…</a:t>
            </a:r>
          </a:p>
        </p:txBody>
      </p:sp>
      <p:pic>
        <p:nvPicPr>
          <p:cNvPr id="1026" name="Picture 2" descr="Image preview">
            <a:extLst>
              <a:ext uri="{FF2B5EF4-FFF2-40B4-BE49-F238E27FC236}">
                <a16:creationId xmlns:a16="http://schemas.microsoft.com/office/drawing/2014/main" id="{DF9298D7-6CE3-1B22-1FF9-603544AC9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1275925"/>
            <a:ext cx="4776216" cy="441164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0AA87EC-6846-E501-0B75-070FE575CCE5}"/>
              </a:ext>
            </a:extLst>
          </p:cNvPr>
          <p:cNvSpPr txBox="1">
            <a:spLocks/>
          </p:cNvSpPr>
          <p:nvPr/>
        </p:nvSpPr>
        <p:spPr>
          <a:xfrm>
            <a:off x="9220200" y="6356350"/>
            <a:ext cx="2971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12</a:t>
            </a:fld>
            <a:endParaRPr lang="en-US"/>
          </a:p>
        </p:txBody>
      </p:sp>
      <p:pic>
        <p:nvPicPr>
          <p:cNvPr id="7" name="Picture 6">
            <a:extLst>
              <a:ext uri="{FF2B5EF4-FFF2-40B4-BE49-F238E27FC236}">
                <a16:creationId xmlns:a16="http://schemas.microsoft.com/office/drawing/2014/main" id="{A305FD93-5D28-66ED-DFBE-ABBC716F27EF}"/>
              </a:ext>
            </a:extLst>
          </p:cNvPr>
          <p:cNvPicPr>
            <a:picLocks noChangeAspect="1"/>
          </p:cNvPicPr>
          <p:nvPr/>
        </p:nvPicPr>
        <p:blipFill>
          <a:blip r:embed="rId4"/>
          <a:stretch>
            <a:fillRect/>
          </a:stretch>
        </p:blipFill>
        <p:spPr>
          <a:xfrm>
            <a:off x="6096002" y="1212711"/>
            <a:ext cx="5257800" cy="4545389"/>
          </a:xfrm>
          <a:prstGeom prst="rect">
            <a:avLst/>
          </a:prstGeom>
        </p:spPr>
      </p:pic>
      <p:sp>
        <p:nvSpPr>
          <p:cNvPr id="8" name="TextBox 7">
            <a:extLst>
              <a:ext uri="{FF2B5EF4-FFF2-40B4-BE49-F238E27FC236}">
                <a16:creationId xmlns:a16="http://schemas.microsoft.com/office/drawing/2014/main" id="{0F8039BC-0363-6C31-65DF-F95BA28FAB75}"/>
              </a:ext>
            </a:extLst>
          </p:cNvPr>
          <p:cNvSpPr txBox="1"/>
          <p:nvPr/>
        </p:nvSpPr>
        <p:spPr>
          <a:xfrm>
            <a:off x="6327649" y="5760204"/>
            <a:ext cx="4453127" cy="369332"/>
          </a:xfrm>
          <a:prstGeom prst="rect">
            <a:avLst/>
          </a:prstGeom>
          <a:noFill/>
        </p:spPr>
        <p:txBody>
          <a:bodyPr wrap="square" rtlCol="0">
            <a:spAutoFit/>
          </a:bodyPr>
          <a:lstStyle/>
          <a:p>
            <a:pPr algn="ctr"/>
            <a:r>
              <a:rPr lang="en-US" b="1" dirty="0"/>
              <a:t>Symptom: </a:t>
            </a:r>
            <a:r>
              <a:rPr lang="en-US" dirty="0"/>
              <a:t>Poisoned Training Data</a:t>
            </a:r>
          </a:p>
        </p:txBody>
      </p:sp>
      <p:sp>
        <p:nvSpPr>
          <p:cNvPr id="9" name="TextBox 8">
            <a:extLst>
              <a:ext uri="{FF2B5EF4-FFF2-40B4-BE49-F238E27FC236}">
                <a16:creationId xmlns:a16="http://schemas.microsoft.com/office/drawing/2014/main" id="{813393EA-B8B8-8E8D-3ABB-0A384D3CD7DB}"/>
              </a:ext>
            </a:extLst>
          </p:cNvPr>
          <p:cNvSpPr txBox="1"/>
          <p:nvPr/>
        </p:nvSpPr>
        <p:spPr>
          <a:xfrm>
            <a:off x="838200" y="5764624"/>
            <a:ext cx="4453127" cy="369332"/>
          </a:xfrm>
          <a:prstGeom prst="rect">
            <a:avLst/>
          </a:prstGeom>
          <a:noFill/>
        </p:spPr>
        <p:txBody>
          <a:bodyPr wrap="square" rtlCol="0">
            <a:spAutoFit/>
          </a:bodyPr>
          <a:lstStyle/>
          <a:p>
            <a:pPr algn="ctr"/>
            <a:r>
              <a:rPr lang="en-US" b="1" dirty="0"/>
              <a:t>Symptom: </a:t>
            </a:r>
            <a:r>
              <a:rPr lang="en-US" dirty="0"/>
              <a:t>Inadequate guardrails</a:t>
            </a:r>
          </a:p>
        </p:txBody>
      </p:sp>
      <p:sp>
        <p:nvSpPr>
          <p:cNvPr id="11" name="TextBox 10">
            <a:extLst>
              <a:ext uri="{FF2B5EF4-FFF2-40B4-BE49-F238E27FC236}">
                <a16:creationId xmlns:a16="http://schemas.microsoft.com/office/drawing/2014/main" id="{C348584A-0007-9C67-2478-0830DAA38248}"/>
              </a:ext>
            </a:extLst>
          </p:cNvPr>
          <p:cNvSpPr txBox="1"/>
          <p:nvPr/>
        </p:nvSpPr>
        <p:spPr>
          <a:xfrm>
            <a:off x="7824216" y="6356350"/>
            <a:ext cx="3529586" cy="261610"/>
          </a:xfrm>
          <a:prstGeom prst="rect">
            <a:avLst/>
          </a:prstGeom>
          <a:noFill/>
        </p:spPr>
        <p:txBody>
          <a:bodyPr wrap="square">
            <a:spAutoFit/>
          </a:bodyPr>
          <a:lstStyle/>
          <a:p>
            <a:r>
              <a:rPr lang="en-US" sz="1100" dirty="0"/>
              <a:t>https://www.nature.com/articles/d41586-026-01100-y</a:t>
            </a:r>
          </a:p>
        </p:txBody>
      </p:sp>
    </p:spTree>
    <p:extLst>
      <p:ext uri="{BB962C8B-B14F-4D97-AF65-F5344CB8AC3E}">
        <p14:creationId xmlns:p14="http://schemas.microsoft.com/office/powerpoint/2010/main" val="262622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10E5-67D8-FB8D-7635-83CB21EE8587}"/>
              </a:ext>
            </a:extLst>
          </p:cNvPr>
          <p:cNvSpPr>
            <a:spLocks noGrp="1"/>
          </p:cNvSpPr>
          <p:nvPr>
            <p:ph type="title"/>
          </p:nvPr>
        </p:nvSpPr>
        <p:spPr>
          <a:xfrm>
            <a:off x="838200" y="524780"/>
            <a:ext cx="10515600" cy="1325563"/>
          </a:xfrm>
        </p:spPr>
        <p:txBody>
          <a:bodyPr>
            <a:normAutofit/>
          </a:bodyPr>
          <a:lstStyle/>
          <a:p>
            <a:r>
              <a:rPr lang="en-US"/>
              <a:t>… nor are the humans using LLMs</a:t>
            </a:r>
          </a:p>
        </p:txBody>
      </p:sp>
      <p:pic>
        <p:nvPicPr>
          <p:cNvPr id="7" name="Picture 6">
            <a:extLst>
              <a:ext uri="{FF2B5EF4-FFF2-40B4-BE49-F238E27FC236}">
                <a16:creationId xmlns:a16="http://schemas.microsoft.com/office/drawing/2014/main" id="{4944865B-E972-5773-DFA9-460E6DBDB728}"/>
              </a:ext>
            </a:extLst>
          </p:cNvPr>
          <p:cNvPicPr>
            <a:picLocks noChangeAspect="1"/>
          </p:cNvPicPr>
          <p:nvPr/>
        </p:nvPicPr>
        <p:blipFill>
          <a:blip r:embed="rId2"/>
          <a:stretch>
            <a:fillRect/>
          </a:stretch>
        </p:blipFill>
        <p:spPr>
          <a:xfrm>
            <a:off x="1055914" y="1564490"/>
            <a:ext cx="9060543" cy="1601089"/>
          </a:xfrm>
          <a:prstGeom prst="rect">
            <a:avLst/>
          </a:prstGeom>
        </p:spPr>
      </p:pic>
      <p:sp>
        <p:nvSpPr>
          <p:cNvPr id="8" name="Content Placeholder 2">
            <a:extLst>
              <a:ext uri="{FF2B5EF4-FFF2-40B4-BE49-F238E27FC236}">
                <a16:creationId xmlns:a16="http://schemas.microsoft.com/office/drawing/2014/main" id="{04A86C3E-4824-6672-BB4A-7E87CE275F3E}"/>
              </a:ext>
            </a:extLst>
          </p:cNvPr>
          <p:cNvSpPr txBox="1">
            <a:spLocks/>
          </p:cNvSpPr>
          <p:nvPr/>
        </p:nvSpPr>
        <p:spPr>
          <a:xfrm>
            <a:off x="838200" y="3296205"/>
            <a:ext cx="10947398" cy="34128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Franklin Gothic Book" panose="020B0503020102020204" pitchFamily="34" charset="0"/>
              </a:rPr>
              <a:t>A scholar </a:t>
            </a:r>
            <a:r>
              <a:rPr lang="en-US" sz="2400" dirty="0">
                <a:solidFill>
                  <a:srgbClr val="000000"/>
                </a:solidFill>
                <a:highlight>
                  <a:srgbClr val="C0C0C0"/>
                </a:highlight>
                <a:latin typeface="Franklin Gothic Book" panose="020B0503020102020204" pitchFamily="34" charset="0"/>
              </a:rPr>
              <a:t>fed bullet points into GPT-4o, asking the tool to draft a short paragraph based on what he’d written</a:t>
            </a:r>
            <a:r>
              <a:rPr lang="en-US" sz="2400" dirty="0">
                <a:solidFill>
                  <a:srgbClr val="000000"/>
                </a:solidFill>
                <a:latin typeface="Franklin Gothic Book" panose="020B0503020102020204" pitchFamily="34" charset="0"/>
              </a:rPr>
              <a:t>, and included “[cite]” as a placeholder to remind himself to add the fitting academic citations. He was very familiar with the articles he planned to cite, he said in the filing, and had even written one of them himself.</a:t>
            </a:r>
          </a:p>
          <a:p>
            <a:r>
              <a:rPr lang="en-US" sz="2400" dirty="0">
                <a:solidFill>
                  <a:srgbClr val="000000"/>
                </a:solidFill>
                <a:latin typeface="Franklin Gothic Book" panose="020B0503020102020204" pitchFamily="34" charset="0"/>
              </a:rPr>
              <a:t>But when he copied GPT-4o’s paragraphs back into his Microsoft Word document, Hancock didn’t notice “[cite]” had been replaced in each case with citations to </a:t>
            </a:r>
            <a:r>
              <a:rPr lang="en-US" sz="2400" dirty="0">
                <a:solidFill>
                  <a:srgbClr val="000000"/>
                </a:solidFill>
                <a:highlight>
                  <a:srgbClr val="C0C0C0"/>
                </a:highlight>
                <a:latin typeface="Franklin Gothic Book" panose="020B0503020102020204" pitchFamily="34" charset="0"/>
              </a:rPr>
              <a:t>nonexistent journal articles</a:t>
            </a:r>
            <a:r>
              <a:rPr lang="en-US" sz="2400" dirty="0">
                <a:solidFill>
                  <a:srgbClr val="000000"/>
                </a:solidFill>
                <a:latin typeface="Franklin Gothic Book" panose="020B0503020102020204" pitchFamily="34" charset="0"/>
              </a:rPr>
              <a:t>, per the filing. “I overlooked the </a:t>
            </a:r>
            <a:r>
              <a:rPr lang="en-US" sz="2400" dirty="0">
                <a:solidFill>
                  <a:srgbClr val="000000"/>
                </a:solidFill>
                <a:highlight>
                  <a:srgbClr val="C0C0C0"/>
                </a:highlight>
                <a:latin typeface="Franklin Gothic Book" panose="020B0503020102020204" pitchFamily="34" charset="0"/>
              </a:rPr>
              <a:t>two hallucinated citations</a:t>
            </a:r>
            <a:r>
              <a:rPr lang="en-US" sz="2400" dirty="0">
                <a:solidFill>
                  <a:srgbClr val="000000"/>
                </a:solidFill>
                <a:latin typeface="Franklin Gothic Book" panose="020B0503020102020204" pitchFamily="34" charset="0"/>
              </a:rPr>
              <a:t> and did not remember to include the correct ones.”</a:t>
            </a:r>
          </a:p>
          <a:p>
            <a:pPr marL="0" indent="0" algn="r">
              <a:buFont typeface="Arial" panose="020B0604020202020204" pitchFamily="34" charset="0"/>
              <a:buNone/>
            </a:pPr>
            <a:endParaRPr lang="en-US" sz="1000" dirty="0">
              <a:latin typeface="Franklin Gothic Book" panose="020B0503020102020204" pitchFamily="34" charset="0"/>
              <a:hlinkClick r:id="rId3"/>
            </a:endParaRPr>
          </a:p>
        </p:txBody>
      </p:sp>
      <p:sp>
        <p:nvSpPr>
          <p:cNvPr id="3" name="Slide Number Placeholder 2">
            <a:extLst>
              <a:ext uri="{FF2B5EF4-FFF2-40B4-BE49-F238E27FC236}">
                <a16:creationId xmlns:a16="http://schemas.microsoft.com/office/drawing/2014/main" id="{E955B7B8-AC94-8FF8-E6AB-4E203D9865BC}"/>
              </a:ext>
            </a:extLst>
          </p:cNvPr>
          <p:cNvSpPr txBox="1">
            <a:spLocks/>
          </p:cNvSpPr>
          <p:nvPr/>
        </p:nvSpPr>
        <p:spPr>
          <a:xfrm>
            <a:off x="9220200" y="6356350"/>
            <a:ext cx="2971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13</a:t>
            </a:fld>
            <a:endParaRPr lang="en-US"/>
          </a:p>
        </p:txBody>
      </p:sp>
      <p:sp>
        <p:nvSpPr>
          <p:cNvPr id="5" name="TextBox 4">
            <a:extLst>
              <a:ext uri="{FF2B5EF4-FFF2-40B4-BE49-F238E27FC236}">
                <a16:creationId xmlns:a16="http://schemas.microsoft.com/office/drawing/2014/main" id="{4074E502-B95F-A6E0-00E8-05750E236868}"/>
              </a:ext>
            </a:extLst>
          </p:cNvPr>
          <p:cNvSpPr txBox="1"/>
          <p:nvPr/>
        </p:nvSpPr>
        <p:spPr>
          <a:xfrm>
            <a:off x="3578858" y="6408107"/>
            <a:ext cx="8206740" cy="261610"/>
          </a:xfrm>
          <a:prstGeom prst="rect">
            <a:avLst/>
          </a:prstGeom>
          <a:noFill/>
        </p:spPr>
        <p:txBody>
          <a:bodyPr wrap="square">
            <a:spAutoFit/>
          </a:bodyPr>
          <a:lstStyle/>
          <a:p>
            <a:pPr marL="0" indent="0" algn="r">
              <a:buFont typeface="Arial" panose="020B0604020202020204" pitchFamily="34" charset="0"/>
              <a:buNone/>
            </a:pPr>
            <a:r>
              <a:rPr lang="en-US" sz="1100" dirty="0">
                <a:latin typeface="Franklin Gothic Book" panose="020B0503020102020204" pitchFamily="34" charset="0"/>
                <a:hlinkClick r:id="rId3"/>
              </a:rPr>
              <a:t>Source: https://www.sfgate.com/tech/article/stanford-expert-gpt-minnesota-deepfakes-19954595.php</a:t>
            </a:r>
            <a:r>
              <a:rPr lang="en-US" sz="1100" dirty="0">
                <a:latin typeface="Franklin Gothic Book" panose="020B0503020102020204" pitchFamily="34" charset="0"/>
              </a:rPr>
              <a:t> </a:t>
            </a:r>
          </a:p>
        </p:txBody>
      </p:sp>
    </p:spTree>
    <p:extLst>
      <p:ext uri="{BB962C8B-B14F-4D97-AF65-F5344CB8AC3E}">
        <p14:creationId xmlns:p14="http://schemas.microsoft.com/office/powerpoint/2010/main" val="401065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B2C7-88F1-482B-9921-3FE86C41E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EA6B4-012C-0555-16CA-2D475913733D}"/>
              </a:ext>
            </a:extLst>
          </p:cNvPr>
          <p:cNvSpPr>
            <a:spLocks noGrp="1"/>
          </p:cNvSpPr>
          <p:nvPr>
            <p:ph type="title"/>
          </p:nvPr>
        </p:nvSpPr>
        <p:spPr>
          <a:xfrm>
            <a:off x="838200" y="524780"/>
            <a:ext cx="10515600" cy="1325563"/>
          </a:xfrm>
        </p:spPr>
        <p:txBody>
          <a:bodyPr>
            <a:normAutofit/>
          </a:bodyPr>
          <a:lstStyle/>
          <a:p>
            <a:r>
              <a:rPr lang="en-US" sz="3200" dirty="0"/>
              <a:t>… and LLMs could be misused without guardrails and controls</a:t>
            </a:r>
          </a:p>
        </p:txBody>
      </p:sp>
      <p:sp>
        <p:nvSpPr>
          <p:cNvPr id="3" name="Slide Number Placeholder 2">
            <a:extLst>
              <a:ext uri="{FF2B5EF4-FFF2-40B4-BE49-F238E27FC236}">
                <a16:creationId xmlns:a16="http://schemas.microsoft.com/office/drawing/2014/main" id="{CFB6C220-D45E-548B-A6BA-A00B5A4FD41B}"/>
              </a:ext>
            </a:extLst>
          </p:cNvPr>
          <p:cNvSpPr txBox="1">
            <a:spLocks/>
          </p:cNvSpPr>
          <p:nvPr/>
        </p:nvSpPr>
        <p:spPr>
          <a:xfrm>
            <a:off x="9220200" y="6356350"/>
            <a:ext cx="2971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14</a:t>
            </a:fld>
            <a:endParaRPr lang="en-US"/>
          </a:p>
        </p:txBody>
      </p:sp>
      <p:pic>
        <p:nvPicPr>
          <p:cNvPr id="6" name="Picture 5">
            <a:extLst>
              <a:ext uri="{FF2B5EF4-FFF2-40B4-BE49-F238E27FC236}">
                <a16:creationId xmlns:a16="http://schemas.microsoft.com/office/drawing/2014/main" id="{BC1C96DE-A4F1-E0E2-B565-41455283E7D7}"/>
              </a:ext>
            </a:extLst>
          </p:cNvPr>
          <p:cNvPicPr>
            <a:picLocks noChangeAspect="1"/>
          </p:cNvPicPr>
          <p:nvPr/>
        </p:nvPicPr>
        <p:blipFill>
          <a:blip r:embed="rId3"/>
          <a:stretch>
            <a:fillRect/>
          </a:stretch>
        </p:blipFill>
        <p:spPr>
          <a:xfrm>
            <a:off x="1018309" y="1346155"/>
            <a:ext cx="10155382" cy="4656105"/>
          </a:xfrm>
          <a:prstGeom prst="rect">
            <a:avLst/>
          </a:prstGeom>
        </p:spPr>
      </p:pic>
      <p:sp>
        <p:nvSpPr>
          <p:cNvPr id="10" name="TextBox 9">
            <a:extLst>
              <a:ext uri="{FF2B5EF4-FFF2-40B4-BE49-F238E27FC236}">
                <a16:creationId xmlns:a16="http://schemas.microsoft.com/office/drawing/2014/main" id="{542D8EC2-CD88-BF97-A68C-A5E8C8B9B0BA}"/>
              </a:ext>
            </a:extLst>
          </p:cNvPr>
          <p:cNvSpPr txBox="1"/>
          <p:nvPr/>
        </p:nvSpPr>
        <p:spPr>
          <a:xfrm>
            <a:off x="1018308" y="6038775"/>
            <a:ext cx="10155381" cy="646331"/>
          </a:xfrm>
          <a:prstGeom prst="rect">
            <a:avLst/>
          </a:prstGeom>
          <a:noFill/>
        </p:spPr>
        <p:txBody>
          <a:bodyPr wrap="square">
            <a:spAutoFit/>
          </a:bodyPr>
          <a:lstStyle/>
          <a:p>
            <a:r>
              <a:rPr lang="en-US" sz="1800" dirty="0">
                <a:solidFill>
                  <a:srgbClr val="000000"/>
                </a:solidFill>
                <a:latin typeface="Franklin Gothic Book" panose="020B0503020102020204" pitchFamily="34" charset="0"/>
              </a:rPr>
              <a:t>Improper use could relate to deliberate exploitation of security vulnerabilities or inadvertent uses of an AI tool (e.g., asking questions or performing tasks outside of scope of a tool)</a:t>
            </a:r>
          </a:p>
        </p:txBody>
      </p:sp>
    </p:spTree>
    <p:extLst>
      <p:ext uri="{BB962C8B-B14F-4D97-AF65-F5344CB8AC3E}">
        <p14:creationId xmlns:p14="http://schemas.microsoft.com/office/powerpoint/2010/main" val="362382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10E5-67D8-FB8D-7635-83CB21EE8587}"/>
              </a:ext>
            </a:extLst>
          </p:cNvPr>
          <p:cNvSpPr>
            <a:spLocks noGrp="1"/>
          </p:cNvSpPr>
          <p:nvPr>
            <p:ph type="title"/>
          </p:nvPr>
        </p:nvSpPr>
        <p:spPr/>
        <p:txBody>
          <a:bodyPr>
            <a:normAutofit/>
          </a:bodyPr>
          <a:lstStyle/>
          <a:p>
            <a:r>
              <a:rPr lang="en-US"/>
              <a:t>How can we mitigate these issues?</a:t>
            </a:r>
          </a:p>
        </p:txBody>
      </p:sp>
      <p:graphicFrame>
        <p:nvGraphicFramePr>
          <p:cNvPr id="8" name="Table 7">
            <a:extLst>
              <a:ext uri="{FF2B5EF4-FFF2-40B4-BE49-F238E27FC236}">
                <a16:creationId xmlns:a16="http://schemas.microsoft.com/office/drawing/2014/main" id="{E41877BD-D46F-3C2A-A943-7A77C80231DE}"/>
              </a:ext>
            </a:extLst>
          </p:cNvPr>
          <p:cNvGraphicFramePr>
            <a:graphicFrameLocks noGrp="1"/>
          </p:cNvGraphicFramePr>
          <p:nvPr>
            <p:extLst>
              <p:ext uri="{D42A27DB-BD31-4B8C-83A1-F6EECF244321}">
                <p14:modId xmlns:p14="http://schemas.microsoft.com/office/powerpoint/2010/main" val="2772840393"/>
              </p:ext>
            </p:extLst>
          </p:nvPr>
        </p:nvGraphicFramePr>
        <p:xfrm>
          <a:off x="609600" y="1439283"/>
          <a:ext cx="10972800" cy="4968668"/>
        </p:xfrm>
        <a:graphic>
          <a:graphicData uri="http://schemas.openxmlformats.org/drawingml/2006/table">
            <a:tbl>
              <a:tblPr firstRow="1" bandRow="1"/>
              <a:tblGrid>
                <a:gridCol w="3657600">
                  <a:extLst>
                    <a:ext uri="{9D8B030D-6E8A-4147-A177-3AD203B41FA5}">
                      <a16:colId xmlns:a16="http://schemas.microsoft.com/office/drawing/2014/main" val="504987364"/>
                    </a:ext>
                  </a:extLst>
                </a:gridCol>
                <a:gridCol w="3657600">
                  <a:extLst>
                    <a:ext uri="{9D8B030D-6E8A-4147-A177-3AD203B41FA5}">
                      <a16:colId xmlns:a16="http://schemas.microsoft.com/office/drawing/2014/main" val="3881606303"/>
                    </a:ext>
                  </a:extLst>
                </a:gridCol>
                <a:gridCol w="3657600">
                  <a:extLst>
                    <a:ext uri="{9D8B030D-6E8A-4147-A177-3AD203B41FA5}">
                      <a16:colId xmlns:a16="http://schemas.microsoft.com/office/drawing/2014/main" val="3894469640"/>
                    </a:ext>
                  </a:extLst>
                </a:gridCol>
              </a:tblGrid>
              <a:tr h="554602">
                <a:tc>
                  <a:txBody>
                    <a:bodyPr/>
                    <a:lstStyle>
                      <a:lvl1pPr marL="0" algn="l" defTabSz="914400" rtl="0" eaLnBrk="1" latinLnBrk="0" hangingPunct="1">
                        <a:defRPr sz="1800" b="1" kern="1200">
                          <a:solidFill>
                            <a:schemeClr val="lt1"/>
                          </a:solidFill>
                          <a:latin typeface="Franklin Gothic Book"/>
                        </a:defRPr>
                      </a:lvl1pPr>
                      <a:lvl2pPr marL="457200" algn="l" defTabSz="914400" rtl="0" eaLnBrk="1" latinLnBrk="0" hangingPunct="1">
                        <a:defRPr sz="1800" b="1" kern="1200">
                          <a:solidFill>
                            <a:schemeClr val="lt1"/>
                          </a:solidFill>
                          <a:latin typeface="Franklin Gothic Book"/>
                        </a:defRPr>
                      </a:lvl2pPr>
                      <a:lvl3pPr marL="914400" algn="l" defTabSz="914400" rtl="0" eaLnBrk="1" latinLnBrk="0" hangingPunct="1">
                        <a:defRPr sz="1800" b="1" kern="1200">
                          <a:solidFill>
                            <a:schemeClr val="lt1"/>
                          </a:solidFill>
                          <a:latin typeface="Franklin Gothic Book"/>
                        </a:defRPr>
                      </a:lvl3pPr>
                      <a:lvl4pPr marL="1371600" algn="l" defTabSz="914400" rtl="0" eaLnBrk="1" latinLnBrk="0" hangingPunct="1">
                        <a:defRPr sz="1800" b="1" kern="1200">
                          <a:solidFill>
                            <a:schemeClr val="lt1"/>
                          </a:solidFill>
                          <a:latin typeface="Franklin Gothic Book"/>
                        </a:defRPr>
                      </a:lvl4pPr>
                      <a:lvl5pPr marL="1828800" algn="l" defTabSz="914400" rtl="0" eaLnBrk="1" latinLnBrk="0" hangingPunct="1">
                        <a:defRPr sz="1800" b="1" kern="1200">
                          <a:solidFill>
                            <a:schemeClr val="lt1"/>
                          </a:solidFill>
                          <a:latin typeface="Franklin Gothic Book"/>
                        </a:defRPr>
                      </a:lvl5pPr>
                      <a:lvl6pPr marL="2286000" algn="l" defTabSz="914400" rtl="0" eaLnBrk="1" latinLnBrk="0" hangingPunct="1">
                        <a:defRPr sz="1800" b="1" kern="1200">
                          <a:solidFill>
                            <a:schemeClr val="lt1"/>
                          </a:solidFill>
                          <a:latin typeface="Franklin Gothic Book"/>
                        </a:defRPr>
                      </a:lvl6pPr>
                      <a:lvl7pPr marL="2743200" algn="l" defTabSz="914400" rtl="0" eaLnBrk="1" latinLnBrk="0" hangingPunct="1">
                        <a:defRPr sz="1800" b="1" kern="1200">
                          <a:solidFill>
                            <a:schemeClr val="lt1"/>
                          </a:solidFill>
                          <a:latin typeface="Franklin Gothic Book"/>
                        </a:defRPr>
                      </a:lvl7pPr>
                      <a:lvl8pPr marL="3200400" algn="l" defTabSz="914400" rtl="0" eaLnBrk="1" latinLnBrk="0" hangingPunct="1">
                        <a:defRPr sz="1800" b="1" kern="1200">
                          <a:solidFill>
                            <a:schemeClr val="lt1"/>
                          </a:solidFill>
                          <a:latin typeface="Franklin Gothic Book"/>
                        </a:defRPr>
                      </a:lvl8pPr>
                      <a:lvl9pPr marL="3657600" algn="l" defTabSz="914400" rtl="0" eaLnBrk="1" latinLnBrk="0" hangingPunct="1">
                        <a:defRPr sz="1800" b="1" kern="1200">
                          <a:solidFill>
                            <a:schemeClr val="lt1"/>
                          </a:solidFill>
                          <a:latin typeface="Franklin Gothic Book"/>
                        </a:defRPr>
                      </a:lvl9pPr>
                    </a:lstStyle>
                    <a:p>
                      <a:pPr algn="ctr"/>
                      <a:r>
                        <a:rPr lang="en-US" sz="2800" b="0" kern="1200" dirty="0">
                          <a:solidFill>
                            <a:schemeClr val="bg1"/>
                          </a:solidFill>
                          <a:latin typeface="Franklin Gothic Demi Cond" panose="020B0706030402020204" pitchFamily="34" charset="0"/>
                          <a:ea typeface="+mn-ea"/>
                          <a:cs typeface="+mn-cs"/>
                        </a:rPr>
                        <a:t>Challenge</a:t>
                      </a:r>
                    </a:p>
                  </a:txBody>
                  <a:tcPr marT="91440" marB="9144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Franklin Gothic Book"/>
                        </a:defRPr>
                      </a:lvl1pPr>
                      <a:lvl2pPr marL="457200" algn="l" defTabSz="914400" rtl="0" eaLnBrk="1" latinLnBrk="0" hangingPunct="1">
                        <a:defRPr sz="1800" b="1" kern="1200">
                          <a:solidFill>
                            <a:schemeClr val="lt1"/>
                          </a:solidFill>
                          <a:latin typeface="Franklin Gothic Book"/>
                        </a:defRPr>
                      </a:lvl2pPr>
                      <a:lvl3pPr marL="914400" algn="l" defTabSz="914400" rtl="0" eaLnBrk="1" latinLnBrk="0" hangingPunct="1">
                        <a:defRPr sz="1800" b="1" kern="1200">
                          <a:solidFill>
                            <a:schemeClr val="lt1"/>
                          </a:solidFill>
                          <a:latin typeface="Franklin Gothic Book"/>
                        </a:defRPr>
                      </a:lvl3pPr>
                      <a:lvl4pPr marL="1371600" algn="l" defTabSz="914400" rtl="0" eaLnBrk="1" latinLnBrk="0" hangingPunct="1">
                        <a:defRPr sz="1800" b="1" kern="1200">
                          <a:solidFill>
                            <a:schemeClr val="lt1"/>
                          </a:solidFill>
                          <a:latin typeface="Franklin Gothic Book"/>
                        </a:defRPr>
                      </a:lvl4pPr>
                      <a:lvl5pPr marL="1828800" algn="l" defTabSz="914400" rtl="0" eaLnBrk="1" latinLnBrk="0" hangingPunct="1">
                        <a:defRPr sz="1800" b="1" kern="1200">
                          <a:solidFill>
                            <a:schemeClr val="lt1"/>
                          </a:solidFill>
                          <a:latin typeface="Franklin Gothic Book"/>
                        </a:defRPr>
                      </a:lvl5pPr>
                      <a:lvl6pPr marL="2286000" algn="l" defTabSz="914400" rtl="0" eaLnBrk="1" latinLnBrk="0" hangingPunct="1">
                        <a:defRPr sz="1800" b="1" kern="1200">
                          <a:solidFill>
                            <a:schemeClr val="lt1"/>
                          </a:solidFill>
                          <a:latin typeface="Franklin Gothic Book"/>
                        </a:defRPr>
                      </a:lvl6pPr>
                      <a:lvl7pPr marL="2743200" algn="l" defTabSz="914400" rtl="0" eaLnBrk="1" latinLnBrk="0" hangingPunct="1">
                        <a:defRPr sz="1800" b="1" kern="1200">
                          <a:solidFill>
                            <a:schemeClr val="lt1"/>
                          </a:solidFill>
                          <a:latin typeface="Franklin Gothic Book"/>
                        </a:defRPr>
                      </a:lvl7pPr>
                      <a:lvl8pPr marL="3200400" algn="l" defTabSz="914400" rtl="0" eaLnBrk="1" latinLnBrk="0" hangingPunct="1">
                        <a:defRPr sz="1800" b="1" kern="1200">
                          <a:solidFill>
                            <a:schemeClr val="lt1"/>
                          </a:solidFill>
                          <a:latin typeface="Franklin Gothic Book"/>
                        </a:defRPr>
                      </a:lvl8pPr>
                      <a:lvl9pPr marL="3657600" algn="l" defTabSz="914400" rtl="0" eaLnBrk="1" latinLnBrk="0" hangingPunct="1">
                        <a:defRPr sz="1800" b="1" kern="1200">
                          <a:solidFill>
                            <a:schemeClr val="lt1"/>
                          </a:solidFill>
                          <a:latin typeface="Franklin Gothic Book"/>
                        </a:defRPr>
                      </a:lvl9pPr>
                    </a:lstStyle>
                    <a:p>
                      <a:pPr algn="ctr"/>
                      <a:r>
                        <a:rPr lang="en-US" sz="2800" b="0" kern="1200">
                          <a:solidFill>
                            <a:schemeClr val="bg1"/>
                          </a:solidFill>
                          <a:latin typeface="Franklin Gothic Demi Cond" panose="020B0706030402020204" pitchFamily="34" charset="0"/>
                          <a:ea typeface="+mn-ea"/>
                          <a:cs typeface="+mn-cs"/>
                        </a:rPr>
                        <a:t>Concept</a:t>
                      </a:r>
                    </a:p>
                  </a:txBody>
                  <a:tcPr marT="91440" marB="9144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2800" b="0" kern="1200" dirty="0">
                          <a:solidFill>
                            <a:schemeClr val="bg1"/>
                          </a:solidFill>
                          <a:latin typeface="Franklin Gothic Demi Cond" panose="020B0706030402020204" pitchFamily="34" charset="0"/>
                          <a:ea typeface="+mn-ea"/>
                          <a:cs typeface="+mn-cs"/>
                        </a:rPr>
                        <a:t>Technique</a:t>
                      </a:r>
                    </a:p>
                  </a:txBody>
                  <a:tcPr marT="91440" marB="9144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37538200"/>
                  </a:ext>
                </a:extLst>
              </a:tr>
              <a:tr h="10873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lt1"/>
                          </a:solidFill>
                          <a:latin typeface="Franklin Gothic Demi Cond" panose="020B0706030402020204" pitchFamily="34" charset="0"/>
                          <a:ea typeface="+mn-ea"/>
                          <a:cs typeface="+mn-cs"/>
                        </a:rPr>
                        <a:t>LLMs have a limited knowledge base </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p>
                      <a:pPr algn="ctr"/>
                      <a:r>
                        <a:rPr lang="en-US" sz="2400" b="0" kern="1200">
                          <a:solidFill>
                            <a:schemeClr val="lt1"/>
                          </a:solidFill>
                          <a:latin typeface="Franklin Gothic Demi Cond" panose="020B0706030402020204" pitchFamily="34" charset="0"/>
                          <a:ea typeface="+mn-ea"/>
                          <a:cs typeface="+mn-cs"/>
                        </a:rPr>
                        <a:t>Provide the LLM with access to topic-specific information</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p>
                      <a:pPr algn="ctr"/>
                      <a:r>
                        <a:rPr lang="en-US" sz="2400" b="0" kern="1200">
                          <a:solidFill>
                            <a:schemeClr val="lt1"/>
                          </a:solidFill>
                          <a:latin typeface="Franklin Gothic Demi Cond" panose="020B0706030402020204" pitchFamily="34" charset="0"/>
                          <a:ea typeface="+mn-ea"/>
                          <a:cs typeface="+mn-cs"/>
                        </a:rPr>
                        <a:t>Retrieval Augmented Generation</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extLst>
                  <a:ext uri="{0D108BD9-81ED-4DB2-BD59-A6C34878D82A}">
                    <a16:rowId xmlns:a16="http://schemas.microsoft.com/office/drawing/2014/main" val="4255356209"/>
                  </a:ext>
                </a:extLst>
              </a:tr>
              <a:tr h="1635860">
                <a:tc>
                  <a:txBody>
                    <a:bodyPr/>
                    <a:lstStyle>
                      <a:lvl1pPr marL="0" algn="l" defTabSz="914400" rtl="0" eaLnBrk="1" latinLnBrk="0" hangingPunct="1">
                        <a:defRPr sz="1800" kern="1200">
                          <a:solidFill>
                            <a:schemeClr val="dk1"/>
                          </a:solidFill>
                          <a:latin typeface="Franklin Gothic Book"/>
                        </a:defRPr>
                      </a:lvl1pPr>
                      <a:lvl2pPr marL="457200" algn="l" defTabSz="914400" rtl="0" eaLnBrk="1" latinLnBrk="0" hangingPunct="1">
                        <a:defRPr sz="1800" kern="1200">
                          <a:solidFill>
                            <a:schemeClr val="dk1"/>
                          </a:solidFill>
                          <a:latin typeface="Franklin Gothic Book"/>
                        </a:defRPr>
                      </a:lvl2pPr>
                      <a:lvl3pPr marL="914400" algn="l" defTabSz="914400" rtl="0" eaLnBrk="1" latinLnBrk="0" hangingPunct="1">
                        <a:defRPr sz="1800" kern="1200">
                          <a:solidFill>
                            <a:schemeClr val="dk1"/>
                          </a:solidFill>
                          <a:latin typeface="Franklin Gothic Book"/>
                        </a:defRPr>
                      </a:lvl3pPr>
                      <a:lvl4pPr marL="1371600" algn="l" defTabSz="914400" rtl="0" eaLnBrk="1" latinLnBrk="0" hangingPunct="1">
                        <a:defRPr sz="1800" kern="1200">
                          <a:solidFill>
                            <a:schemeClr val="dk1"/>
                          </a:solidFill>
                          <a:latin typeface="Franklin Gothic Book"/>
                        </a:defRPr>
                      </a:lvl4pPr>
                      <a:lvl5pPr marL="1828800" algn="l" defTabSz="914400" rtl="0" eaLnBrk="1" latinLnBrk="0" hangingPunct="1">
                        <a:defRPr sz="1800" kern="1200">
                          <a:solidFill>
                            <a:schemeClr val="dk1"/>
                          </a:solidFill>
                          <a:latin typeface="Franklin Gothic Book"/>
                        </a:defRPr>
                      </a:lvl5pPr>
                      <a:lvl6pPr marL="2286000" algn="l" defTabSz="914400" rtl="0" eaLnBrk="1" latinLnBrk="0" hangingPunct="1">
                        <a:defRPr sz="1800" kern="1200">
                          <a:solidFill>
                            <a:schemeClr val="dk1"/>
                          </a:solidFill>
                          <a:latin typeface="Franklin Gothic Book"/>
                        </a:defRPr>
                      </a:lvl6pPr>
                      <a:lvl7pPr marL="2743200" algn="l" defTabSz="914400" rtl="0" eaLnBrk="1" latinLnBrk="0" hangingPunct="1">
                        <a:defRPr sz="1800" kern="1200">
                          <a:solidFill>
                            <a:schemeClr val="dk1"/>
                          </a:solidFill>
                          <a:latin typeface="Franklin Gothic Book"/>
                        </a:defRPr>
                      </a:lvl7pPr>
                      <a:lvl8pPr marL="3200400" algn="l" defTabSz="914400" rtl="0" eaLnBrk="1" latinLnBrk="0" hangingPunct="1">
                        <a:defRPr sz="1800" kern="1200">
                          <a:solidFill>
                            <a:schemeClr val="dk1"/>
                          </a:solidFill>
                          <a:latin typeface="Franklin Gothic Book"/>
                        </a:defRPr>
                      </a:lvl8pPr>
                      <a:lvl9pPr marL="3657600" algn="l" defTabSz="914400" rtl="0" eaLnBrk="1" latinLnBrk="0" hangingPunct="1">
                        <a:defRPr sz="1800" kern="1200">
                          <a:solidFill>
                            <a:schemeClr val="dk1"/>
                          </a:solidFill>
                          <a:latin typeface="Franklin Gothic Book"/>
                        </a:defRPr>
                      </a:lvl9pPr>
                    </a:lstStyle>
                    <a:p>
                      <a:pPr marL="0" marR="0" lvl="0" indent="0" algn="ctr" defTabSz="914400" rtl="0" eaLnBrk="1" fontAlgn="auto" latinLnBrk="0" hangingPunct="1">
                        <a:lnSpc>
                          <a:spcPct val="100000"/>
                        </a:lnSpc>
                        <a:spcBef>
                          <a:spcPts val="0"/>
                        </a:spcBef>
                        <a:spcAft>
                          <a:spcPts val="600"/>
                        </a:spcAft>
                        <a:buClr>
                          <a:schemeClr val="bg1"/>
                        </a:buClr>
                        <a:buSzTx/>
                        <a:buFont typeface="Franklin Gothic Book" panose="020B0503020102020204" pitchFamily="34" charset="0"/>
                        <a:buNone/>
                        <a:tabLst/>
                        <a:defRPr/>
                      </a:pPr>
                      <a:r>
                        <a:rPr lang="en-US" sz="2400" b="0" kern="1200" noProof="0">
                          <a:solidFill>
                            <a:schemeClr val="lt1"/>
                          </a:solidFill>
                          <a:latin typeface="Franklin Gothic Demi Cond" panose="020B0706030402020204" pitchFamily="34" charset="0"/>
                          <a:ea typeface="+mn-ea"/>
                          <a:cs typeface="+mn-cs"/>
                        </a:rPr>
                        <a:t>LLMs are prone to hallucinations</a:t>
                      </a:r>
                      <a:endParaRPr lang="en-US" sz="2400" b="0" kern="1200">
                        <a:solidFill>
                          <a:schemeClr val="lt1"/>
                        </a:solidFill>
                        <a:latin typeface="Franklin Gothic Demi Cond" panose="020B0706030402020204" pitchFamily="34" charset="0"/>
                        <a:ea typeface="+mn-ea"/>
                        <a:cs typeface="+mn-cs"/>
                      </a:endParaRP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lvl1pPr marL="0" algn="l" defTabSz="914400" rtl="0" eaLnBrk="1" latinLnBrk="0" hangingPunct="1">
                        <a:defRPr sz="1800" kern="1200">
                          <a:solidFill>
                            <a:schemeClr val="dk1"/>
                          </a:solidFill>
                          <a:latin typeface="Franklin Gothic Book"/>
                        </a:defRPr>
                      </a:lvl1pPr>
                      <a:lvl2pPr marL="457200" algn="l" defTabSz="914400" rtl="0" eaLnBrk="1" latinLnBrk="0" hangingPunct="1">
                        <a:defRPr sz="1800" kern="1200">
                          <a:solidFill>
                            <a:schemeClr val="dk1"/>
                          </a:solidFill>
                          <a:latin typeface="Franklin Gothic Book"/>
                        </a:defRPr>
                      </a:lvl2pPr>
                      <a:lvl3pPr marL="914400" algn="l" defTabSz="914400" rtl="0" eaLnBrk="1" latinLnBrk="0" hangingPunct="1">
                        <a:defRPr sz="1800" kern="1200">
                          <a:solidFill>
                            <a:schemeClr val="dk1"/>
                          </a:solidFill>
                          <a:latin typeface="Franklin Gothic Book"/>
                        </a:defRPr>
                      </a:lvl3pPr>
                      <a:lvl4pPr marL="1371600" algn="l" defTabSz="914400" rtl="0" eaLnBrk="1" latinLnBrk="0" hangingPunct="1">
                        <a:defRPr sz="1800" kern="1200">
                          <a:solidFill>
                            <a:schemeClr val="dk1"/>
                          </a:solidFill>
                          <a:latin typeface="Franklin Gothic Book"/>
                        </a:defRPr>
                      </a:lvl4pPr>
                      <a:lvl5pPr marL="1828800" algn="l" defTabSz="914400" rtl="0" eaLnBrk="1" latinLnBrk="0" hangingPunct="1">
                        <a:defRPr sz="1800" kern="1200">
                          <a:solidFill>
                            <a:schemeClr val="dk1"/>
                          </a:solidFill>
                          <a:latin typeface="Franklin Gothic Book"/>
                        </a:defRPr>
                      </a:lvl5pPr>
                      <a:lvl6pPr marL="2286000" algn="l" defTabSz="914400" rtl="0" eaLnBrk="1" latinLnBrk="0" hangingPunct="1">
                        <a:defRPr sz="1800" kern="1200">
                          <a:solidFill>
                            <a:schemeClr val="dk1"/>
                          </a:solidFill>
                          <a:latin typeface="Franklin Gothic Book"/>
                        </a:defRPr>
                      </a:lvl6pPr>
                      <a:lvl7pPr marL="2743200" algn="l" defTabSz="914400" rtl="0" eaLnBrk="1" latinLnBrk="0" hangingPunct="1">
                        <a:defRPr sz="1800" kern="1200">
                          <a:solidFill>
                            <a:schemeClr val="dk1"/>
                          </a:solidFill>
                          <a:latin typeface="Franklin Gothic Book"/>
                        </a:defRPr>
                      </a:lvl7pPr>
                      <a:lvl8pPr marL="3200400" algn="l" defTabSz="914400" rtl="0" eaLnBrk="1" latinLnBrk="0" hangingPunct="1">
                        <a:defRPr sz="1800" kern="1200">
                          <a:solidFill>
                            <a:schemeClr val="dk1"/>
                          </a:solidFill>
                          <a:latin typeface="Franklin Gothic Book"/>
                        </a:defRPr>
                      </a:lvl8pPr>
                      <a:lvl9pPr marL="3657600" algn="l" defTabSz="914400" rtl="0" eaLnBrk="1" latinLnBrk="0" hangingPunct="1">
                        <a:defRPr sz="1800" kern="1200">
                          <a:solidFill>
                            <a:schemeClr val="dk1"/>
                          </a:solidFill>
                          <a:latin typeface="Franklin Gothic Book"/>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lt1"/>
                          </a:solidFill>
                          <a:latin typeface="Franklin Gothic Demi Cond" panose="020B0706030402020204" pitchFamily="34" charset="0"/>
                          <a:ea typeface="+mn-ea"/>
                          <a:cs typeface="+mn-cs"/>
                        </a:rPr>
                        <a:t>Guide the LLM and provide instructions on how to complete the task</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lt1"/>
                          </a:solidFill>
                          <a:latin typeface="Franklin Gothic Demi Cond" panose="020B0706030402020204" pitchFamily="34" charset="0"/>
                          <a:ea typeface="+mn-ea"/>
                          <a:cs typeface="+mn-cs"/>
                        </a:rPr>
                        <a:t>Prompting</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extLst>
                  <a:ext uri="{0D108BD9-81ED-4DB2-BD59-A6C34878D82A}">
                    <a16:rowId xmlns:a16="http://schemas.microsoft.com/office/drawing/2014/main" val="2106016122"/>
                  </a:ext>
                </a:extLst>
              </a:tr>
              <a:tr h="1635860">
                <a:tc>
                  <a:txBody>
                    <a:bodyPr/>
                    <a:lstStyle/>
                    <a:p>
                      <a:pPr marL="0" marR="0" lvl="0" indent="0" algn="ctr" defTabSz="914400" rtl="0" eaLnBrk="1" fontAlgn="auto" latinLnBrk="0" hangingPunct="1">
                        <a:lnSpc>
                          <a:spcPct val="100000"/>
                        </a:lnSpc>
                        <a:spcBef>
                          <a:spcPts val="0"/>
                        </a:spcBef>
                        <a:spcAft>
                          <a:spcPts val="600"/>
                        </a:spcAft>
                        <a:buClr>
                          <a:schemeClr val="bg1"/>
                        </a:buClr>
                        <a:buSzTx/>
                        <a:buFont typeface="Franklin Gothic Book" panose="020B0503020102020204" pitchFamily="34" charset="0"/>
                        <a:buNone/>
                        <a:tabLst/>
                        <a:defRPr/>
                      </a:pPr>
                      <a:r>
                        <a:rPr lang="en-US" sz="2400" b="0" kern="1200" dirty="0">
                          <a:solidFill>
                            <a:schemeClr val="lt1"/>
                          </a:solidFill>
                          <a:latin typeface="Franklin Gothic Demi Cond" panose="020B0706030402020204" pitchFamily="34" charset="0"/>
                          <a:ea typeface="+mn-ea"/>
                          <a:cs typeface="+mn-cs"/>
                        </a:rPr>
                        <a:t>Model outputs are not deterministic</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lt1"/>
                          </a:solidFill>
                          <a:latin typeface="Franklin Gothic Demi Cond" panose="020B0706030402020204" pitchFamily="34" charset="0"/>
                          <a:ea typeface="+mn-ea"/>
                          <a:cs typeface="+mn-cs"/>
                        </a:rPr>
                        <a:t>Check the inputs and outputs for potential uses that are out of scope</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lt1"/>
                          </a:solidFill>
                          <a:latin typeface="Franklin Gothic Demi Cond" panose="020B0706030402020204" pitchFamily="34" charset="0"/>
                          <a:ea typeface="+mn-ea"/>
                          <a:cs typeface="+mn-cs"/>
                        </a:rPr>
                        <a:t>Guardrails (and Cybersecurity Controls*)</a:t>
                      </a:r>
                    </a:p>
                  </a:txBody>
                  <a:tcPr marT="91440" marB="9144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9ED1"/>
                    </a:solidFill>
                  </a:tcPr>
                </a:tc>
                <a:extLst>
                  <a:ext uri="{0D108BD9-81ED-4DB2-BD59-A6C34878D82A}">
                    <a16:rowId xmlns:a16="http://schemas.microsoft.com/office/drawing/2014/main" val="3163606189"/>
                  </a:ext>
                </a:extLst>
              </a:tr>
            </a:tbl>
          </a:graphicData>
        </a:graphic>
      </p:graphicFrame>
      <p:sp>
        <p:nvSpPr>
          <p:cNvPr id="3" name="Slide Number Placeholder 2">
            <a:extLst>
              <a:ext uri="{FF2B5EF4-FFF2-40B4-BE49-F238E27FC236}">
                <a16:creationId xmlns:a16="http://schemas.microsoft.com/office/drawing/2014/main" id="{C96FABA9-DFD7-C046-D374-4670834D5F6C}"/>
              </a:ext>
            </a:extLst>
          </p:cNvPr>
          <p:cNvSpPr txBox="1">
            <a:spLocks/>
          </p:cNvSpPr>
          <p:nvPr/>
        </p:nvSpPr>
        <p:spPr>
          <a:xfrm>
            <a:off x="8887691" y="6488668"/>
            <a:ext cx="2971800" cy="365125"/>
          </a:xfrm>
          <a:prstGeom prst="rect">
            <a:avLst/>
          </a:prstGeom>
        </p:spPr>
        <p:txBody>
          <a:bodyPr vert="horz" lIns="0" tIns="0" rIns="0" bIns="0" rtlCol="0" anchor="ctr"/>
          <a:lstStyle>
            <a:defPPr>
              <a:defRPr lang="en-US"/>
            </a:defPPr>
            <a:lvl1pPr marL="0" algn="r" defTabSz="914400" rtl="0" eaLnBrk="1" latinLnBrk="0" hangingPunct="1">
              <a:defRPr sz="1050" kern="1200">
                <a:solidFill>
                  <a:srgbClr val="909D9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solidFill>
                  <a:schemeClr val="tx1"/>
                </a:solidFill>
              </a:rPr>
              <a:pPr/>
              <a:t>15</a:t>
            </a:fld>
            <a:endParaRPr lang="en-US" dirty="0">
              <a:solidFill>
                <a:schemeClr val="tx1"/>
              </a:solidFill>
            </a:endParaRPr>
          </a:p>
        </p:txBody>
      </p:sp>
      <p:sp>
        <p:nvSpPr>
          <p:cNvPr id="5" name="TextBox 4">
            <a:extLst>
              <a:ext uri="{FF2B5EF4-FFF2-40B4-BE49-F238E27FC236}">
                <a16:creationId xmlns:a16="http://schemas.microsoft.com/office/drawing/2014/main" id="{A421BDF0-D845-8A68-1F8F-BB99C9356639}"/>
              </a:ext>
            </a:extLst>
          </p:cNvPr>
          <p:cNvSpPr txBox="1"/>
          <p:nvPr/>
        </p:nvSpPr>
        <p:spPr>
          <a:xfrm>
            <a:off x="7419109" y="6488668"/>
            <a:ext cx="3456709" cy="369332"/>
          </a:xfrm>
          <a:prstGeom prst="rect">
            <a:avLst/>
          </a:prstGeom>
          <a:noFill/>
        </p:spPr>
        <p:txBody>
          <a:bodyPr wrap="square">
            <a:spAutoFit/>
          </a:bodyPr>
          <a:lstStyle/>
          <a:p>
            <a:pPr algn="r"/>
            <a:r>
              <a:rPr lang="en-US" sz="1800" b="1" kern="1200" dirty="0">
                <a:latin typeface="+mj-lt"/>
                <a:ea typeface="+mn-ea"/>
                <a:cs typeface="+mn-cs"/>
              </a:rPr>
              <a:t>*Not covered today</a:t>
            </a:r>
            <a:endParaRPr lang="en-US" b="1" dirty="0">
              <a:latin typeface="+mj-lt"/>
            </a:endParaRPr>
          </a:p>
        </p:txBody>
      </p:sp>
    </p:spTree>
    <p:extLst>
      <p:ext uri="{BB962C8B-B14F-4D97-AF65-F5344CB8AC3E}">
        <p14:creationId xmlns:p14="http://schemas.microsoft.com/office/powerpoint/2010/main" val="3016594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1E5FB-BD5A-39DB-4201-404A96400E13}"/>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699EB85D-61BC-B1BB-8CCC-DEDF39D748C7}"/>
              </a:ext>
            </a:extLst>
          </p:cNvPr>
          <p:cNvSpPr/>
          <p:nvPr/>
        </p:nvSpPr>
        <p:spPr>
          <a:xfrm>
            <a:off x="521110" y="3609553"/>
            <a:ext cx="5567867" cy="2261951"/>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Preparing for </a:t>
            </a:r>
            <a:r>
              <a:rPr lang="en-US" b="1">
                <a:solidFill>
                  <a:srgbClr val="000000"/>
                </a:solidFill>
              </a:rPr>
              <a:t>Retrieval Augmented Generation (RAG)</a:t>
            </a:r>
            <a:endParaRPr lang="en-US" b="1">
              <a:solidFill>
                <a:schemeClr val="tx1"/>
              </a:solidFill>
            </a:endParaRPr>
          </a:p>
        </p:txBody>
      </p:sp>
      <p:pic>
        <p:nvPicPr>
          <p:cNvPr id="10" name="Content Placeholder 9" descr="Female Profile with solid fill">
            <a:extLst>
              <a:ext uri="{FF2B5EF4-FFF2-40B4-BE49-F238E27FC236}">
                <a16:creationId xmlns:a16="http://schemas.microsoft.com/office/drawing/2014/main" id="{A87A66BB-AA0B-E035-A227-B2A4BD81600C}"/>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2152083" y="1790067"/>
            <a:ext cx="914400" cy="914400"/>
          </a:xfrm>
        </p:spPr>
      </p:pic>
      <p:sp>
        <p:nvSpPr>
          <p:cNvPr id="6" name="Title 5">
            <a:extLst>
              <a:ext uri="{FF2B5EF4-FFF2-40B4-BE49-F238E27FC236}">
                <a16:creationId xmlns:a16="http://schemas.microsoft.com/office/drawing/2014/main" id="{1F7B5EB1-9836-B8F6-67BF-8C9113D65148}"/>
              </a:ext>
            </a:extLst>
          </p:cNvPr>
          <p:cNvSpPr>
            <a:spLocks noGrp="1"/>
          </p:cNvSpPr>
          <p:nvPr>
            <p:ph type="title"/>
          </p:nvPr>
        </p:nvSpPr>
        <p:spPr>
          <a:xfrm>
            <a:off x="609600" y="630777"/>
            <a:ext cx="11582400" cy="457818"/>
          </a:xfrm>
        </p:spPr>
        <p:txBody>
          <a:bodyPr/>
          <a:lstStyle/>
          <a:p>
            <a:r>
              <a:rPr lang="en-US" sz="3500"/>
              <a:t>Standard Interaction vs. Retrieval Augmented Generation (RAG)</a:t>
            </a:r>
          </a:p>
        </p:txBody>
      </p:sp>
      <p:sp>
        <p:nvSpPr>
          <p:cNvPr id="4" name="Footer Placeholder 3">
            <a:extLst>
              <a:ext uri="{FF2B5EF4-FFF2-40B4-BE49-F238E27FC236}">
                <a16:creationId xmlns:a16="http://schemas.microsoft.com/office/drawing/2014/main" id="{1DE2EA2E-3AA7-8BD8-F212-C7E852A7A3F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909D93"/>
              </a:solidFill>
              <a:effectLst/>
              <a:uLnTx/>
              <a:uFillTx/>
              <a:latin typeface="Franklin Gothic Book"/>
              <a:ea typeface="+mn-ea"/>
              <a:cs typeface="+mn-cs"/>
            </a:endParaRPr>
          </a:p>
        </p:txBody>
      </p:sp>
      <p:sp>
        <p:nvSpPr>
          <p:cNvPr id="11" name="TextBox 10">
            <a:extLst>
              <a:ext uri="{FF2B5EF4-FFF2-40B4-BE49-F238E27FC236}">
                <a16:creationId xmlns:a16="http://schemas.microsoft.com/office/drawing/2014/main" id="{91F79E50-6897-5B1A-86D5-6E804204E7CC}"/>
              </a:ext>
            </a:extLst>
          </p:cNvPr>
          <p:cNvSpPr txBox="1"/>
          <p:nvPr/>
        </p:nvSpPr>
        <p:spPr>
          <a:xfrm>
            <a:off x="4379686" y="2042363"/>
            <a:ext cx="1244600" cy="40862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Question</a:t>
            </a:r>
          </a:p>
        </p:txBody>
      </p:sp>
      <p:sp>
        <p:nvSpPr>
          <p:cNvPr id="12" name="TextBox 11">
            <a:extLst>
              <a:ext uri="{FF2B5EF4-FFF2-40B4-BE49-F238E27FC236}">
                <a16:creationId xmlns:a16="http://schemas.microsoft.com/office/drawing/2014/main" id="{2789431D-954B-2ED2-7DBC-DF80B8577028}"/>
              </a:ext>
            </a:extLst>
          </p:cNvPr>
          <p:cNvSpPr txBox="1"/>
          <p:nvPr/>
        </p:nvSpPr>
        <p:spPr>
          <a:xfrm>
            <a:off x="9869427" y="2050936"/>
            <a:ext cx="1244600" cy="408623"/>
          </a:xfrm>
          <a:prstGeom prst="roundRect">
            <a:avLst/>
          </a:prstGeom>
          <a:solidFill>
            <a:srgbClr val="0079D6"/>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Answer</a:t>
            </a:r>
          </a:p>
        </p:txBody>
      </p:sp>
      <p:pic>
        <p:nvPicPr>
          <p:cNvPr id="14" name="Picture 6" descr="Azure OpenAI Service | Discover AI use cases">
            <a:extLst>
              <a:ext uri="{FF2B5EF4-FFF2-40B4-BE49-F238E27FC236}">
                <a16:creationId xmlns:a16="http://schemas.microsoft.com/office/drawing/2014/main" id="{53567D92-D5EB-49CA-37D8-7B853798522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19834" y="1758118"/>
            <a:ext cx="1000903" cy="100090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nector: Curved 15">
            <a:extLst>
              <a:ext uri="{FF2B5EF4-FFF2-40B4-BE49-F238E27FC236}">
                <a16:creationId xmlns:a16="http://schemas.microsoft.com/office/drawing/2014/main" id="{528D9673-66A2-C861-CF77-8AC2B7DE8C86}"/>
              </a:ext>
            </a:extLst>
          </p:cNvPr>
          <p:cNvCxnSpPr>
            <a:cxnSpLocks/>
            <a:stCxn id="12" idx="0"/>
            <a:endCxn id="10" idx="0"/>
          </p:cNvCxnSpPr>
          <p:nvPr/>
        </p:nvCxnSpPr>
        <p:spPr>
          <a:xfrm rot="16200000" flipV="1">
            <a:off x="6420071" y="-2020720"/>
            <a:ext cx="260869" cy="7882444"/>
          </a:xfrm>
          <a:prstGeom prst="curvedConnector3">
            <a:avLst>
              <a:gd name="adj1" fmla="val 28777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9D8B4E1-95EC-9DBF-266A-C3333979C4FF}"/>
              </a:ext>
            </a:extLst>
          </p:cNvPr>
          <p:cNvCxnSpPr>
            <a:cxnSpLocks/>
            <a:stCxn id="10" idx="3"/>
            <a:endCxn id="11" idx="1"/>
          </p:cNvCxnSpPr>
          <p:nvPr/>
        </p:nvCxnSpPr>
        <p:spPr>
          <a:xfrm flipV="1">
            <a:off x="3066483" y="2246675"/>
            <a:ext cx="1313203" cy="59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CE6E864-DB78-CBFE-61E8-DCE701ADD7B4}"/>
              </a:ext>
            </a:extLst>
          </p:cNvPr>
          <p:cNvCxnSpPr>
            <a:cxnSpLocks/>
            <a:stCxn id="11" idx="3"/>
            <a:endCxn id="14" idx="1"/>
          </p:cNvCxnSpPr>
          <p:nvPr/>
        </p:nvCxnSpPr>
        <p:spPr>
          <a:xfrm>
            <a:off x="5624286" y="2246675"/>
            <a:ext cx="1295548" cy="11895"/>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3DEBD88-F172-5B26-9312-F3F24D7F3441}"/>
              </a:ext>
            </a:extLst>
          </p:cNvPr>
          <p:cNvSpPr txBox="1"/>
          <p:nvPr/>
        </p:nvSpPr>
        <p:spPr>
          <a:xfrm>
            <a:off x="5967424" y="2642548"/>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Large Language Model</a:t>
            </a:r>
          </a:p>
        </p:txBody>
      </p:sp>
      <p:cxnSp>
        <p:nvCxnSpPr>
          <p:cNvPr id="26" name="Straight Arrow Connector 25">
            <a:extLst>
              <a:ext uri="{FF2B5EF4-FFF2-40B4-BE49-F238E27FC236}">
                <a16:creationId xmlns:a16="http://schemas.microsoft.com/office/drawing/2014/main" id="{058EBB0E-8E66-F3E7-F026-C1378BB71A4B}"/>
              </a:ext>
            </a:extLst>
          </p:cNvPr>
          <p:cNvCxnSpPr>
            <a:cxnSpLocks/>
            <a:stCxn id="14" idx="3"/>
            <a:endCxn id="12" idx="1"/>
          </p:cNvCxnSpPr>
          <p:nvPr/>
        </p:nvCxnSpPr>
        <p:spPr>
          <a:xfrm flipV="1">
            <a:off x="7920737" y="2255248"/>
            <a:ext cx="1948690" cy="33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9D4873E-D0B2-5885-C667-278E47D52A09}"/>
              </a:ext>
            </a:extLst>
          </p:cNvPr>
          <p:cNvSpPr txBox="1"/>
          <p:nvPr/>
        </p:nvSpPr>
        <p:spPr>
          <a:xfrm>
            <a:off x="323283" y="1889814"/>
            <a:ext cx="1828800" cy="923330"/>
          </a:xfrm>
          <a:prstGeom prst="rect">
            <a:avLst/>
          </a:prstGeom>
          <a:noFill/>
        </p:spPr>
        <p:txBody>
          <a:bodyPr wrap="square">
            <a:spAutoFit/>
          </a:bodyPr>
          <a:lstStyle>
            <a:defPPr>
              <a:defRPr lang="en-US"/>
            </a:defPPr>
            <a:lvl1pPr algn="ctr">
              <a:defRPr b="0">
                <a:latin typeface="Franklin Gothic Demi Cond" panose="020B07060304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Standard LLM Interaction</a:t>
            </a:r>
          </a:p>
        </p:txBody>
      </p:sp>
      <p:pic>
        <p:nvPicPr>
          <p:cNvPr id="68" name="Graphic 67">
            <a:extLst>
              <a:ext uri="{FF2B5EF4-FFF2-40B4-BE49-F238E27FC236}">
                <a16:creationId xmlns:a16="http://schemas.microsoft.com/office/drawing/2014/main" id="{038A4358-C970-4316-936D-A99FCFA08A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86930" y="4377900"/>
            <a:ext cx="789698" cy="789698"/>
          </a:xfrm>
          <a:prstGeom prst="rect">
            <a:avLst/>
          </a:prstGeom>
        </p:spPr>
      </p:pic>
      <p:sp>
        <p:nvSpPr>
          <p:cNvPr id="69" name="TextBox 68">
            <a:extLst>
              <a:ext uri="{FF2B5EF4-FFF2-40B4-BE49-F238E27FC236}">
                <a16:creationId xmlns:a16="http://schemas.microsoft.com/office/drawing/2014/main" id="{DCB375A6-4FD7-5BFA-1B55-352AE40AACA2}"/>
              </a:ext>
            </a:extLst>
          </p:cNvPr>
          <p:cNvSpPr txBox="1"/>
          <p:nvPr/>
        </p:nvSpPr>
        <p:spPr>
          <a:xfrm>
            <a:off x="4160635" y="5196598"/>
            <a:ext cx="1861667" cy="646331"/>
          </a:xfrm>
          <a:prstGeom prst="rect">
            <a:avLst/>
          </a:prstGeom>
          <a:noFill/>
        </p:spPr>
        <p:txBody>
          <a:bodyPr wrap="square" rtlCol="0">
            <a:spAutoFit/>
          </a:bodyPr>
          <a:lstStyle>
            <a:defPPr>
              <a:defRPr lang="en-US"/>
            </a:defPPr>
            <a:lvl1pPr algn="ctr">
              <a:defRPr sz="16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Searchable database</a:t>
            </a:r>
          </a:p>
        </p:txBody>
      </p:sp>
      <p:sp>
        <p:nvSpPr>
          <p:cNvPr id="2" name="TextBox 1">
            <a:extLst>
              <a:ext uri="{FF2B5EF4-FFF2-40B4-BE49-F238E27FC236}">
                <a16:creationId xmlns:a16="http://schemas.microsoft.com/office/drawing/2014/main" id="{CF58AC49-A59D-C949-7B76-C1B243D5034B}"/>
              </a:ext>
            </a:extLst>
          </p:cNvPr>
          <p:cNvSpPr txBox="1"/>
          <p:nvPr/>
        </p:nvSpPr>
        <p:spPr>
          <a:xfrm>
            <a:off x="1156422" y="2593388"/>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User</a:t>
            </a:r>
          </a:p>
        </p:txBody>
      </p:sp>
      <p:cxnSp>
        <p:nvCxnSpPr>
          <p:cNvPr id="31" name="Straight Arrow Connector 30">
            <a:extLst>
              <a:ext uri="{FF2B5EF4-FFF2-40B4-BE49-F238E27FC236}">
                <a16:creationId xmlns:a16="http://schemas.microsoft.com/office/drawing/2014/main" id="{F84C180F-187F-43FB-62D8-CBE31E756BF3}"/>
              </a:ext>
            </a:extLst>
          </p:cNvPr>
          <p:cNvCxnSpPr>
            <a:cxnSpLocks/>
          </p:cNvCxnSpPr>
          <p:nvPr/>
        </p:nvCxnSpPr>
        <p:spPr>
          <a:xfrm>
            <a:off x="3109480" y="4829521"/>
            <a:ext cx="1587282" cy="0"/>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B0C5643-C8B1-0C86-C396-15A79DE55968}"/>
              </a:ext>
            </a:extLst>
          </p:cNvPr>
          <p:cNvSpPr txBox="1"/>
          <p:nvPr/>
        </p:nvSpPr>
        <p:spPr>
          <a:xfrm>
            <a:off x="333115" y="4357234"/>
            <a:ext cx="1828800" cy="923330"/>
          </a:xfrm>
          <a:prstGeom prst="rect">
            <a:avLst/>
          </a:prstGeom>
          <a:noFill/>
        </p:spPr>
        <p:txBody>
          <a:bodyPr wrap="square">
            <a:spAutoFit/>
          </a:bodyPr>
          <a:lstStyle>
            <a:defPPr>
              <a:defRPr lang="en-US"/>
            </a:defPPr>
            <a:lvl1pPr algn="ctr">
              <a:defRPr b="0">
                <a:latin typeface="Franklin Gothic Demi Cond" panose="020B07060304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Dataset with task-</a:t>
            </a:r>
            <a:r>
              <a:rPr lang="en-US" b="1">
                <a:solidFill>
                  <a:srgbClr val="000000"/>
                </a:solidFill>
                <a:latin typeface="Franklin Gothic Book"/>
              </a:rPr>
              <a:t>specific </a:t>
            </a:r>
            <a:r>
              <a:rPr kumimoji="0" lang="en-US" sz="18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25" name="Graphic 24" descr="Paper with solid fill">
            <a:extLst>
              <a:ext uri="{FF2B5EF4-FFF2-40B4-BE49-F238E27FC236}">
                <a16:creationId xmlns:a16="http://schemas.microsoft.com/office/drawing/2014/main" id="{751176D3-8720-FF8A-F4C1-F780C57104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29382" y="4326459"/>
            <a:ext cx="426522" cy="426522"/>
          </a:xfrm>
          <a:prstGeom prst="rect">
            <a:avLst/>
          </a:prstGeom>
        </p:spPr>
      </p:pic>
      <p:pic>
        <p:nvPicPr>
          <p:cNvPr id="27" name="Graphic 26" descr="Paper with solid fill">
            <a:extLst>
              <a:ext uri="{FF2B5EF4-FFF2-40B4-BE49-F238E27FC236}">
                <a16:creationId xmlns:a16="http://schemas.microsoft.com/office/drawing/2014/main" id="{29D0541E-A6AB-40CE-3FB5-030F0F810AA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66220" y="4560383"/>
            <a:ext cx="426522" cy="426522"/>
          </a:xfrm>
          <a:prstGeom prst="rect">
            <a:avLst/>
          </a:prstGeom>
        </p:spPr>
      </p:pic>
      <p:pic>
        <p:nvPicPr>
          <p:cNvPr id="34" name="Graphic 33" descr="Paper with solid fill">
            <a:extLst>
              <a:ext uri="{FF2B5EF4-FFF2-40B4-BE49-F238E27FC236}">
                <a16:creationId xmlns:a16="http://schemas.microsoft.com/office/drawing/2014/main" id="{711EBA30-4013-6499-0EB0-333DD1DF54D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04991" y="4773644"/>
            <a:ext cx="426522" cy="426522"/>
          </a:xfrm>
          <a:prstGeom prst="rect">
            <a:avLst/>
          </a:prstGeom>
        </p:spPr>
      </p:pic>
      <p:sp>
        <p:nvSpPr>
          <p:cNvPr id="7" name="Slide Number Placeholder 2">
            <a:extLst>
              <a:ext uri="{FF2B5EF4-FFF2-40B4-BE49-F238E27FC236}">
                <a16:creationId xmlns:a16="http://schemas.microsoft.com/office/drawing/2014/main" id="{74FEA32C-70ED-342E-F966-1730BB584980}"/>
              </a:ext>
            </a:extLst>
          </p:cNvPr>
          <p:cNvSpPr txBox="1">
            <a:spLocks/>
          </p:cNvSpPr>
          <p:nvPr/>
        </p:nvSpPr>
        <p:spPr>
          <a:xfrm>
            <a:off x="9220200" y="6356350"/>
            <a:ext cx="2971800" cy="365125"/>
          </a:xfrm>
          <a:prstGeom prst="rect">
            <a:avLst/>
          </a:prstGeom>
        </p:spPr>
        <p:txBody>
          <a:bodyPr vert="horz" lIns="0" tIns="0" rIns="0" bIns="0" rtlCol="0" anchor="ctr"/>
          <a:lstStyle>
            <a:defPPr>
              <a:defRPr lang="en-US"/>
            </a:defPPr>
            <a:lvl1pPr marL="0" algn="r" defTabSz="914400" rtl="0" eaLnBrk="1" latinLnBrk="0" hangingPunct="1">
              <a:defRPr sz="1050" kern="1200">
                <a:solidFill>
                  <a:srgbClr val="909D9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16</a:t>
            </a:fld>
            <a:endParaRPr lang="en-US"/>
          </a:p>
        </p:txBody>
      </p:sp>
    </p:spTree>
    <p:extLst>
      <p:ext uri="{BB962C8B-B14F-4D97-AF65-F5344CB8AC3E}">
        <p14:creationId xmlns:p14="http://schemas.microsoft.com/office/powerpoint/2010/main" val="277982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9" grpId="0"/>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73D9-1460-1C4B-4E9A-17B8BFD26A17}"/>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97E530F-906A-BF41-B0C9-B9719FF4C8AE}"/>
              </a:ext>
            </a:extLst>
          </p:cNvPr>
          <p:cNvSpPr/>
          <p:nvPr/>
        </p:nvSpPr>
        <p:spPr>
          <a:xfrm>
            <a:off x="431332" y="5255477"/>
            <a:ext cx="2905722" cy="987184"/>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a:solidFill>
                <a:schemeClr val="tx1"/>
              </a:solidFill>
            </a:endParaRPr>
          </a:p>
        </p:txBody>
      </p:sp>
      <p:pic>
        <p:nvPicPr>
          <p:cNvPr id="10" name="Content Placeholder 9" descr="Female Profile with solid fill">
            <a:extLst>
              <a:ext uri="{FF2B5EF4-FFF2-40B4-BE49-F238E27FC236}">
                <a16:creationId xmlns:a16="http://schemas.microsoft.com/office/drawing/2014/main" id="{25E7CA43-9920-6DBC-AE9B-E31F4211FC08}"/>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2152083" y="1790067"/>
            <a:ext cx="914400" cy="914400"/>
          </a:xfrm>
        </p:spPr>
      </p:pic>
      <p:sp>
        <p:nvSpPr>
          <p:cNvPr id="6" name="Title 5">
            <a:extLst>
              <a:ext uri="{FF2B5EF4-FFF2-40B4-BE49-F238E27FC236}">
                <a16:creationId xmlns:a16="http://schemas.microsoft.com/office/drawing/2014/main" id="{C76DDDC9-7E2B-A4C2-543C-8A1ACFEB32D2}"/>
              </a:ext>
            </a:extLst>
          </p:cNvPr>
          <p:cNvSpPr>
            <a:spLocks noGrp="1"/>
          </p:cNvSpPr>
          <p:nvPr>
            <p:ph type="title"/>
          </p:nvPr>
        </p:nvSpPr>
        <p:spPr>
          <a:xfrm>
            <a:off x="609600" y="630777"/>
            <a:ext cx="11582400" cy="457818"/>
          </a:xfrm>
        </p:spPr>
        <p:txBody>
          <a:bodyPr/>
          <a:lstStyle/>
          <a:p>
            <a:r>
              <a:rPr lang="en-US" sz="3500"/>
              <a:t>Standard Interaction vs. Retrieval Augmented Generation (RAG)</a:t>
            </a:r>
          </a:p>
        </p:txBody>
      </p:sp>
      <p:sp>
        <p:nvSpPr>
          <p:cNvPr id="4" name="Footer Placeholder 3">
            <a:extLst>
              <a:ext uri="{FF2B5EF4-FFF2-40B4-BE49-F238E27FC236}">
                <a16:creationId xmlns:a16="http://schemas.microsoft.com/office/drawing/2014/main" id="{E30B8133-8DF0-5759-CE7D-893EF3E2E5A1}"/>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909D93"/>
              </a:solidFill>
              <a:effectLst/>
              <a:uLnTx/>
              <a:uFillTx/>
              <a:latin typeface="Franklin Gothic Book"/>
              <a:ea typeface="+mn-ea"/>
              <a:cs typeface="+mn-cs"/>
            </a:endParaRPr>
          </a:p>
        </p:txBody>
      </p:sp>
      <p:sp>
        <p:nvSpPr>
          <p:cNvPr id="11" name="TextBox 10">
            <a:extLst>
              <a:ext uri="{FF2B5EF4-FFF2-40B4-BE49-F238E27FC236}">
                <a16:creationId xmlns:a16="http://schemas.microsoft.com/office/drawing/2014/main" id="{A0B148EA-F883-7798-EAC9-DCE04B1C8985}"/>
              </a:ext>
            </a:extLst>
          </p:cNvPr>
          <p:cNvSpPr txBox="1"/>
          <p:nvPr/>
        </p:nvSpPr>
        <p:spPr>
          <a:xfrm>
            <a:off x="4379686" y="2042363"/>
            <a:ext cx="1244600" cy="40862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Question</a:t>
            </a:r>
          </a:p>
        </p:txBody>
      </p:sp>
      <p:sp>
        <p:nvSpPr>
          <p:cNvPr id="12" name="TextBox 11">
            <a:extLst>
              <a:ext uri="{FF2B5EF4-FFF2-40B4-BE49-F238E27FC236}">
                <a16:creationId xmlns:a16="http://schemas.microsoft.com/office/drawing/2014/main" id="{706AC142-9BCF-FCFB-5780-2059E48E3212}"/>
              </a:ext>
            </a:extLst>
          </p:cNvPr>
          <p:cNvSpPr txBox="1"/>
          <p:nvPr/>
        </p:nvSpPr>
        <p:spPr>
          <a:xfrm>
            <a:off x="9869427" y="2050936"/>
            <a:ext cx="1244600" cy="408623"/>
          </a:xfrm>
          <a:prstGeom prst="roundRect">
            <a:avLst/>
          </a:prstGeom>
          <a:solidFill>
            <a:srgbClr val="0079D6"/>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Answer</a:t>
            </a:r>
          </a:p>
        </p:txBody>
      </p:sp>
      <p:pic>
        <p:nvPicPr>
          <p:cNvPr id="14" name="Picture 6" descr="Azure OpenAI Service | Discover AI use cases">
            <a:extLst>
              <a:ext uri="{FF2B5EF4-FFF2-40B4-BE49-F238E27FC236}">
                <a16:creationId xmlns:a16="http://schemas.microsoft.com/office/drawing/2014/main" id="{35394690-8D50-624F-B61B-A035ADE9CC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19834" y="1758118"/>
            <a:ext cx="1000903" cy="100090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nector: Curved 15">
            <a:extLst>
              <a:ext uri="{FF2B5EF4-FFF2-40B4-BE49-F238E27FC236}">
                <a16:creationId xmlns:a16="http://schemas.microsoft.com/office/drawing/2014/main" id="{E0BF164B-6A8D-8EC7-30C5-D1DB90EB572E}"/>
              </a:ext>
            </a:extLst>
          </p:cNvPr>
          <p:cNvCxnSpPr>
            <a:cxnSpLocks/>
            <a:stCxn id="12" idx="0"/>
            <a:endCxn id="10" idx="0"/>
          </p:cNvCxnSpPr>
          <p:nvPr/>
        </p:nvCxnSpPr>
        <p:spPr>
          <a:xfrm rot="16200000" flipV="1">
            <a:off x="6420071" y="-2020720"/>
            <a:ext cx="260869" cy="7882444"/>
          </a:xfrm>
          <a:prstGeom prst="curvedConnector3">
            <a:avLst>
              <a:gd name="adj1" fmla="val 28777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25E8948-7C8D-19CB-D7CF-C4ECA4153D4F}"/>
              </a:ext>
            </a:extLst>
          </p:cNvPr>
          <p:cNvCxnSpPr>
            <a:cxnSpLocks/>
            <a:stCxn id="10" idx="3"/>
            <a:endCxn id="11" idx="1"/>
          </p:cNvCxnSpPr>
          <p:nvPr/>
        </p:nvCxnSpPr>
        <p:spPr>
          <a:xfrm flipV="1">
            <a:off x="3066483" y="2246675"/>
            <a:ext cx="1313203" cy="59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670B00-E22F-E2BF-0BEC-FFC9438175A4}"/>
              </a:ext>
            </a:extLst>
          </p:cNvPr>
          <p:cNvCxnSpPr>
            <a:cxnSpLocks/>
            <a:stCxn id="11" idx="3"/>
            <a:endCxn id="14" idx="1"/>
          </p:cNvCxnSpPr>
          <p:nvPr/>
        </p:nvCxnSpPr>
        <p:spPr>
          <a:xfrm>
            <a:off x="5624286" y="2246675"/>
            <a:ext cx="1295548" cy="11895"/>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916182E-1A49-F231-8438-32AFA46F6C56}"/>
              </a:ext>
            </a:extLst>
          </p:cNvPr>
          <p:cNvSpPr txBox="1"/>
          <p:nvPr/>
        </p:nvSpPr>
        <p:spPr>
          <a:xfrm>
            <a:off x="5967424" y="2642548"/>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Large Language Model</a:t>
            </a:r>
          </a:p>
        </p:txBody>
      </p:sp>
      <p:cxnSp>
        <p:nvCxnSpPr>
          <p:cNvPr id="26" name="Straight Arrow Connector 25">
            <a:extLst>
              <a:ext uri="{FF2B5EF4-FFF2-40B4-BE49-F238E27FC236}">
                <a16:creationId xmlns:a16="http://schemas.microsoft.com/office/drawing/2014/main" id="{1AC8804C-4649-E6B4-0D38-85B84F7863DB}"/>
              </a:ext>
            </a:extLst>
          </p:cNvPr>
          <p:cNvCxnSpPr>
            <a:cxnSpLocks/>
            <a:stCxn id="14" idx="3"/>
            <a:endCxn id="12" idx="1"/>
          </p:cNvCxnSpPr>
          <p:nvPr/>
        </p:nvCxnSpPr>
        <p:spPr>
          <a:xfrm flipV="1">
            <a:off x="7920737" y="2255248"/>
            <a:ext cx="1948690" cy="33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F17B31A-4E4B-F354-4F52-07FAE008D96B}"/>
              </a:ext>
            </a:extLst>
          </p:cNvPr>
          <p:cNvSpPr txBox="1"/>
          <p:nvPr/>
        </p:nvSpPr>
        <p:spPr>
          <a:xfrm>
            <a:off x="323283" y="1889814"/>
            <a:ext cx="1828800" cy="923330"/>
          </a:xfrm>
          <a:prstGeom prst="rect">
            <a:avLst/>
          </a:prstGeom>
          <a:noFill/>
        </p:spPr>
        <p:txBody>
          <a:bodyPr wrap="square">
            <a:spAutoFit/>
          </a:bodyPr>
          <a:lstStyle>
            <a:defPPr>
              <a:defRPr lang="en-US"/>
            </a:defPPr>
            <a:lvl1pPr algn="ctr">
              <a:defRPr b="0">
                <a:latin typeface="Franklin Gothic Demi Cond" panose="020B07060304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Standard LLM Interaction</a:t>
            </a:r>
          </a:p>
        </p:txBody>
      </p:sp>
      <p:pic>
        <p:nvPicPr>
          <p:cNvPr id="55" name="Content Placeholder 9" descr="Female Profile with solid fill">
            <a:extLst>
              <a:ext uri="{FF2B5EF4-FFF2-40B4-BE49-F238E27FC236}">
                <a16:creationId xmlns:a16="http://schemas.microsoft.com/office/drawing/2014/main" id="{1CC0A4B0-0E5E-9FDE-90C6-287479FCD4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2083" y="3965949"/>
            <a:ext cx="914400" cy="914400"/>
          </a:xfrm>
          <a:prstGeom prst="rect">
            <a:avLst/>
          </a:prstGeom>
        </p:spPr>
      </p:pic>
      <p:sp>
        <p:nvSpPr>
          <p:cNvPr id="56" name="TextBox 55">
            <a:extLst>
              <a:ext uri="{FF2B5EF4-FFF2-40B4-BE49-F238E27FC236}">
                <a16:creationId xmlns:a16="http://schemas.microsoft.com/office/drawing/2014/main" id="{7E8673C9-4D24-3B2E-72C4-408674B1581F}"/>
              </a:ext>
            </a:extLst>
          </p:cNvPr>
          <p:cNvSpPr txBox="1"/>
          <p:nvPr/>
        </p:nvSpPr>
        <p:spPr>
          <a:xfrm>
            <a:off x="3784601" y="4218245"/>
            <a:ext cx="1244600" cy="40862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Question</a:t>
            </a:r>
          </a:p>
        </p:txBody>
      </p:sp>
      <p:sp>
        <p:nvSpPr>
          <p:cNvPr id="57" name="TextBox 56">
            <a:extLst>
              <a:ext uri="{FF2B5EF4-FFF2-40B4-BE49-F238E27FC236}">
                <a16:creationId xmlns:a16="http://schemas.microsoft.com/office/drawing/2014/main" id="{018C6C03-B435-DEB4-278B-F7A2B5C7A887}"/>
              </a:ext>
            </a:extLst>
          </p:cNvPr>
          <p:cNvSpPr txBox="1"/>
          <p:nvPr/>
        </p:nvSpPr>
        <p:spPr>
          <a:xfrm>
            <a:off x="9869427" y="4226818"/>
            <a:ext cx="1244600" cy="408623"/>
          </a:xfrm>
          <a:prstGeom prst="roundRect">
            <a:avLst/>
          </a:prstGeom>
          <a:solidFill>
            <a:srgbClr val="0079D6"/>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Answer</a:t>
            </a:r>
          </a:p>
        </p:txBody>
      </p:sp>
      <p:pic>
        <p:nvPicPr>
          <p:cNvPr id="58" name="Picture 6" descr="Azure OpenAI Service | Discover AI use cases">
            <a:extLst>
              <a:ext uri="{FF2B5EF4-FFF2-40B4-BE49-F238E27FC236}">
                <a16:creationId xmlns:a16="http://schemas.microsoft.com/office/drawing/2014/main" id="{C9705E57-45C5-CA4A-6881-AEE7B540A1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21320" y="3934000"/>
            <a:ext cx="1000903" cy="1000903"/>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Connector: Curved 58">
            <a:extLst>
              <a:ext uri="{FF2B5EF4-FFF2-40B4-BE49-F238E27FC236}">
                <a16:creationId xmlns:a16="http://schemas.microsoft.com/office/drawing/2014/main" id="{63BDCA88-FE37-AC8C-86F6-762D19749F0A}"/>
              </a:ext>
            </a:extLst>
          </p:cNvPr>
          <p:cNvCxnSpPr>
            <a:cxnSpLocks/>
            <a:stCxn id="57" idx="0"/>
            <a:endCxn id="55" idx="0"/>
          </p:cNvCxnSpPr>
          <p:nvPr/>
        </p:nvCxnSpPr>
        <p:spPr>
          <a:xfrm rot="16200000" flipV="1">
            <a:off x="6420071" y="155162"/>
            <a:ext cx="260869" cy="7882444"/>
          </a:xfrm>
          <a:prstGeom prst="curvedConnector3">
            <a:avLst>
              <a:gd name="adj1" fmla="val 29446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329D110-1853-3E5B-2457-189DBB992B0E}"/>
              </a:ext>
            </a:extLst>
          </p:cNvPr>
          <p:cNvCxnSpPr>
            <a:cxnSpLocks/>
            <a:stCxn id="55" idx="3"/>
            <a:endCxn id="56" idx="1"/>
          </p:cNvCxnSpPr>
          <p:nvPr/>
        </p:nvCxnSpPr>
        <p:spPr>
          <a:xfrm flipV="1">
            <a:off x="3066483" y="4422557"/>
            <a:ext cx="718118" cy="59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8EF5DEB-3210-73BF-A2F2-BD126973A2A3}"/>
              </a:ext>
            </a:extLst>
          </p:cNvPr>
          <p:cNvCxnSpPr>
            <a:cxnSpLocks/>
            <a:stCxn id="56" idx="3"/>
            <a:endCxn id="68" idx="1"/>
          </p:cNvCxnSpPr>
          <p:nvPr/>
        </p:nvCxnSpPr>
        <p:spPr>
          <a:xfrm flipV="1">
            <a:off x="5029201" y="4422556"/>
            <a:ext cx="963836" cy="1"/>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7B5B512-4289-FFFD-E1C8-07C5E1DC635D}"/>
              </a:ext>
            </a:extLst>
          </p:cNvPr>
          <p:cNvSpPr txBox="1"/>
          <p:nvPr/>
        </p:nvSpPr>
        <p:spPr>
          <a:xfrm>
            <a:off x="7381734" y="4828323"/>
            <a:ext cx="2170300"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Franklin Gothic Book"/>
                <a:ea typeface="+mn-ea"/>
                <a:cs typeface="+mn-cs"/>
              </a:rPr>
              <a:t>Large Language Model with a topic or task-specific prompt and additional context</a:t>
            </a:r>
          </a:p>
        </p:txBody>
      </p:sp>
      <p:cxnSp>
        <p:nvCxnSpPr>
          <p:cNvPr id="63" name="Straight Arrow Connector 62">
            <a:extLst>
              <a:ext uri="{FF2B5EF4-FFF2-40B4-BE49-F238E27FC236}">
                <a16:creationId xmlns:a16="http://schemas.microsoft.com/office/drawing/2014/main" id="{2B53B6A7-A0A6-8BB6-2B44-F19E0A6B3E3A}"/>
              </a:ext>
            </a:extLst>
          </p:cNvPr>
          <p:cNvCxnSpPr>
            <a:cxnSpLocks/>
            <a:stCxn id="58" idx="3"/>
            <a:endCxn id="57" idx="1"/>
          </p:cNvCxnSpPr>
          <p:nvPr/>
        </p:nvCxnSpPr>
        <p:spPr>
          <a:xfrm flipV="1">
            <a:off x="8922223" y="4431130"/>
            <a:ext cx="947204" cy="33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96D1C27-F711-A2C9-F911-04061027DB5E}"/>
              </a:ext>
            </a:extLst>
          </p:cNvPr>
          <p:cNvSpPr txBox="1"/>
          <p:nvPr/>
        </p:nvSpPr>
        <p:spPr>
          <a:xfrm>
            <a:off x="1156422" y="4866223"/>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User</a:t>
            </a:r>
          </a:p>
        </p:txBody>
      </p:sp>
      <p:sp>
        <p:nvSpPr>
          <p:cNvPr id="66" name="TextBox 65">
            <a:extLst>
              <a:ext uri="{FF2B5EF4-FFF2-40B4-BE49-F238E27FC236}">
                <a16:creationId xmlns:a16="http://schemas.microsoft.com/office/drawing/2014/main" id="{84DAB7CE-1076-328B-15E1-1597DCB08B53}"/>
              </a:ext>
            </a:extLst>
          </p:cNvPr>
          <p:cNvSpPr txBox="1"/>
          <p:nvPr/>
        </p:nvSpPr>
        <p:spPr>
          <a:xfrm>
            <a:off x="373042" y="3713418"/>
            <a:ext cx="1907847"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LLM Interaction with Retrieval Augmented Generation (RAG)</a:t>
            </a:r>
          </a:p>
        </p:txBody>
      </p:sp>
      <p:pic>
        <p:nvPicPr>
          <p:cNvPr id="68" name="Graphic 67">
            <a:extLst>
              <a:ext uri="{FF2B5EF4-FFF2-40B4-BE49-F238E27FC236}">
                <a16:creationId xmlns:a16="http://schemas.microsoft.com/office/drawing/2014/main" id="{D0EAA42D-871D-3934-9656-181F35A53B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93037" y="4027707"/>
            <a:ext cx="789698" cy="789698"/>
          </a:xfrm>
          <a:prstGeom prst="rect">
            <a:avLst/>
          </a:prstGeom>
        </p:spPr>
      </p:pic>
      <p:sp>
        <p:nvSpPr>
          <p:cNvPr id="69" name="TextBox 68">
            <a:extLst>
              <a:ext uri="{FF2B5EF4-FFF2-40B4-BE49-F238E27FC236}">
                <a16:creationId xmlns:a16="http://schemas.microsoft.com/office/drawing/2014/main" id="{C51A56FA-CC57-0B70-AE59-B93F764E4E3C}"/>
              </a:ext>
            </a:extLst>
          </p:cNvPr>
          <p:cNvSpPr txBox="1"/>
          <p:nvPr/>
        </p:nvSpPr>
        <p:spPr>
          <a:xfrm>
            <a:off x="5533417" y="4874980"/>
            <a:ext cx="1861667" cy="646331"/>
          </a:xfrm>
          <a:prstGeom prst="rect">
            <a:avLst/>
          </a:prstGeom>
          <a:noFill/>
        </p:spPr>
        <p:txBody>
          <a:bodyPr wrap="square" rtlCol="0">
            <a:spAutoFit/>
          </a:bodyPr>
          <a:lstStyle>
            <a:defPPr>
              <a:defRPr lang="en-US"/>
            </a:defPPr>
            <a:lvl1pPr algn="ctr">
              <a:defRPr sz="16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Searchable database</a:t>
            </a:r>
          </a:p>
        </p:txBody>
      </p:sp>
      <p:cxnSp>
        <p:nvCxnSpPr>
          <p:cNvPr id="70" name="Straight Arrow Connector 69">
            <a:extLst>
              <a:ext uri="{FF2B5EF4-FFF2-40B4-BE49-F238E27FC236}">
                <a16:creationId xmlns:a16="http://schemas.microsoft.com/office/drawing/2014/main" id="{988A7416-6515-B7D5-68F3-2DBE004D9555}"/>
              </a:ext>
            </a:extLst>
          </p:cNvPr>
          <p:cNvCxnSpPr>
            <a:cxnSpLocks/>
          </p:cNvCxnSpPr>
          <p:nvPr/>
        </p:nvCxnSpPr>
        <p:spPr>
          <a:xfrm>
            <a:off x="6770034" y="4422556"/>
            <a:ext cx="438912" cy="857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2D5FF4F-C80D-F732-B4F1-D698F674E000}"/>
              </a:ext>
            </a:extLst>
          </p:cNvPr>
          <p:cNvSpPr txBox="1"/>
          <p:nvPr/>
        </p:nvSpPr>
        <p:spPr>
          <a:xfrm>
            <a:off x="1156422" y="2593388"/>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User</a:t>
            </a:r>
          </a:p>
        </p:txBody>
      </p:sp>
      <p:cxnSp>
        <p:nvCxnSpPr>
          <p:cNvPr id="8" name="Straight Arrow Connector 7">
            <a:extLst>
              <a:ext uri="{FF2B5EF4-FFF2-40B4-BE49-F238E27FC236}">
                <a16:creationId xmlns:a16="http://schemas.microsoft.com/office/drawing/2014/main" id="{C89F5030-B056-E0B2-0D55-06837B8E6747}"/>
              </a:ext>
            </a:extLst>
          </p:cNvPr>
          <p:cNvCxnSpPr>
            <a:cxnSpLocks/>
            <a:endCxn id="58" idx="1"/>
          </p:cNvCxnSpPr>
          <p:nvPr/>
        </p:nvCxnSpPr>
        <p:spPr>
          <a:xfrm>
            <a:off x="7496175" y="4434452"/>
            <a:ext cx="42514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1141330-6320-0276-0028-123392D2F0E4}"/>
              </a:ext>
            </a:extLst>
          </p:cNvPr>
          <p:cNvSpPr txBox="1"/>
          <p:nvPr/>
        </p:nvSpPr>
        <p:spPr>
          <a:xfrm>
            <a:off x="6769294" y="3599184"/>
            <a:ext cx="1165467"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Retrieved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contextual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28" name="Graphic 27" descr="Paper with solid fill">
            <a:extLst>
              <a:ext uri="{FF2B5EF4-FFF2-40B4-BE49-F238E27FC236}">
                <a16:creationId xmlns:a16="http://schemas.microsoft.com/office/drawing/2014/main" id="{96811965-AAE1-621B-8B68-DD0C5427D9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22093" y="5315260"/>
            <a:ext cx="426522" cy="426522"/>
          </a:xfrm>
          <a:prstGeom prst="rect">
            <a:avLst/>
          </a:prstGeom>
        </p:spPr>
      </p:pic>
      <p:pic>
        <p:nvPicPr>
          <p:cNvPr id="29" name="Graphic 28" descr="Paper with solid fill">
            <a:extLst>
              <a:ext uri="{FF2B5EF4-FFF2-40B4-BE49-F238E27FC236}">
                <a16:creationId xmlns:a16="http://schemas.microsoft.com/office/drawing/2014/main" id="{46D77868-9C40-3A21-3948-4632ED4043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58931" y="5549184"/>
            <a:ext cx="426522" cy="426522"/>
          </a:xfrm>
          <a:prstGeom prst="rect">
            <a:avLst/>
          </a:prstGeom>
        </p:spPr>
      </p:pic>
      <p:pic>
        <p:nvPicPr>
          <p:cNvPr id="30" name="Graphic 29" descr="Paper with solid fill">
            <a:extLst>
              <a:ext uri="{FF2B5EF4-FFF2-40B4-BE49-F238E27FC236}">
                <a16:creationId xmlns:a16="http://schemas.microsoft.com/office/drawing/2014/main" id="{27276144-6B75-02C6-CC2D-F5EBB31334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97702" y="5762445"/>
            <a:ext cx="426522" cy="426522"/>
          </a:xfrm>
          <a:prstGeom prst="rect">
            <a:avLst/>
          </a:prstGeom>
        </p:spPr>
      </p:pic>
      <p:cxnSp>
        <p:nvCxnSpPr>
          <p:cNvPr id="31" name="Straight Arrow Connector 30">
            <a:extLst>
              <a:ext uri="{FF2B5EF4-FFF2-40B4-BE49-F238E27FC236}">
                <a16:creationId xmlns:a16="http://schemas.microsoft.com/office/drawing/2014/main" id="{966F0ECC-FAFC-82C0-0A11-7B7D9BD3F077}"/>
              </a:ext>
            </a:extLst>
          </p:cNvPr>
          <p:cNvCxnSpPr>
            <a:cxnSpLocks/>
          </p:cNvCxnSpPr>
          <p:nvPr/>
        </p:nvCxnSpPr>
        <p:spPr>
          <a:xfrm flipV="1">
            <a:off x="3188931" y="4521816"/>
            <a:ext cx="2778493" cy="1243447"/>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9C2310-9D2A-0AF8-6248-00C72ADA70F9}"/>
              </a:ext>
            </a:extLst>
          </p:cNvPr>
          <p:cNvSpPr txBox="1"/>
          <p:nvPr/>
        </p:nvSpPr>
        <p:spPr>
          <a:xfrm>
            <a:off x="324078" y="5292976"/>
            <a:ext cx="1828800" cy="923330"/>
          </a:xfrm>
          <a:prstGeom prst="rect">
            <a:avLst/>
          </a:prstGeom>
          <a:noFill/>
        </p:spPr>
        <p:txBody>
          <a:bodyPr wrap="square">
            <a:spAutoFit/>
          </a:bodyPr>
          <a:lstStyle>
            <a:defPPr>
              <a:defRPr lang="en-US"/>
            </a:defPPr>
            <a:lvl1pPr algn="ctr">
              <a:defRPr b="0">
                <a:latin typeface="Franklin Gothic Demi Cond" panose="020B07060304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Dataset with task-</a:t>
            </a:r>
            <a:r>
              <a:rPr lang="en-US" b="1">
                <a:solidFill>
                  <a:srgbClr val="000000"/>
                </a:solidFill>
                <a:latin typeface="Franklin Gothic Book"/>
              </a:rPr>
              <a:t>specific </a:t>
            </a:r>
            <a:r>
              <a:rPr kumimoji="0" lang="en-US" sz="18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15" name="Graphic 14" descr="Paper with solid fill">
            <a:extLst>
              <a:ext uri="{FF2B5EF4-FFF2-40B4-BE49-F238E27FC236}">
                <a16:creationId xmlns:a16="http://schemas.microsoft.com/office/drawing/2014/main" id="{5C77C2CF-C6EB-FD68-ACBD-CF16DA2CF1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8200" y="4280081"/>
            <a:ext cx="326910" cy="299902"/>
          </a:xfrm>
          <a:prstGeom prst="rect">
            <a:avLst/>
          </a:prstGeom>
        </p:spPr>
      </p:pic>
      <p:sp>
        <p:nvSpPr>
          <p:cNvPr id="3" name="Slide Number Placeholder 2">
            <a:extLst>
              <a:ext uri="{FF2B5EF4-FFF2-40B4-BE49-F238E27FC236}">
                <a16:creationId xmlns:a16="http://schemas.microsoft.com/office/drawing/2014/main" id="{F7FE7732-EC06-EEF8-A373-AF4F6740AF66}"/>
              </a:ext>
            </a:extLst>
          </p:cNvPr>
          <p:cNvSpPr txBox="1">
            <a:spLocks/>
          </p:cNvSpPr>
          <p:nvPr/>
        </p:nvSpPr>
        <p:spPr>
          <a:xfrm>
            <a:off x="9220200" y="6356350"/>
            <a:ext cx="2971800" cy="365125"/>
          </a:xfrm>
          <a:prstGeom prst="rect">
            <a:avLst/>
          </a:prstGeom>
        </p:spPr>
        <p:txBody>
          <a:bodyPr vert="horz" lIns="0" tIns="0" rIns="0" bIns="0" rtlCol="0" anchor="ctr"/>
          <a:lstStyle>
            <a:defPPr>
              <a:defRPr lang="en-US"/>
            </a:defPPr>
            <a:lvl1pPr marL="0" algn="r" defTabSz="914400" rtl="0" eaLnBrk="1" latinLnBrk="0" hangingPunct="1">
              <a:defRPr sz="1050" kern="1200">
                <a:solidFill>
                  <a:srgbClr val="909D9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E9CEDC-B5D7-4E9A-BA46-5FD30BEA372C}" type="slidenum">
              <a:rPr lang="en-US" smtClean="0"/>
              <a:pPr/>
              <a:t>17</a:t>
            </a:fld>
            <a:endParaRPr lang="en-US"/>
          </a:p>
        </p:txBody>
      </p:sp>
    </p:spTree>
    <p:extLst>
      <p:ext uri="{BB962C8B-B14F-4D97-AF65-F5344CB8AC3E}">
        <p14:creationId xmlns:p14="http://schemas.microsoft.com/office/powerpoint/2010/main" val="1947077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E76D-1554-2BD2-1B9E-996082654AE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60C3B46-D83F-125A-36D1-4DEDCE4647F2}"/>
              </a:ext>
            </a:extLst>
          </p:cNvPr>
          <p:cNvSpPr/>
          <p:nvPr/>
        </p:nvSpPr>
        <p:spPr>
          <a:xfrm>
            <a:off x="6229771" y="2844800"/>
            <a:ext cx="1631350" cy="307709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D09F3836-06D6-FCCD-E583-6B123952C0DF}"/>
              </a:ext>
            </a:extLst>
          </p:cNvPr>
          <p:cNvSpPr>
            <a:spLocks noGrp="1"/>
          </p:cNvSpPr>
          <p:nvPr>
            <p:ph idx="1"/>
          </p:nvPr>
        </p:nvSpPr>
        <p:spPr>
          <a:xfrm>
            <a:off x="3173336" y="2818935"/>
            <a:ext cx="3043103" cy="2600649"/>
          </a:xfrm>
        </p:spPr>
        <p:txBody>
          <a:bodyPr>
            <a:normAutofit/>
          </a:bodyPr>
          <a:lstStyle/>
          <a:p>
            <a:pPr marL="0" indent="0">
              <a:buNone/>
            </a:pPr>
            <a:endParaRPr lang="en-US" sz="2400">
              <a:solidFill>
                <a:schemeClr val="bg2">
                  <a:lumMod val="50000"/>
                </a:schemeClr>
              </a:solidFill>
            </a:endParaRPr>
          </a:p>
          <a:p>
            <a:pPr marL="0" indent="0">
              <a:buNone/>
            </a:pPr>
            <a:endParaRPr lang="en-US" sz="2400">
              <a:solidFill>
                <a:schemeClr val="bg2">
                  <a:lumMod val="50000"/>
                </a:schemeClr>
              </a:solidFill>
            </a:endParaRPr>
          </a:p>
          <a:p>
            <a:pPr marL="0" indent="0">
              <a:buNone/>
            </a:pPr>
            <a:r>
              <a:rPr lang="en-US" sz="2400">
                <a:solidFill>
                  <a:schemeClr val="bg2">
                    <a:lumMod val="50000"/>
                  </a:schemeClr>
                </a:solidFill>
              </a:rPr>
              <a:t>Context: Information retrieved from a search about </a:t>
            </a:r>
            <a:r>
              <a:rPr lang="en-US" sz="2400" b="1">
                <a:solidFill>
                  <a:schemeClr val="bg2">
                    <a:lumMod val="50000"/>
                  </a:schemeClr>
                </a:solidFill>
              </a:rPr>
              <a:t>{</a:t>
            </a:r>
            <a:r>
              <a:rPr lang="en-US" sz="2400">
                <a:solidFill>
                  <a:schemeClr val="bg2">
                    <a:lumMod val="50000"/>
                  </a:schemeClr>
                </a:solidFill>
              </a:rPr>
              <a:t>Pump 3</a:t>
            </a:r>
            <a:r>
              <a:rPr lang="en-US" sz="2400" b="1">
                <a:solidFill>
                  <a:schemeClr val="bg2">
                    <a:lumMod val="50000"/>
                  </a:schemeClr>
                </a:solidFill>
              </a:rPr>
              <a:t>}</a:t>
            </a:r>
          </a:p>
          <a:p>
            <a:pPr marL="0" indent="0">
              <a:buNone/>
            </a:pPr>
            <a:endParaRPr lang="en-US" sz="2400">
              <a:solidFill>
                <a:schemeClr val="bg2">
                  <a:lumMod val="50000"/>
                </a:schemeClr>
              </a:solidFill>
            </a:endParaRPr>
          </a:p>
        </p:txBody>
      </p:sp>
      <p:sp>
        <p:nvSpPr>
          <p:cNvPr id="6" name="Title 5">
            <a:extLst>
              <a:ext uri="{FF2B5EF4-FFF2-40B4-BE49-F238E27FC236}">
                <a16:creationId xmlns:a16="http://schemas.microsoft.com/office/drawing/2014/main" id="{FC0CC1D7-A308-543A-4C7F-C238D1138AD1}"/>
              </a:ext>
            </a:extLst>
          </p:cNvPr>
          <p:cNvSpPr>
            <a:spLocks noGrp="1"/>
          </p:cNvSpPr>
          <p:nvPr>
            <p:ph type="title"/>
          </p:nvPr>
        </p:nvSpPr>
        <p:spPr>
          <a:xfrm>
            <a:off x="609600" y="630777"/>
            <a:ext cx="10972800" cy="457818"/>
          </a:xfrm>
        </p:spPr>
        <p:txBody>
          <a:bodyPr/>
          <a:lstStyle/>
          <a:p>
            <a:r>
              <a:rPr lang="en-US" sz="3500"/>
              <a:t>Prompts in a RAG System</a:t>
            </a:r>
          </a:p>
        </p:txBody>
      </p:sp>
      <p:sp>
        <p:nvSpPr>
          <p:cNvPr id="5" name="Slide Number Placeholder 4">
            <a:extLst>
              <a:ext uri="{FF2B5EF4-FFF2-40B4-BE49-F238E27FC236}">
                <a16:creationId xmlns:a16="http://schemas.microsoft.com/office/drawing/2014/main" id="{B2FC47E0-198A-CCBA-FD7E-EF7A6CFCD18C}"/>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9CEDC-B5D7-4E9A-BA46-5FD30BEA372C}" type="slidenum">
              <a:rPr kumimoji="0" lang="en-US" sz="1050" b="0" i="0" u="none" strike="noStrike" kern="1200" cap="none" spc="0" normalizeH="0" baseline="0" noProof="0" smtClean="0">
                <a:ln>
                  <a:noFill/>
                </a:ln>
                <a:solidFill>
                  <a:srgbClr val="909D93"/>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50" b="0" i="0" u="none" strike="noStrike" kern="1200" cap="none" spc="0" normalizeH="0" baseline="0" noProof="0">
              <a:ln>
                <a:noFill/>
              </a:ln>
              <a:solidFill>
                <a:srgbClr val="909D93"/>
              </a:solidFill>
              <a:effectLst/>
              <a:uLnTx/>
              <a:uFillTx/>
              <a:latin typeface="Franklin Gothic Book"/>
              <a:ea typeface="+mn-ea"/>
              <a:cs typeface="+mn-cs"/>
            </a:endParaRPr>
          </a:p>
        </p:txBody>
      </p:sp>
      <p:pic>
        <p:nvPicPr>
          <p:cNvPr id="58" name="Picture 6" descr="Azure OpenAI Service | Discover AI use cases">
            <a:extLst>
              <a:ext uri="{FF2B5EF4-FFF2-40B4-BE49-F238E27FC236}">
                <a16:creationId xmlns:a16="http://schemas.microsoft.com/office/drawing/2014/main" id="{019E574A-BB8A-6613-B2D8-1D2BD0A1C62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57881" y="3770408"/>
            <a:ext cx="1000903" cy="1000903"/>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0493CDFD-3DA5-E135-7529-12BFF8511BAA}"/>
              </a:ext>
            </a:extLst>
          </p:cNvPr>
          <p:cNvSpPr txBox="1"/>
          <p:nvPr/>
        </p:nvSpPr>
        <p:spPr>
          <a:xfrm>
            <a:off x="8295435" y="4660318"/>
            <a:ext cx="2170300"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Franklin Gothic Book"/>
                <a:ea typeface="+mn-ea"/>
                <a:cs typeface="+mn-cs"/>
              </a:rPr>
              <a:t>Large Language Model with a topic or task-specific </a:t>
            </a:r>
            <a:r>
              <a:rPr kumimoji="0" lang="en-US" b="1" i="0" u="sng" strike="noStrike" kern="1200" cap="none" spc="0" normalizeH="0" baseline="0" noProof="0">
                <a:ln>
                  <a:noFill/>
                </a:ln>
                <a:solidFill>
                  <a:srgbClr val="000000"/>
                </a:solidFill>
                <a:effectLst/>
                <a:uLnTx/>
                <a:uFillTx/>
                <a:latin typeface="Franklin Gothic Book"/>
                <a:ea typeface="+mn-ea"/>
                <a:cs typeface="+mn-cs"/>
              </a:rPr>
              <a:t>prompt</a:t>
            </a:r>
            <a:r>
              <a:rPr kumimoji="0" lang="en-US" b="1" i="0" u="none" strike="noStrike" kern="1200" cap="none" spc="0" normalizeH="0" baseline="0" noProof="0">
                <a:ln>
                  <a:noFill/>
                </a:ln>
                <a:solidFill>
                  <a:srgbClr val="000000"/>
                </a:solidFill>
                <a:effectLst/>
                <a:uLnTx/>
                <a:uFillTx/>
                <a:latin typeface="Franklin Gothic Book"/>
                <a:ea typeface="+mn-ea"/>
                <a:cs typeface="+mn-cs"/>
              </a:rPr>
              <a:t> and additional context</a:t>
            </a:r>
          </a:p>
        </p:txBody>
      </p:sp>
      <p:cxnSp>
        <p:nvCxnSpPr>
          <p:cNvPr id="12" name="Straight Arrow Connector 11">
            <a:extLst>
              <a:ext uri="{FF2B5EF4-FFF2-40B4-BE49-F238E27FC236}">
                <a16:creationId xmlns:a16="http://schemas.microsoft.com/office/drawing/2014/main" id="{FC9D128D-98CA-F0BA-6CBC-A44CF1AB9547}"/>
              </a:ext>
            </a:extLst>
          </p:cNvPr>
          <p:cNvCxnSpPr>
            <a:cxnSpLocks/>
          </p:cNvCxnSpPr>
          <p:nvPr/>
        </p:nvCxnSpPr>
        <p:spPr>
          <a:xfrm>
            <a:off x="8295435" y="4324843"/>
            <a:ext cx="42514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075D8FA-0A95-4413-DD37-674CB65A60A9}"/>
              </a:ext>
            </a:extLst>
          </p:cNvPr>
          <p:cNvSpPr txBox="1"/>
          <p:nvPr/>
        </p:nvSpPr>
        <p:spPr>
          <a:xfrm>
            <a:off x="6284652" y="2986685"/>
            <a:ext cx="1486937"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Retrieved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contextual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14" name="Graphic 13" descr="Paper with solid fill">
            <a:extLst>
              <a:ext uri="{FF2B5EF4-FFF2-40B4-BE49-F238E27FC236}">
                <a16:creationId xmlns:a16="http://schemas.microsoft.com/office/drawing/2014/main" id="{6EAC5F4A-4F4C-DFA5-4E7F-98421B477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4016" y="3863593"/>
            <a:ext cx="398699" cy="365760"/>
          </a:xfrm>
          <a:prstGeom prst="rect">
            <a:avLst/>
          </a:prstGeom>
        </p:spPr>
      </p:pic>
      <p:sp>
        <p:nvSpPr>
          <p:cNvPr id="16" name="TextBox 15">
            <a:extLst>
              <a:ext uri="{FF2B5EF4-FFF2-40B4-BE49-F238E27FC236}">
                <a16:creationId xmlns:a16="http://schemas.microsoft.com/office/drawing/2014/main" id="{0C3DB044-1050-9764-0044-B1C2A2B038D9}"/>
              </a:ext>
            </a:extLst>
          </p:cNvPr>
          <p:cNvSpPr txBox="1"/>
          <p:nvPr/>
        </p:nvSpPr>
        <p:spPr>
          <a:xfrm>
            <a:off x="549091" y="1087636"/>
            <a:ext cx="11283895" cy="107721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a:solidFill>
                  <a:srgbClr val="4C72B0"/>
                </a:solidFill>
              </a:rPr>
              <a:t>When we provide contextual information to an LLM, they can provide grounded responses</a:t>
            </a:r>
          </a:p>
        </p:txBody>
      </p:sp>
      <p:cxnSp>
        <p:nvCxnSpPr>
          <p:cNvPr id="17" name="Straight Arrow Connector 16">
            <a:extLst>
              <a:ext uri="{FF2B5EF4-FFF2-40B4-BE49-F238E27FC236}">
                <a16:creationId xmlns:a16="http://schemas.microsoft.com/office/drawing/2014/main" id="{5E9554F3-F047-6B26-802B-5F6A7918EA6F}"/>
              </a:ext>
            </a:extLst>
          </p:cNvPr>
          <p:cNvCxnSpPr>
            <a:cxnSpLocks/>
          </p:cNvCxnSpPr>
          <p:nvPr/>
        </p:nvCxnSpPr>
        <p:spPr>
          <a:xfrm>
            <a:off x="2205733" y="4264110"/>
            <a:ext cx="42514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2" name="Left Brace 21">
            <a:extLst>
              <a:ext uri="{FF2B5EF4-FFF2-40B4-BE49-F238E27FC236}">
                <a16:creationId xmlns:a16="http://schemas.microsoft.com/office/drawing/2014/main" id="{16BC08AA-3D12-6EDA-4B04-D8E2A191B482}"/>
              </a:ext>
            </a:extLst>
          </p:cNvPr>
          <p:cNvSpPr/>
          <p:nvPr/>
        </p:nvSpPr>
        <p:spPr>
          <a:xfrm>
            <a:off x="2807404" y="2621712"/>
            <a:ext cx="323948" cy="3444721"/>
          </a:xfrm>
          <a:prstGeom prst="lef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Left Brace 22">
            <a:extLst>
              <a:ext uri="{FF2B5EF4-FFF2-40B4-BE49-F238E27FC236}">
                <a16:creationId xmlns:a16="http://schemas.microsoft.com/office/drawing/2014/main" id="{0B55CC7E-C6B2-FA27-43A7-9AC034CD2FCD}"/>
              </a:ext>
            </a:extLst>
          </p:cNvPr>
          <p:cNvSpPr/>
          <p:nvPr/>
        </p:nvSpPr>
        <p:spPr>
          <a:xfrm flipH="1">
            <a:off x="7881953" y="2621712"/>
            <a:ext cx="323950" cy="3444721"/>
          </a:xfrm>
          <a:prstGeom prst="lef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0948350F-DB5C-C516-DB6D-02DE58A9DFDE}"/>
              </a:ext>
            </a:extLst>
          </p:cNvPr>
          <p:cNvSpPr txBox="1"/>
          <p:nvPr/>
        </p:nvSpPr>
        <p:spPr>
          <a:xfrm>
            <a:off x="5112830" y="6403950"/>
            <a:ext cx="6097836" cy="261610"/>
          </a:xfrm>
          <a:prstGeom prst="rect">
            <a:avLst/>
          </a:prstGeom>
          <a:noFill/>
        </p:spPr>
        <p:txBody>
          <a:bodyPr wrap="square">
            <a:spAutoFit/>
          </a:bodyPr>
          <a:lstStyle/>
          <a:p>
            <a:pPr algn="r"/>
            <a:r>
              <a:rPr lang="en-US" sz="1100">
                <a:solidFill>
                  <a:schemeClr val="bg2">
                    <a:lumMod val="50000"/>
                  </a:schemeClr>
                </a:solidFill>
              </a:rPr>
              <a:t>Resource: https://www.promptingguide.ai/introduction/examples#question-answering</a:t>
            </a:r>
          </a:p>
        </p:txBody>
      </p:sp>
      <p:sp>
        <p:nvSpPr>
          <p:cNvPr id="7" name="TextBox 6">
            <a:extLst>
              <a:ext uri="{FF2B5EF4-FFF2-40B4-BE49-F238E27FC236}">
                <a16:creationId xmlns:a16="http://schemas.microsoft.com/office/drawing/2014/main" id="{516BDEC4-A209-BA71-B512-B81427436BDF}"/>
              </a:ext>
            </a:extLst>
          </p:cNvPr>
          <p:cNvSpPr txBox="1"/>
          <p:nvPr/>
        </p:nvSpPr>
        <p:spPr>
          <a:xfrm>
            <a:off x="603306" y="6227223"/>
            <a:ext cx="3192267" cy="646331"/>
          </a:xfrm>
          <a:prstGeom prst="rect">
            <a:avLst/>
          </a:prstGeom>
          <a:noFill/>
        </p:spPr>
        <p:txBody>
          <a:bodyPr wrap="square">
            <a:spAutoFit/>
          </a:bodyPr>
          <a:lstStyle/>
          <a:p>
            <a:pPr marL="0" indent="0">
              <a:buNone/>
            </a:pPr>
            <a:r>
              <a:rPr lang="en-US" b="1">
                <a:solidFill>
                  <a:schemeClr val="bg2">
                    <a:lumMod val="50000"/>
                  </a:schemeClr>
                </a:solidFill>
              </a:rPr>
              <a:t>{ } </a:t>
            </a:r>
            <a:r>
              <a:rPr lang="en-US">
                <a:solidFill>
                  <a:schemeClr val="bg2">
                    <a:lumMod val="50000"/>
                  </a:schemeClr>
                </a:solidFill>
              </a:rPr>
              <a:t>denotes a variable or value (passed-in information)</a:t>
            </a:r>
          </a:p>
        </p:txBody>
      </p:sp>
      <p:sp>
        <p:nvSpPr>
          <p:cNvPr id="9" name="TextBox 8">
            <a:extLst>
              <a:ext uri="{FF2B5EF4-FFF2-40B4-BE49-F238E27FC236}">
                <a16:creationId xmlns:a16="http://schemas.microsoft.com/office/drawing/2014/main" id="{FDB148AA-3A9E-25FB-2E6B-FC92862849D2}"/>
              </a:ext>
            </a:extLst>
          </p:cNvPr>
          <p:cNvSpPr txBox="1"/>
          <p:nvPr/>
        </p:nvSpPr>
        <p:spPr>
          <a:xfrm>
            <a:off x="6281615" y="4264110"/>
            <a:ext cx="1612056" cy="1477328"/>
          </a:xfrm>
          <a:prstGeom prst="rect">
            <a:avLst/>
          </a:prstGeom>
          <a:noFill/>
        </p:spPr>
        <p:txBody>
          <a:bodyPr wrap="square">
            <a:spAutoFit/>
          </a:bodyPr>
          <a:lstStyle/>
          <a:p>
            <a:pPr marL="0" indent="0" algn="ctr">
              <a:buNone/>
            </a:pPr>
            <a:r>
              <a:rPr lang="en-US">
                <a:solidFill>
                  <a:schemeClr val="bg2">
                    <a:lumMod val="50000"/>
                  </a:schemeClr>
                </a:solidFill>
              </a:rPr>
              <a:t>Pump 3 is located … the manufacturer is </a:t>
            </a:r>
            <a:r>
              <a:rPr lang="en-US" b="1">
                <a:solidFill>
                  <a:schemeClr val="bg2">
                    <a:lumMod val="50000"/>
                  </a:schemeClr>
                </a:solidFill>
              </a:rPr>
              <a:t>Waterman Industries</a:t>
            </a:r>
          </a:p>
        </p:txBody>
      </p:sp>
      <p:sp>
        <p:nvSpPr>
          <p:cNvPr id="19" name="TextBox 18">
            <a:extLst>
              <a:ext uri="{FF2B5EF4-FFF2-40B4-BE49-F238E27FC236}">
                <a16:creationId xmlns:a16="http://schemas.microsoft.com/office/drawing/2014/main" id="{A8CD2EB9-0D22-4077-46F7-BD310DFAD530}"/>
              </a:ext>
            </a:extLst>
          </p:cNvPr>
          <p:cNvSpPr txBox="1"/>
          <p:nvPr/>
        </p:nvSpPr>
        <p:spPr>
          <a:xfrm>
            <a:off x="10594660" y="3948983"/>
            <a:ext cx="1597340" cy="646331"/>
          </a:xfrm>
          <a:prstGeom prst="rect">
            <a:avLst/>
          </a:prstGeom>
          <a:noFill/>
        </p:spPr>
        <p:txBody>
          <a:bodyPr wrap="square">
            <a:spAutoFit/>
          </a:bodyPr>
          <a:lstStyle/>
          <a:p>
            <a:pPr algn="ctr"/>
            <a:r>
              <a:rPr lang="en-US" b="1">
                <a:solidFill>
                  <a:schemeClr val="bg2">
                    <a:lumMod val="50000"/>
                  </a:schemeClr>
                </a:solidFill>
              </a:rPr>
              <a:t>Waterman Industries</a:t>
            </a:r>
            <a:endParaRPr lang="en-US"/>
          </a:p>
        </p:txBody>
      </p:sp>
      <p:sp>
        <p:nvSpPr>
          <p:cNvPr id="24" name="TextBox 23">
            <a:extLst>
              <a:ext uri="{FF2B5EF4-FFF2-40B4-BE49-F238E27FC236}">
                <a16:creationId xmlns:a16="http://schemas.microsoft.com/office/drawing/2014/main" id="{A9B64D3E-E367-11CE-A25A-EF2171365516}"/>
              </a:ext>
            </a:extLst>
          </p:cNvPr>
          <p:cNvSpPr txBox="1"/>
          <p:nvPr/>
        </p:nvSpPr>
        <p:spPr>
          <a:xfrm>
            <a:off x="10594660" y="2863059"/>
            <a:ext cx="1486937"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Grounded Response</a:t>
            </a:r>
          </a:p>
        </p:txBody>
      </p:sp>
      <p:sp>
        <p:nvSpPr>
          <p:cNvPr id="8" name="TextBox 7">
            <a:extLst>
              <a:ext uri="{FF2B5EF4-FFF2-40B4-BE49-F238E27FC236}">
                <a16:creationId xmlns:a16="http://schemas.microsoft.com/office/drawing/2014/main" id="{A213E1D8-C03C-21EF-F95F-41B7F0A8FBB6}"/>
              </a:ext>
            </a:extLst>
          </p:cNvPr>
          <p:cNvSpPr txBox="1"/>
          <p:nvPr/>
        </p:nvSpPr>
        <p:spPr>
          <a:xfrm>
            <a:off x="603306" y="3255194"/>
            <a:ext cx="1646494" cy="2123658"/>
          </a:xfrm>
          <a:prstGeom prst="rect">
            <a:avLst/>
          </a:prstGeom>
          <a:noFill/>
        </p:spPr>
        <p:txBody>
          <a:bodyPr wrap="square">
            <a:spAutoFit/>
          </a:bodyPr>
          <a:lstStyle/>
          <a:p>
            <a:pPr marL="0" indent="0">
              <a:buNone/>
            </a:pPr>
            <a:r>
              <a:rPr lang="en-US" sz="2400">
                <a:solidFill>
                  <a:schemeClr val="bg2">
                    <a:lumMod val="50000"/>
                  </a:schemeClr>
                </a:solidFill>
              </a:rPr>
              <a:t>Question: </a:t>
            </a:r>
            <a:r>
              <a:rPr lang="en-US" sz="1800">
                <a:solidFill>
                  <a:schemeClr val="bg2">
                    <a:lumMod val="50000"/>
                  </a:schemeClr>
                </a:solidFill>
              </a:rPr>
              <a:t>What was the manufacturer name of </a:t>
            </a:r>
            <a:r>
              <a:rPr lang="en-US" sz="1800" b="1">
                <a:solidFill>
                  <a:schemeClr val="bg2">
                    <a:lumMod val="50000"/>
                  </a:schemeClr>
                </a:solidFill>
              </a:rPr>
              <a:t>{</a:t>
            </a:r>
            <a:r>
              <a:rPr lang="en-US" sz="1800">
                <a:solidFill>
                  <a:schemeClr val="bg2">
                    <a:lumMod val="50000"/>
                  </a:schemeClr>
                </a:solidFill>
              </a:rPr>
              <a:t>Pump 3</a:t>
            </a:r>
            <a:r>
              <a:rPr lang="en-US" sz="1800" b="1">
                <a:solidFill>
                  <a:schemeClr val="bg2">
                    <a:lumMod val="50000"/>
                  </a:schemeClr>
                </a:solidFill>
              </a:rPr>
              <a:t>}</a:t>
            </a:r>
            <a:r>
              <a:rPr lang="en-US" sz="1800">
                <a:solidFill>
                  <a:schemeClr val="bg2">
                    <a:lumMod val="50000"/>
                  </a:schemeClr>
                </a:solidFill>
              </a:rPr>
              <a:t> at the Main St WWTP?</a:t>
            </a:r>
          </a:p>
        </p:txBody>
      </p:sp>
      <p:cxnSp>
        <p:nvCxnSpPr>
          <p:cNvPr id="11" name="Straight Arrow Connector 10">
            <a:extLst>
              <a:ext uri="{FF2B5EF4-FFF2-40B4-BE49-F238E27FC236}">
                <a16:creationId xmlns:a16="http://schemas.microsoft.com/office/drawing/2014/main" id="{3ADAF4D7-D3BA-D6CA-CFBF-2686892421D0}"/>
              </a:ext>
            </a:extLst>
          </p:cNvPr>
          <p:cNvCxnSpPr>
            <a:cxnSpLocks/>
          </p:cNvCxnSpPr>
          <p:nvPr/>
        </p:nvCxnSpPr>
        <p:spPr>
          <a:xfrm>
            <a:off x="10224716" y="4287364"/>
            <a:ext cx="42514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647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15BF-7F75-07A5-4F2A-DD62C416F49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49F3762-23C5-228F-3676-320EA0E9C62D}"/>
              </a:ext>
            </a:extLst>
          </p:cNvPr>
          <p:cNvSpPr/>
          <p:nvPr/>
        </p:nvSpPr>
        <p:spPr>
          <a:xfrm>
            <a:off x="431332" y="5255477"/>
            <a:ext cx="2905722" cy="987184"/>
          </a:xfrm>
          <a:prstGeom prst="round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a:solidFill>
                <a:schemeClr val="tx1"/>
              </a:solidFill>
            </a:endParaRPr>
          </a:p>
        </p:txBody>
      </p:sp>
      <p:sp>
        <p:nvSpPr>
          <p:cNvPr id="6" name="Title 5">
            <a:extLst>
              <a:ext uri="{FF2B5EF4-FFF2-40B4-BE49-F238E27FC236}">
                <a16:creationId xmlns:a16="http://schemas.microsoft.com/office/drawing/2014/main" id="{68C6D7D7-6EC4-DF2A-24B2-C0EFDFE7B4A1}"/>
              </a:ext>
            </a:extLst>
          </p:cNvPr>
          <p:cNvSpPr>
            <a:spLocks noGrp="1"/>
          </p:cNvSpPr>
          <p:nvPr>
            <p:ph type="title"/>
          </p:nvPr>
        </p:nvSpPr>
        <p:spPr>
          <a:xfrm>
            <a:off x="609600" y="630777"/>
            <a:ext cx="11582400" cy="457818"/>
          </a:xfrm>
        </p:spPr>
        <p:txBody>
          <a:bodyPr/>
          <a:lstStyle/>
          <a:p>
            <a:r>
              <a:rPr lang="en-US" sz="3500"/>
              <a:t>Guardrails</a:t>
            </a:r>
          </a:p>
        </p:txBody>
      </p:sp>
      <p:sp>
        <p:nvSpPr>
          <p:cNvPr id="4" name="Footer Placeholder 3">
            <a:extLst>
              <a:ext uri="{FF2B5EF4-FFF2-40B4-BE49-F238E27FC236}">
                <a16:creationId xmlns:a16="http://schemas.microsoft.com/office/drawing/2014/main" id="{0117707D-840A-D2B2-9B01-FA3CDFD78AA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909D93"/>
              </a:solidFill>
              <a:effectLst/>
              <a:uLnTx/>
              <a:uFillTx/>
              <a:latin typeface="Franklin Gothic Book"/>
              <a:ea typeface="+mn-ea"/>
              <a:cs typeface="+mn-cs"/>
            </a:endParaRPr>
          </a:p>
        </p:txBody>
      </p:sp>
      <p:sp>
        <p:nvSpPr>
          <p:cNvPr id="5" name="Slide Number Placeholder 4">
            <a:extLst>
              <a:ext uri="{FF2B5EF4-FFF2-40B4-BE49-F238E27FC236}">
                <a16:creationId xmlns:a16="http://schemas.microsoft.com/office/drawing/2014/main" id="{4221ABD5-46FB-FD31-B39C-74F2D35BFDE5}"/>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9CEDC-B5D7-4E9A-BA46-5FD30BEA372C}" type="slidenum">
              <a:rPr kumimoji="0" lang="en-US" sz="1050" b="0" i="0" u="none" strike="noStrike" kern="1200" cap="none" spc="0" normalizeH="0" baseline="0" noProof="0" smtClean="0">
                <a:ln>
                  <a:noFill/>
                </a:ln>
                <a:solidFill>
                  <a:srgbClr val="909D93"/>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50" b="0" i="0" u="none" strike="noStrike" kern="1200" cap="none" spc="0" normalizeH="0" baseline="0" noProof="0">
              <a:ln>
                <a:noFill/>
              </a:ln>
              <a:solidFill>
                <a:srgbClr val="909D93"/>
              </a:solidFill>
              <a:effectLst/>
              <a:uLnTx/>
              <a:uFillTx/>
              <a:latin typeface="Franklin Gothic Book"/>
              <a:ea typeface="+mn-ea"/>
              <a:cs typeface="+mn-cs"/>
            </a:endParaRPr>
          </a:p>
        </p:txBody>
      </p:sp>
      <p:pic>
        <p:nvPicPr>
          <p:cNvPr id="55" name="Content Placeholder 9" descr="Female Profile with solid fill">
            <a:extLst>
              <a:ext uri="{FF2B5EF4-FFF2-40B4-BE49-F238E27FC236}">
                <a16:creationId xmlns:a16="http://schemas.microsoft.com/office/drawing/2014/main" id="{CE7D27F3-738F-04E7-1104-34448620E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2083" y="3965949"/>
            <a:ext cx="914400" cy="914400"/>
          </a:xfrm>
          <a:prstGeom prst="rect">
            <a:avLst/>
          </a:prstGeom>
        </p:spPr>
      </p:pic>
      <p:sp>
        <p:nvSpPr>
          <p:cNvPr id="56" name="TextBox 55">
            <a:extLst>
              <a:ext uri="{FF2B5EF4-FFF2-40B4-BE49-F238E27FC236}">
                <a16:creationId xmlns:a16="http://schemas.microsoft.com/office/drawing/2014/main" id="{2E386FE5-1FE1-C360-2C49-A2850B07A0FF}"/>
              </a:ext>
            </a:extLst>
          </p:cNvPr>
          <p:cNvSpPr txBox="1"/>
          <p:nvPr/>
        </p:nvSpPr>
        <p:spPr>
          <a:xfrm>
            <a:off x="3784601" y="4218245"/>
            <a:ext cx="1244600" cy="40862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Question</a:t>
            </a:r>
          </a:p>
        </p:txBody>
      </p:sp>
      <p:sp>
        <p:nvSpPr>
          <p:cNvPr id="57" name="TextBox 56">
            <a:extLst>
              <a:ext uri="{FF2B5EF4-FFF2-40B4-BE49-F238E27FC236}">
                <a16:creationId xmlns:a16="http://schemas.microsoft.com/office/drawing/2014/main" id="{0F1CC111-EB32-E707-950B-92926B712458}"/>
              </a:ext>
            </a:extLst>
          </p:cNvPr>
          <p:cNvSpPr txBox="1"/>
          <p:nvPr/>
        </p:nvSpPr>
        <p:spPr>
          <a:xfrm>
            <a:off x="9869427" y="4226818"/>
            <a:ext cx="1244600" cy="408623"/>
          </a:xfrm>
          <a:prstGeom prst="roundRect">
            <a:avLst/>
          </a:prstGeom>
          <a:solidFill>
            <a:srgbClr val="0079D6"/>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Franklin Gothic Book"/>
                <a:ea typeface="+mn-ea"/>
                <a:cs typeface="+mn-cs"/>
              </a:rPr>
              <a:t>Answer</a:t>
            </a:r>
          </a:p>
        </p:txBody>
      </p:sp>
      <p:pic>
        <p:nvPicPr>
          <p:cNvPr id="58" name="Picture 6" descr="Azure OpenAI Service | Discover AI use cases">
            <a:extLst>
              <a:ext uri="{FF2B5EF4-FFF2-40B4-BE49-F238E27FC236}">
                <a16:creationId xmlns:a16="http://schemas.microsoft.com/office/drawing/2014/main" id="{ABD601A7-FF6F-549B-9DC5-A6E43C37498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21320" y="3934000"/>
            <a:ext cx="1000903" cy="1000903"/>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Connector: Curved 58">
            <a:extLst>
              <a:ext uri="{FF2B5EF4-FFF2-40B4-BE49-F238E27FC236}">
                <a16:creationId xmlns:a16="http://schemas.microsoft.com/office/drawing/2014/main" id="{DFFFCD63-0EA2-918F-7137-79343F5B2A75}"/>
              </a:ext>
            </a:extLst>
          </p:cNvPr>
          <p:cNvCxnSpPr>
            <a:cxnSpLocks/>
            <a:stCxn id="57" idx="0"/>
            <a:endCxn id="55" idx="0"/>
          </p:cNvCxnSpPr>
          <p:nvPr/>
        </p:nvCxnSpPr>
        <p:spPr>
          <a:xfrm rot="16200000" flipV="1">
            <a:off x="6420071" y="155162"/>
            <a:ext cx="260869" cy="7882444"/>
          </a:xfrm>
          <a:prstGeom prst="curvedConnector3">
            <a:avLst>
              <a:gd name="adj1" fmla="val 4537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C4F8D17-BA07-9B1E-707B-E91B37BAA86B}"/>
              </a:ext>
            </a:extLst>
          </p:cNvPr>
          <p:cNvCxnSpPr>
            <a:cxnSpLocks/>
            <a:stCxn id="55" idx="3"/>
            <a:endCxn id="56" idx="1"/>
          </p:cNvCxnSpPr>
          <p:nvPr/>
        </p:nvCxnSpPr>
        <p:spPr>
          <a:xfrm flipV="1">
            <a:off x="3066483" y="4422557"/>
            <a:ext cx="718118" cy="59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6EC2ACE-2256-0FAC-45F9-90D30878C48F}"/>
              </a:ext>
            </a:extLst>
          </p:cNvPr>
          <p:cNvCxnSpPr>
            <a:cxnSpLocks/>
            <a:stCxn id="56" idx="3"/>
            <a:endCxn id="68" idx="1"/>
          </p:cNvCxnSpPr>
          <p:nvPr/>
        </p:nvCxnSpPr>
        <p:spPr>
          <a:xfrm flipV="1">
            <a:off x="5029201" y="4422556"/>
            <a:ext cx="963836" cy="1"/>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2C183F5-F94F-AE4A-78BD-87CA1A8D0EDC}"/>
              </a:ext>
            </a:extLst>
          </p:cNvPr>
          <p:cNvSpPr txBox="1"/>
          <p:nvPr/>
        </p:nvSpPr>
        <p:spPr>
          <a:xfrm>
            <a:off x="7381734" y="4828323"/>
            <a:ext cx="2170300"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Franklin Gothic Book"/>
                <a:ea typeface="+mn-ea"/>
                <a:cs typeface="+mn-cs"/>
              </a:rPr>
              <a:t>Large Language Model with a topic or task-specific </a:t>
            </a:r>
            <a:r>
              <a:rPr kumimoji="0" lang="en-US" b="1" i="0" u="sng" strike="noStrike" kern="1200" cap="none" spc="0" normalizeH="0" baseline="0" noProof="0">
                <a:ln>
                  <a:noFill/>
                </a:ln>
                <a:solidFill>
                  <a:srgbClr val="000000"/>
                </a:solidFill>
                <a:effectLst/>
                <a:uLnTx/>
                <a:uFillTx/>
                <a:latin typeface="Franklin Gothic Book"/>
                <a:ea typeface="+mn-ea"/>
                <a:cs typeface="+mn-cs"/>
              </a:rPr>
              <a:t>prompt</a:t>
            </a:r>
            <a:r>
              <a:rPr kumimoji="0" lang="en-US" b="1" i="0" u="none" strike="noStrike" kern="1200" cap="none" spc="0" normalizeH="0" baseline="0" noProof="0">
                <a:ln>
                  <a:noFill/>
                </a:ln>
                <a:solidFill>
                  <a:srgbClr val="000000"/>
                </a:solidFill>
                <a:effectLst/>
                <a:uLnTx/>
                <a:uFillTx/>
                <a:latin typeface="Franklin Gothic Book"/>
                <a:ea typeface="+mn-ea"/>
                <a:cs typeface="+mn-cs"/>
              </a:rPr>
              <a:t> and additional context</a:t>
            </a:r>
          </a:p>
        </p:txBody>
      </p:sp>
      <p:cxnSp>
        <p:nvCxnSpPr>
          <p:cNvPr id="63" name="Straight Arrow Connector 62">
            <a:extLst>
              <a:ext uri="{FF2B5EF4-FFF2-40B4-BE49-F238E27FC236}">
                <a16:creationId xmlns:a16="http://schemas.microsoft.com/office/drawing/2014/main" id="{C5B69A0F-3042-69D5-DB09-E80F7F82C2D4}"/>
              </a:ext>
            </a:extLst>
          </p:cNvPr>
          <p:cNvCxnSpPr>
            <a:cxnSpLocks/>
            <a:stCxn id="58" idx="3"/>
            <a:endCxn id="57" idx="1"/>
          </p:cNvCxnSpPr>
          <p:nvPr/>
        </p:nvCxnSpPr>
        <p:spPr>
          <a:xfrm flipV="1">
            <a:off x="8922223" y="4431130"/>
            <a:ext cx="947204" cy="33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442912C2-D4B5-ACBF-CDB9-6547B25966C5}"/>
              </a:ext>
            </a:extLst>
          </p:cNvPr>
          <p:cNvSpPr txBox="1"/>
          <p:nvPr/>
        </p:nvSpPr>
        <p:spPr>
          <a:xfrm>
            <a:off x="1156422" y="4866223"/>
            <a:ext cx="29057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Franklin Gothic Book"/>
                <a:ea typeface="+mn-ea"/>
                <a:cs typeface="+mn-cs"/>
              </a:rPr>
              <a:t>User</a:t>
            </a:r>
          </a:p>
        </p:txBody>
      </p:sp>
      <p:sp>
        <p:nvSpPr>
          <p:cNvPr id="66" name="TextBox 65">
            <a:extLst>
              <a:ext uri="{FF2B5EF4-FFF2-40B4-BE49-F238E27FC236}">
                <a16:creationId xmlns:a16="http://schemas.microsoft.com/office/drawing/2014/main" id="{49383BF2-33FB-2506-DC14-58DD6CE9F464}"/>
              </a:ext>
            </a:extLst>
          </p:cNvPr>
          <p:cNvSpPr txBox="1"/>
          <p:nvPr/>
        </p:nvSpPr>
        <p:spPr>
          <a:xfrm>
            <a:off x="373042" y="3713418"/>
            <a:ext cx="1907847"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LLM Interaction with Retrieval Augmented Generation (RAG)</a:t>
            </a:r>
          </a:p>
        </p:txBody>
      </p:sp>
      <p:pic>
        <p:nvPicPr>
          <p:cNvPr id="68" name="Graphic 67">
            <a:extLst>
              <a:ext uri="{FF2B5EF4-FFF2-40B4-BE49-F238E27FC236}">
                <a16:creationId xmlns:a16="http://schemas.microsoft.com/office/drawing/2014/main" id="{9226170A-62BB-59DA-3933-186C2BA657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93037" y="4027707"/>
            <a:ext cx="789698" cy="789698"/>
          </a:xfrm>
          <a:prstGeom prst="rect">
            <a:avLst/>
          </a:prstGeom>
        </p:spPr>
      </p:pic>
      <p:sp>
        <p:nvSpPr>
          <p:cNvPr id="69" name="TextBox 68">
            <a:extLst>
              <a:ext uri="{FF2B5EF4-FFF2-40B4-BE49-F238E27FC236}">
                <a16:creationId xmlns:a16="http://schemas.microsoft.com/office/drawing/2014/main" id="{86CE8975-DBC0-F079-ED0B-706ADF6E9743}"/>
              </a:ext>
            </a:extLst>
          </p:cNvPr>
          <p:cNvSpPr txBox="1"/>
          <p:nvPr/>
        </p:nvSpPr>
        <p:spPr>
          <a:xfrm>
            <a:off x="5533417" y="4874980"/>
            <a:ext cx="1861667" cy="646331"/>
          </a:xfrm>
          <a:prstGeom prst="rect">
            <a:avLst/>
          </a:prstGeom>
          <a:noFill/>
        </p:spPr>
        <p:txBody>
          <a:bodyPr wrap="square" rtlCol="0">
            <a:spAutoFit/>
          </a:bodyPr>
          <a:lstStyle>
            <a:defPPr>
              <a:defRPr lang="en-US"/>
            </a:defPPr>
            <a:lvl1pPr algn="ctr">
              <a:defRPr sz="16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Searchable database</a:t>
            </a:r>
          </a:p>
        </p:txBody>
      </p:sp>
      <p:cxnSp>
        <p:nvCxnSpPr>
          <p:cNvPr id="70" name="Straight Arrow Connector 69">
            <a:extLst>
              <a:ext uri="{FF2B5EF4-FFF2-40B4-BE49-F238E27FC236}">
                <a16:creationId xmlns:a16="http://schemas.microsoft.com/office/drawing/2014/main" id="{8D0AA7B5-3278-99BF-2418-96F7BB3300EE}"/>
              </a:ext>
            </a:extLst>
          </p:cNvPr>
          <p:cNvCxnSpPr>
            <a:cxnSpLocks/>
          </p:cNvCxnSpPr>
          <p:nvPr/>
        </p:nvCxnSpPr>
        <p:spPr>
          <a:xfrm>
            <a:off x="6770034" y="4422556"/>
            <a:ext cx="438912" cy="8572"/>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D289F5F-B4E0-3BC0-EB01-AC3BD1E1419B}"/>
              </a:ext>
            </a:extLst>
          </p:cNvPr>
          <p:cNvCxnSpPr>
            <a:cxnSpLocks/>
            <a:endCxn id="58" idx="1"/>
          </p:cNvCxnSpPr>
          <p:nvPr/>
        </p:nvCxnSpPr>
        <p:spPr>
          <a:xfrm>
            <a:off x="7496175" y="4434452"/>
            <a:ext cx="425145"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052A83-3EB7-E064-DAC6-2DDD4E99B681}"/>
              </a:ext>
            </a:extLst>
          </p:cNvPr>
          <p:cNvSpPr txBox="1"/>
          <p:nvPr/>
        </p:nvSpPr>
        <p:spPr>
          <a:xfrm>
            <a:off x="6748921" y="3580076"/>
            <a:ext cx="1165467"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Retrieved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contextual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28" name="Graphic 27" descr="Paper with solid fill">
            <a:extLst>
              <a:ext uri="{FF2B5EF4-FFF2-40B4-BE49-F238E27FC236}">
                <a16:creationId xmlns:a16="http://schemas.microsoft.com/office/drawing/2014/main" id="{5A3D8C7C-9B37-B892-CAE0-FD48F0B318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22093" y="5315260"/>
            <a:ext cx="426522" cy="426522"/>
          </a:xfrm>
          <a:prstGeom prst="rect">
            <a:avLst/>
          </a:prstGeom>
        </p:spPr>
      </p:pic>
      <p:pic>
        <p:nvPicPr>
          <p:cNvPr id="29" name="Graphic 28" descr="Paper with solid fill">
            <a:extLst>
              <a:ext uri="{FF2B5EF4-FFF2-40B4-BE49-F238E27FC236}">
                <a16:creationId xmlns:a16="http://schemas.microsoft.com/office/drawing/2014/main" id="{E2A155EA-BDE6-F6CA-5822-77FFF2227C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58931" y="5549184"/>
            <a:ext cx="426522" cy="426522"/>
          </a:xfrm>
          <a:prstGeom prst="rect">
            <a:avLst/>
          </a:prstGeom>
        </p:spPr>
      </p:pic>
      <p:pic>
        <p:nvPicPr>
          <p:cNvPr id="30" name="Graphic 29" descr="Paper with solid fill">
            <a:extLst>
              <a:ext uri="{FF2B5EF4-FFF2-40B4-BE49-F238E27FC236}">
                <a16:creationId xmlns:a16="http://schemas.microsoft.com/office/drawing/2014/main" id="{F3C1D304-45FD-E1F7-8C32-F90935767F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97702" y="5762445"/>
            <a:ext cx="426522" cy="426522"/>
          </a:xfrm>
          <a:prstGeom prst="rect">
            <a:avLst/>
          </a:prstGeom>
        </p:spPr>
      </p:pic>
      <p:cxnSp>
        <p:nvCxnSpPr>
          <p:cNvPr id="31" name="Straight Arrow Connector 30">
            <a:extLst>
              <a:ext uri="{FF2B5EF4-FFF2-40B4-BE49-F238E27FC236}">
                <a16:creationId xmlns:a16="http://schemas.microsoft.com/office/drawing/2014/main" id="{3577555A-979E-1245-8BE2-0FB0E3350499}"/>
              </a:ext>
            </a:extLst>
          </p:cNvPr>
          <p:cNvCxnSpPr>
            <a:cxnSpLocks/>
          </p:cNvCxnSpPr>
          <p:nvPr/>
        </p:nvCxnSpPr>
        <p:spPr>
          <a:xfrm flipV="1">
            <a:off x="3188931" y="4521816"/>
            <a:ext cx="2778493" cy="1243447"/>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D379BC4-572D-4B2D-B7B6-2AEE44A101B7}"/>
              </a:ext>
            </a:extLst>
          </p:cNvPr>
          <p:cNvSpPr txBox="1"/>
          <p:nvPr/>
        </p:nvSpPr>
        <p:spPr>
          <a:xfrm>
            <a:off x="324078" y="5292976"/>
            <a:ext cx="1828800" cy="923330"/>
          </a:xfrm>
          <a:prstGeom prst="rect">
            <a:avLst/>
          </a:prstGeom>
          <a:noFill/>
        </p:spPr>
        <p:txBody>
          <a:bodyPr wrap="square">
            <a:spAutoFit/>
          </a:bodyPr>
          <a:lstStyle>
            <a:defPPr>
              <a:defRPr lang="en-US"/>
            </a:defPPr>
            <a:lvl1pPr algn="ctr">
              <a:defRPr b="0">
                <a:latin typeface="Franklin Gothic Demi Cond" panose="020B07060304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Franklin Gothic Book"/>
                <a:ea typeface="+mn-ea"/>
                <a:cs typeface="+mn-cs"/>
              </a:rPr>
              <a:t>Dataset with task-</a:t>
            </a:r>
            <a:r>
              <a:rPr lang="en-US" b="1">
                <a:solidFill>
                  <a:srgbClr val="000000"/>
                </a:solidFill>
                <a:latin typeface="Franklin Gothic Book"/>
              </a:rPr>
              <a:t>specific </a:t>
            </a:r>
            <a:r>
              <a:rPr kumimoji="0" lang="en-US" sz="1800" b="1" i="0" u="none" strike="noStrike" kern="1200" cap="none" spc="0" normalizeH="0" baseline="0" noProof="0">
                <a:ln>
                  <a:noFill/>
                </a:ln>
                <a:solidFill>
                  <a:srgbClr val="000000"/>
                </a:solidFill>
                <a:effectLst/>
                <a:uLnTx/>
                <a:uFillTx/>
                <a:latin typeface="Franklin Gothic Book"/>
                <a:ea typeface="+mn-ea"/>
                <a:cs typeface="+mn-cs"/>
              </a:rPr>
              <a:t>information</a:t>
            </a:r>
          </a:p>
        </p:txBody>
      </p:sp>
      <p:pic>
        <p:nvPicPr>
          <p:cNvPr id="15" name="Graphic 14" descr="Paper with solid fill">
            <a:extLst>
              <a:ext uri="{FF2B5EF4-FFF2-40B4-BE49-F238E27FC236}">
                <a16:creationId xmlns:a16="http://schemas.microsoft.com/office/drawing/2014/main" id="{74130772-0C5F-4261-75EF-6243E04C89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8200" y="4280081"/>
            <a:ext cx="326910" cy="299902"/>
          </a:xfrm>
          <a:prstGeom prst="rect">
            <a:avLst/>
          </a:prstGeom>
        </p:spPr>
      </p:pic>
      <p:sp>
        <p:nvSpPr>
          <p:cNvPr id="9" name="TextBox 8">
            <a:extLst>
              <a:ext uri="{FF2B5EF4-FFF2-40B4-BE49-F238E27FC236}">
                <a16:creationId xmlns:a16="http://schemas.microsoft.com/office/drawing/2014/main" id="{2FE4C102-56B1-D4DD-4EC9-6706D4B89FF5}"/>
              </a:ext>
            </a:extLst>
          </p:cNvPr>
          <p:cNvSpPr txBox="1"/>
          <p:nvPr/>
        </p:nvSpPr>
        <p:spPr>
          <a:xfrm>
            <a:off x="4748437" y="3345304"/>
            <a:ext cx="1244600" cy="408623"/>
          </a:xfrm>
          <a:prstGeom prst="roundRect">
            <a:avLst/>
          </a:prstGeom>
          <a:solidFill>
            <a:schemeClr val="bg2">
              <a:lumMod val="50000"/>
            </a:scheme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ranklin Gothic Book"/>
                <a:ea typeface="+mn-ea"/>
                <a:cs typeface="+mn-cs"/>
              </a:rPr>
              <a:t>Guardrails</a:t>
            </a:r>
          </a:p>
        </p:txBody>
      </p:sp>
      <p:sp>
        <p:nvSpPr>
          <p:cNvPr id="19" name="TextBox 18">
            <a:extLst>
              <a:ext uri="{FF2B5EF4-FFF2-40B4-BE49-F238E27FC236}">
                <a16:creationId xmlns:a16="http://schemas.microsoft.com/office/drawing/2014/main" id="{45D0EE95-ADE0-EB54-38C0-8AC5E5C91B2A}"/>
              </a:ext>
            </a:extLst>
          </p:cNvPr>
          <p:cNvSpPr txBox="1"/>
          <p:nvPr/>
        </p:nvSpPr>
        <p:spPr>
          <a:xfrm>
            <a:off x="548491" y="1346379"/>
            <a:ext cx="10784527" cy="783193"/>
          </a:xfrm>
          <a:prstGeom prst="roundRect">
            <a:avLst/>
          </a:prstGeom>
          <a:solidFill>
            <a:schemeClr val="bg2">
              <a:lumMod val="50000"/>
            </a:schemeClr>
          </a:solidFill>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sz="2000" dirty="0">
                <a:solidFill>
                  <a:schemeClr val="bg2">
                    <a:lumMod val="20000"/>
                    <a:lumOff val="80000"/>
                  </a:schemeClr>
                </a:solidFill>
              </a:rPr>
              <a:t>A guardrail is often one or more LLMs that performs content filtering on </a:t>
            </a:r>
            <a:r>
              <a:rPr lang="en-US" sz="2000" b="1" dirty="0">
                <a:solidFill>
                  <a:schemeClr val="bg2">
                    <a:lumMod val="20000"/>
                    <a:lumOff val="80000"/>
                  </a:schemeClr>
                </a:solidFill>
              </a:rPr>
              <a:t>user inputs </a:t>
            </a:r>
            <a:r>
              <a:rPr lang="en-US" sz="2000" dirty="0">
                <a:solidFill>
                  <a:schemeClr val="bg2">
                    <a:lumMod val="20000"/>
                    <a:lumOff val="80000"/>
                  </a:schemeClr>
                </a:solidFill>
              </a:rPr>
              <a:t>(hate, explicit language, jailbreaks, etc.) and </a:t>
            </a:r>
            <a:r>
              <a:rPr lang="en-US" sz="2000" b="1" dirty="0">
                <a:solidFill>
                  <a:schemeClr val="bg2">
                    <a:lumMod val="20000"/>
                    <a:lumOff val="80000"/>
                  </a:schemeClr>
                </a:solidFill>
              </a:rPr>
              <a:t>model outputs </a:t>
            </a:r>
            <a:r>
              <a:rPr lang="en-US" sz="2000" dirty="0">
                <a:solidFill>
                  <a:schemeClr val="bg2">
                    <a:lumMod val="20000"/>
                    <a:lumOff val="80000"/>
                  </a:schemeClr>
                </a:solidFill>
              </a:rPr>
              <a:t>(appropriateness, format, quality, refusal cases)</a:t>
            </a:r>
          </a:p>
        </p:txBody>
      </p:sp>
      <p:cxnSp>
        <p:nvCxnSpPr>
          <p:cNvPr id="2" name="Straight Arrow Connector 1">
            <a:extLst>
              <a:ext uri="{FF2B5EF4-FFF2-40B4-BE49-F238E27FC236}">
                <a16:creationId xmlns:a16="http://schemas.microsoft.com/office/drawing/2014/main" id="{99D33C5D-15ED-7E2F-991D-1B65BDF78A11}"/>
              </a:ext>
            </a:extLst>
          </p:cNvPr>
          <p:cNvCxnSpPr>
            <a:cxnSpLocks/>
            <a:stCxn id="56" idx="0"/>
            <a:endCxn id="9" idx="2"/>
          </p:cNvCxnSpPr>
          <p:nvPr/>
        </p:nvCxnSpPr>
        <p:spPr>
          <a:xfrm flipV="1">
            <a:off x="4406901" y="3753927"/>
            <a:ext cx="963836" cy="464318"/>
          </a:xfrm>
          <a:prstGeom prst="straightConnector1">
            <a:avLst/>
          </a:prstGeom>
          <a:ln w="3810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D990927-CB0E-0510-4587-BB3D2370231D}"/>
              </a:ext>
            </a:extLst>
          </p:cNvPr>
          <p:cNvCxnSpPr>
            <a:cxnSpLocks/>
            <a:stCxn id="9" idx="2"/>
          </p:cNvCxnSpPr>
          <p:nvPr/>
        </p:nvCxnSpPr>
        <p:spPr>
          <a:xfrm>
            <a:off x="5370737" y="3753927"/>
            <a:ext cx="725263" cy="677201"/>
          </a:xfrm>
          <a:prstGeom prst="straightConnector1">
            <a:avLst/>
          </a:prstGeom>
          <a:ln w="3810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37F8476-D688-BC79-BBF4-96519AB1DD9F}"/>
              </a:ext>
            </a:extLst>
          </p:cNvPr>
          <p:cNvCxnSpPr>
            <a:cxnSpLocks/>
          </p:cNvCxnSpPr>
          <p:nvPr/>
        </p:nvCxnSpPr>
        <p:spPr>
          <a:xfrm flipH="1">
            <a:off x="3188931" y="3564977"/>
            <a:ext cx="1547418" cy="36269"/>
          </a:xfrm>
          <a:prstGeom prst="straightConnector1">
            <a:avLst/>
          </a:prstGeom>
          <a:ln w="3810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F73189F9-8553-406B-73D6-3DECF23F7B5E}"/>
              </a:ext>
            </a:extLst>
          </p:cNvPr>
          <p:cNvSpPr txBox="1"/>
          <p:nvPr/>
        </p:nvSpPr>
        <p:spPr>
          <a:xfrm>
            <a:off x="5799492" y="3727052"/>
            <a:ext cx="798946" cy="369332"/>
          </a:xfrm>
          <a:prstGeom prst="rect">
            <a:avLst/>
          </a:prstGeom>
          <a:noFill/>
        </p:spPr>
        <p:txBody>
          <a:bodyPr wrap="square">
            <a:spAutoFit/>
          </a:bodyPr>
          <a:lstStyle/>
          <a:p>
            <a:r>
              <a:rPr lang="en-US" dirty="0"/>
              <a:t>Pass</a:t>
            </a:r>
          </a:p>
        </p:txBody>
      </p:sp>
      <p:sp>
        <p:nvSpPr>
          <p:cNvPr id="48" name="TextBox 47">
            <a:extLst>
              <a:ext uri="{FF2B5EF4-FFF2-40B4-BE49-F238E27FC236}">
                <a16:creationId xmlns:a16="http://schemas.microsoft.com/office/drawing/2014/main" id="{5B17E20F-A58B-024E-275A-CEA8A9F2828D}"/>
              </a:ext>
            </a:extLst>
          </p:cNvPr>
          <p:cNvSpPr txBox="1"/>
          <p:nvPr/>
        </p:nvSpPr>
        <p:spPr>
          <a:xfrm>
            <a:off x="3268316" y="3614618"/>
            <a:ext cx="1413987" cy="369332"/>
          </a:xfrm>
          <a:prstGeom prst="rect">
            <a:avLst/>
          </a:prstGeom>
          <a:noFill/>
        </p:spPr>
        <p:txBody>
          <a:bodyPr wrap="square">
            <a:spAutoFit/>
          </a:bodyPr>
          <a:lstStyle/>
          <a:p>
            <a:r>
              <a:rPr lang="en-US" dirty="0"/>
              <a:t>Fail: Refusal</a:t>
            </a:r>
          </a:p>
        </p:txBody>
      </p:sp>
      <p:sp>
        <p:nvSpPr>
          <p:cNvPr id="53" name="TextBox 52">
            <a:extLst>
              <a:ext uri="{FF2B5EF4-FFF2-40B4-BE49-F238E27FC236}">
                <a16:creationId xmlns:a16="http://schemas.microsoft.com/office/drawing/2014/main" id="{D95B8BE2-C471-96BA-0719-0BF52B09FBF8}"/>
              </a:ext>
            </a:extLst>
          </p:cNvPr>
          <p:cNvSpPr txBox="1"/>
          <p:nvPr/>
        </p:nvSpPr>
        <p:spPr>
          <a:xfrm>
            <a:off x="9247127" y="3404936"/>
            <a:ext cx="1244600" cy="408623"/>
          </a:xfrm>
          <a:prstGeom prst="roundRect">
            <a:avLst/>
          </a:prstGeom>
          <a:solidFill>
            <a:schemeClr val="bg2">
              <a:lumMod val="50000"/>
            </a:scheme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Franklin Gothic Book"/>
                <a:ea typeface="+mn-ea"/>
                <a:cs typeface="+mn-cs"/>
              </a:rPr>
              <a:t>Guardrails</a:t>
            </a:r>
          </a:p>
        </p:txBody>
      </p:sp>
    </p:spTree>
    <p:extLst>
      <p:ext uri="{BB962C8B-B14F-4D97-AF65-F5344CB8AC3E}">
        <p14:creationId xmlns:p14="http://schemas.microsoft.com/office/powerpoint/2010/main" val="2286697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A633-456C-678D-80E3-79FE0287A1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FE7D5B-C153-F231-D6F3-A25E0D311DB5}"/>
              </a:ext>
            </a:extLst>
          </p:cNvPr>
          <p:cNvSpPr>
            <a:spLocks noGrp="1"/>
          </p:cNvSpPr>
          <p:nvPr>
            <p:ph sz="half" idx="1"/>
          </p:nvPr>
        </p:nvSpPr>
        <p:spPr>
          <a:xfrm>
            <a:off x="609600" y="1231900"/>
            <a:ext cx="10751128" cy="4394200"/>
          </a:xfrm>
        </p:spPr>
        <p:txBody>
          <a:bodyPr/>
          <a:lstStyle/>
          <a:p>
            <a:pPr marL="0" indent="0">
              <a:buNone/>
            </a:pPr>
            <a:r>
              <a:rPr lang="en-US" dirty="0">
                <a:hlinkClick r:id="rId2"/>
              </a:rPr>
              <a:t>https://github.com/andrewenvironmental/ace26-genai</a:t>
            </a:r>
            <a:endParaRPr lang="en-US" dirty="0"/>
          </a:p>
        </p:txBody>
      </p:sp>
      <p:pic>
        <p:nvPicPr>
          <p:cNvPr id="8" name="Content Placeholder 7">
            <a:extLst>
              <a:ext uri="{FF2B5EF4-FFF2-40B4-BE49-F238E27FC236}">
                <a16:creationId xmlns:a16="http://schemas.microsoft.com/office/drawing/2014/main" id="{1A49A8E8-3634-05BA-6334-3416309D7E7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32587" y="1782763"/>
            <a:ext cx="4394200" cy="4394200"/>
          </a:xfrm>
          <a:prstGeom prst="rect">
            <a:avLst/>
          </a:prstGeom>
        </p:spPr>
      </p:pic>
      <p:sp>
        <p:nvSpPr>
          <p:cNvPr id="4" name="Footer Placeholder 3">
            <a:extLst>
              <a:ext uri="{FF2B5EF4-FFF2-40B4-BE49-F238E27FC236}">
                <a16:creationId xmlns:a16="http://schemas.microsoft.com/office/drawing/2014/main" id="{B4224C7D-22FD-D923-E06A-9F782D2082E3}"/>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DFB51824-1B07-83AC-E676-54A4285700D3}"/>
              </a:ext>
            </a:extLst>
          </p:cNvPr>
          <p:cNvSpPr>
            <a:spLocks noGrp="1"/>
          </p:cNvSpPr>
          <p:nvPr>
            <p:ph type="sldNum" sz="quarter" idx="11"/>
          </p:nvPr>
        </p:nvSpPr>
        <p:spPr/>
        <p:txBody>
          <a:bodyPr/>
          <a:lstStyle/>
          <a:p>
            <a:fld id="{04E9CEDC-B5D7-4E9A-BA46-5FD30BEA372C}" type="slidenum">
              <a:rPr lang="en-US" smtClean="0"/>
              <a:pPr/>
              <a:t>20</a:t>
            </a:fld>
            <a:endParaRPr lang="en-US"/>
          </a:p>
        </p:txBody>
      </p:sp>
      <p:sp>
        <p:nvSpPr>
          <p:cNvPr id="6" name="Title 5">
            <a:extLst>
              <a:ext uri="{FF2B5EF4-FFF2-40B4-BE49-F238E27FC236}">
                <a16:creationId xmlns:a16="http://schemas.microsoft.com/office/drawing/2014/main" id="{31689417-E7E9-43CE-B639-57A0FD66AEDD}"/>
              </a:ext>
            </a:extLst>
          </p:cNvPr>
          <p:cNvSpPr>
            <a:spLocks noGrp="1"/>
          </p:cNvSpPr>
          <p:nvPr>
            <p:ph type="title"/>
          </p:nvPr>
        </p:nvSpPr>
        <p:spPr/>
        <p:txBody>
          <a:bodyPr/>
          <a:lstStyle/>
          <a:p>
            <a:r>
              <a:rPr lang="en-US" dirty="0"/>
              <a:t>GitHub to download activity guide</a:t>
            </a:r>
          </a:p>
        </p:txBody>
      </p:sp>
      <p:pic>
        <p:nvPicPr>
          <p:cNvPr id="10" name="Picture 9">
            <a:extLst>
              <a:ext uri="{FF2B5EF4-FFF2-40B4-BE49-F238E27FC236}">
                <a16:creationId xmlns:a16="http://schemas.microsoft.com/office/drawing/2014/main" id="{B4F332A1-AED2-CF0C-2969-B54BA7E7EA01}"/>
              </a:ext>
            </a:extLst>
          </p:cNvPr>
          <p:cNvPicPr>
            <a:picLocks noChangeAspect="1"/>
          </p:cNvPicPr>
          <p:nvPr/>
        </p:nvPicPr>
        <p:blipFill>
          <a:blip r:embed="rId4"/>
          <a:stretch>
            <a:fillRect/>
          </a:stretch>
        </p:blipFill>
        <p:spPr>
          <a:xfrm>
            <a:off x="1481568" y="2450040"/>
            <a:ext cx="3713019" cy="3176060"/>
          </a:xfrm>
          <a:prstGeom prst="rect">
            <a:avLst/>
          </a:prstGeom>
        </p:spPr>
      </p:pic>
      <p:sp>
        <p:nvSpPr>
          <p:cNvPr id="11" name="Arrow: Right 10">
            <a:extLst>
              <a:ext uri="{FF2B5EF4-FFF2-40B4-BE49-F238E27FC236}">
                <a16:creationId xmlns:a16="http://schemas.microsoft.com/office/drawing/2014/main" id="{6E2632A0-97DE-133A-1687-E2F7E97670BE}"/>
              </a:ext>
            </a:extLst>
          </p:cNvPr>
          <p:cNvSpPr/>
          <p:nvPr/>
        </p:nvSpPr>
        <p:spPr>
          <a:xfrm>
            <a:off x="609600" y="5221864"/>
            <a:ext cx="734291"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871EA23-9679-446F-39D9-34BDA5F59399}"/>
              </a:ext>
            </a:extLst>
          </p:cNvPr>
          <p:cNvSpPr txBox="1"/>
          <p:nvPr/>
        </p:nvSpPr>
        <p:spPr>
          <a:xfrm>
            <a:off x="6843743" y="5805215"/>
            <a:ext cx="4283044" cy="369332"/>
          </a:xfrm>
          <a:prstGeom prst="rect">
            <a:avLst/>
          </a:prstGeom>
          <a:noFill/>
        </p:spPr>
        <p:txBody>
          <a:bodyPr wrap="square" rtlCol="0">
            <a:spAutoFit/>
          </a:bodyPr>
          <a:lstStyle/>
          <a:p>
            <a:pPr algn="ctr"/>
            <a:r>
              <a:rPr lang="en-US" b="1" dirty="0">
                <a:solidFill>
                  <a:schemeClr val="accent1"/>
                </a:solidFill>
              </a:rPr>
              <a:t>Access Testing: ACE2026</a:t>
            </a:r>
          </a:p>
        </p:txBody>
      </p:sp>
    </p:spTree>
    <p:extLst>
      <p:ext uri="{BB962C8B-B14F-4D97-AF65-F5344CB8AC3E}">
        <p14:creationId xmlns:p14="http://schemas.microsoft.com/office/powerpoint/2010/main" val="2339242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D38F246-B1DA-9B11-5B5D-5B046F042E0E}"/>
              </a:ext>
            </a:extLst>
          </p:cNvPr>
          <p:cNvSpPr>
            <a:spLocks noGrp="1"/>
          </p:cNvSpPr>
          <p:nvPr>
            <p:ph idx="1"/>
          </p:nvPr>
        </p:nvSpPr>
        <p:spPr/>
        <p:txBody>
          <a:bodyPr>
            <a:normAutofit lnSpcReduction="10000"/>
          </a:bodyPr>
          <a:lstStyle/>
          <a:p>
            <a:r>
              <a:rPr lang="en-US" dirty="0"/>
              <a:t>What was challenging about this activity? Were you able to get the kinds of responses you desired?</a:t>
            </a:r>
          </a:p>
          <a:p>
            <a:r>
              <a:rPr lang="en-US" dirty="0"/>
              <a:t>What surprised you as you completed this activity? Did you have an understanding about LLMs that was changed after completing this activity?</a:t>
            </a:r>
          </a:p>
          <a:p>
            <a:r>
              <a:rPr lang="en-US" dirty="0"/>
              <a:t>What ideas does this inspire about how LLMs can be used to solve problems? How can we apply this technology and our knowledge from this activity/workshop?</a:t>
            </a:r>
          </a:p>
          <a:p>
            <a:r>
              <a:rPr lang="en-US" dirty="0"/>
              <a:t>How can we apply these techniques in complex data environments like the water field?</a:t>
            </a:r>
          </a:p>
        </p:txBody>
      </p:sp>
      <p:sp>
        <p:nvSpPr>
          <p:cNvPr id="5" name="Title 4">
            <a:extLst>
              <a:ext uri="{FF2B5EF4-FFF2-40B4-BE49-F238E27FC236}">
                <a16:creationId xmlns:a16="http://schemas.microsoft.com/office/drawing/2014/main" id="{BC113D3F-05F4-DE3A-9DAC-DBF31F61EC94}"/>
              </a:ext>
            </a:extLst>
          </p:cNvPr>
          <p:cNvSpPr>
            <a:spLocks noGrp="1"/>
          </p:cNvSpPr>
          <p:nvPr>
            <p:ph type="title"/>
          </p:nvPr>
        </p:nvSpPr>
        <p:spPr/>
        <p:txBody>
          <a:bodyPr/>
          <a:lstStyle/>
          <a:p>
            <a:r>
              <a:rPr lang="en-US" dirty="0"/>
              <a:t>Activity Reflection Questions</a:t>
            </a:r>
          </a:p>
        </p:txBody>
      </p:sp>
      <p:sp>
        <p:nvSpPr>
          <p:cNvPr id="6" name="Footer Placeholder 5">
            <a:extLst>
              <a:ext uri="{FF2B5EF4-FFF2-40B4-BE49-F238E27FC236}">
                <a16:creationId xmlns:a16="http://schemas.microsoft.com/office/drawing/2014/main" id="{E5F848BA-F41C-79C6-B910-769945E0AA87}"/>
              </a:ext>
            </a:extLst>
          </p:cNvPr>
          <p:cNvSpPr>
            <a:spLocks noGrp="1"/>
          </p:cNvSpPr>
          <p:nvPr>
            <p:ph type="ftr" sz="quarter" idx="10"/>
          </p:nvPr>
        </p:nvSpPr>
        <p:spPr/>
        <p:txBody>
          <a:bodyPr/>
          <a:lstStyle/>
          <a:p>
            <a:r>
              <a:rPr lang="en-US"/>
              <a:t>Brown and Caldwell</a:t>
            </a:r>
          </a:p>
        </p:txBody>
      </p:sp>
      <p:sp>
        <p:nvSpPr>
          <p:cNvPr id="7" name="Slide Number Placeholder 6">
            <a:extLst>
              <a:ext uri="{FF2B5EF4-FFF2-40B4-BE49-F238E27FC236}">
                <a16:creationId xmlns:a16="http://schemas.microsoft.com/office/drawing/2014/main" id="{157221EA-5B2A-684F-F3D8-AA9EC68E3373}"/>
              </a:ext>
            </a:extLst>
          </p:cNvPr>
          <p:cNvSpPr>
            <a:spLocks noGrp="1"/>
          </p:cNvSpPr>
          <p:nvPr>
            <p:ph type="sldNum" sz="quarter" idx="11"/>
          </p:nvPr>
        </p:nvSpPr>
        <p:spPr/>
        <p:txBody>
          <a:bodyPr/>
          <a:lstStyle/>
          <a:p>
            <a:fld id="{04E9CEDC-B5D7-4E9A-BA46-5FD30BEA372C}" type="slidenum">
              <a:rPr lang="en-US" smtClean="0"/>
              <a:pPr/>
              <a:t>21</a:t>
            </a:fld>
            <a:endParaRPr lang="en-US"/>
          </a:p>
        </p:txBody>
      </p:sp>
    </p:spTree>
    <p:extLst>
      <p:ext uri="{BB962C8B-B14F-4D97-AF65-F5344CB8AC3E}">
        <p14:creationId xmlns:p14="http://schemas.microsoft.com/office/powerpoint/2010/main" val="1172322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71450" y="0"/>
            <a:ext cx="12020550" cy="57150"/>
          </a:xfrm>
          <a:prstGeom prst="rect">
            <a:avLst/>
          </a:prstGeom>
          <a:solidFill>
            <a:srgbClr val="FAA41A"/>
          </a:solidFill>
          <a:ln/>
        </p:spPr>
        <p:txBody>
          <a:bodyPr/>
          <a:lstStyle/>
          <a:p>
            <a:endParaRPr lang="en-US"/>
          </a:p>
        </p:txBody>
      </p:sp>
      <p:pic>
        <p:nvPicPr>
          <p:cNvPr id="3" name="Image 0" descr="preencoded.png"/>
          <p:cNvPicPr>
            <a:picLocks noChangeAspect="1"/>
          </p:cNvPicPr>
          <p:nvPr/>
        </p:nvPicPr>
        <p:blipFill>
          <a:blip r:embed="rId3">
            <a:alphaModFix amt="55000"/>
          </a:blip>
          <a:srcRect/>
          <a:stretch/>
        </p:blipFill>
        <p:spPr>
          <a:xfrm>
            <a:off x="0" y="4733925"/>
            <a:ext cx="12192000" cy="2095500"/>
          </a:xfrm>
          <a:prstGeom prst="rect">
            <a:avLst/>
          </a:prstGeom>
        </p:spPr>
      </p:pic>
      <p:sp>
        <p:nvSpPr>
          <p:cNvPr id="4" name="Text 1"/>
          <p:cNvSpPr/>
          <p:nvPr/>
        </p:nvSpPr>
        <p:spPr>
          <a:xfrm>
            <a:off x="10100816" y="1047750"/>
            <a:ext cx="1233934" cy="346621"/>
          </a:xfrm>
          <a:prstGeom prst="rect">
            <a:avLst/>
          </a:prstGeom>
          <a:noFill/>
          <a:ln/>
        </p:spPr>
        <p:txBody>
          <a:bodyPr wrap="square" lIns="25400" tIns="25400" rIns="25400" bIns="25400" rtlCol="0" anchor="t">
            <a:normAutofit fontScale="92500" lnSpcReduction="20000"/>
          </a:bodyPr>
          <a:lstStyle/>
          <a:p>
            <a:pPr marL="0" indent="0" algn="r">
              <a:lnSpc>
                <a:spcPct val="90000"/>
              </a:lnSpc>
              <a:buNone/>
            </a:pPr>
            <a:r>
              <a:rPr lang="en-US" sz="2700" kern="0" spc="-27">
                <a:solidFill>
                  <a:srgbClr val="012060"/>
                </a:solidFill>
                <a:latin typeface="Segoe UI Light" pitchFamily="34" charset="0"/>
                <a:ea typeface="Segoe UI Light" pitchFamily="34" charset="-122"/>
                <a:cs typeface="Segoe UI Light" pitchFamily="34" charset="-120"/>
              </a:rPr>
              <a:t>Carollo</a:t>
            </a:r>
            <a:endParaRPr lang="en-US" sz="2700"/>
          </a:p>
        </p:txBody>
      </p:sp>
      <p:sp>
        <p:nvSpPr>
          <p:cNvPr id="5" name="Text 2"/>
          <p:cNvSpPr/>
          <p:nvPr/>
        </p:nvSpPr>
        <p:spPr>
          <a:xfrm>
            <a:off x="10100816" y="1394371"/>
            <a:ext cx="1233934" cy="266700"/>
          </a:xfrm>
          <a:prstGeom prst="rect">
            <a:avLst/>
          </a:prstGeom>
          <a:noFill/>
          <a:ln/>
        </p:spPr>
        <p:txBody>
          <a:bodyPr wrap="square" lIns="25400" tIns="25400" rIns="25400" bIns="25400" rtlCol="0" anchor="t">
            <a:normAutofit/>
          </a:bodyPr>
          <a:lstStyle/>
          <a:p>
            <a:pPr marL="0" indent="0" algn="r">
              <a:buNone/>
            </a:pPr>
            <a:r>
              <a:rPr lang="en-US" sz="1350" b="1" kern="0" spc="567">
                <a:solidFill>
                  <a:srgbClr val="003CB9"/>
                </a:solidFill>
                <a:latin typeface="Segoe UI" pitchFamily="34" charset="0"/>
                <a:ea typeface="Segoe UI" pitchFamily="34" charset="-122"/>
                <a:cs typeface="Segoe UI" pitchFamily="34" charset="-120"/>
              </a:rPr>
              <a:t>DIGITAL</a:t>
            </a:r>
            <a:endParaRPr lang="en-US" sz="1350"/>
          </a:p>
        </p:txBody>
      </p:sp>
      <p:sp>
        <p:nvSpPr>
          <p:cNvPr id="6" name="Shape 3"/>
          <p:cNvSpPr/>
          <p:nvPr/>
        </p:nvSpPr>
        <p:spPr>
          <a:xfrm>
            <a:off x="10763250" y="1718221"/>
            <a:ext cx="571500" cy="28575"/>
          </a:xfrm>
          <a:prstGeom prst="rect">
            <a:avLst/>
          </a:prstGeom>
          <a:solidFill>
            <a:srgbClr val="FAA41A"/>
          </a:solidFill>
          <a:ln/>
        </p:spPr>
        <p:txBody>
          <a:bodyPr/>
          <a:lstStyle/>
          <a:p>
            <a:endParaRPr lang="en-US"/>
          </a:p>
        </p:txBody>
      </p:sp>
      <p:sp>
        <p:nvSpPr>
          <p:cNvPr id="7" name="Text 4"/>
          <p:cNvSpPr/>
          <p:nvPr/>
        </p:nvSpPr>
        <p:spPr>
          <a:xfrm>
            <a:off x="857250" y="1238250"/>
            <a:ext cx="8142923" cy="180975"/>
          </a:xfrm>
          <a:prstGeom prst="rect">
            <a:avLst/>
          </a:prstGeom>
          <a:noFill/>
          <a:ln/>
        </p:spPr>
        <p:txBody>
          <a:bodyPr wrap="square" lIns="25400" tIns="25400" rIns="25400" bIns="25400" rtlCol="0" anchor="t">
            <a:normAutofit/>
          </a:bodyPr>
          <a:lstStyle/>
          <a:p>
            <a:pPr marL="0" indent="0" algn="l">
              <a:buNone/>
            </a:pPr>
            <a:r>
              <a:rPr lang="en-US" sz="825" b="1" kern="0" spc="206">
                <a:solidFill>
                  <a:srgbClr val="15A3EB"/>
                </a:solidFill>
                <a:latin typeface="Segoe UI" pitchFamily="34" charset="0"/>
                <a:ea typeface="Segoe UI" pitchFamily="34" charset="-122"/>
                <a:cs typeface="Segoe UI" pitchFamily="34" charset="-120"/>
              </a:rPr>
              <a:t>AWWA ACE 2026 </a:t>
            </a:r>
            <a:r>
              <a:rPr lang="en-US" sz="825" b="1" kern="0" spc="206">
                <a:solidFill>
                  <a:srgbClr val="FAA41A"/>
                </a:solidFill>
                <a:latin typeface="Segoe UI" pitchFamily="34" charset="0"/>
                <a:ea typeface="Segoe UI" pitchFamily="34" charset="-122"/>
                <a:cs typeface="Segoe UI" pitchFamily="34" charset="-120"/>
              </a:rPr>
              <a:t>● </a:t>
            </a:r>
            <a:r>
              <a:rPr lang="en-US" sz="825" b="1" kern="0" spc="206">
                <a:solidFill>
                  <a:srgbClr val="15A3EB"/>
                </a:solidFill>
                <a:latin typeface="Segoe UI" pitchFamily="34" charset="0"/>
                <a:ea typeface="Segoe UI" pitchFamily="34" charset="-122"/>
                <a:cs typeface="Segoe UI" pitchFamily="34" charset="-120"/>
              </a:rPr>
              <a:t>PCW06 · ML / AI FOR WATER</a:t>
            </a:r>
            <a:endParaRPr lang="en-US" sz="825"/>
          </a:p>
        </p:txBody>
      </p:sp>
      <p:sp>
        <p:nvSpPr>
          <p:cNvPr id="8" name="Text 5"/>
          <p:cNvSpPr/>
          <p:nvPr/>
        </p:nvSpPr>
        <p:spPr>
          <a:xfrm>
            <a:off x="857250" y="1590675"/>
            <a:ext cx="8044815" cy="1478012"/>
          </a:xfrm>
          <a:prstGeom prst="rect">
            <a:avLst/>
          </a:prstGeom>
          <a:noFill/>
          <a:ln/>
        </p:spPr>
        <p:txBody>
          <a:bodyPr wrap="square" lIns="25400" tIns="25400" rIns="25400" bIns="25400" rtlCol="0" anchor="t">
            <a:normAutofit/>
          </a:bodyPr>
          <a:lstStyle/>
          <a:p>
            <a:pPr marL="0" indent="0" algn="l">
              <a:lnSpc>
                <a:spcPct val="105000"/>
              </a:lnSpc>
              <a:buNone/>
            </a:pPr>
            <a:r>
              <a:rPr lang="en-US" sz="3600" kern="0" spc="-36">
                <a:solidFill>
                  <a:srgbClr val="012060"/>
                </a:solidFill>
                <a:latin typeface="Segoe UI Light" pitchFamily="34" charset="0"/>
                <a:ea typeface="Segoe UI Light" pitchFamily="34" charset="-122"/>
                <a:cs typeface="Segoe UI Light" pitchFamily="34" charset="-120"/>
              </a:rPr>
              <a:t>From </a:t>
            </a:r>
            <a:r>
              <a:rPr lang="en-US" sz="3600" i="1" kern="0" spc="-36">
                <a:solidFill>
                  <a:srgbClr val="012060"/>
                </a:solidFill>
                <a:latin typeface="Segoe UI Light" pitchFamily="34" charset="0"/>
                <a:ea typeface="Segoe UI Light" pitchFamily="34" charset="-122"/>
                <a:cs typeface="Segoe UI Light" pitchFamily="34" charset="-120"/>
              </a:rPr>
              <a:t>RAG </a:t>
            </a:r>
            <a:r>
              <a:rPr lang="en-US" sz="3600" kern="0" spc="-36">
                <a:solidFill>
                  <a:srgbClr val="012060"/>
                </a:solidFill>
                <a:latin typeface="Segoe UI Light" pitchFamily="34" charset="0"/>
                <a:ea typeface="Segoe UI Light" pitchFamily="34" charset="-122"/>
                <a:cs typeface="Segoe UI Light" pitchFamily="34" charset="-120"/>
              </a:rPr>
              <a:t>to </a:t>
            </a:r>
            <a:r>
              <a:rPr lang="en-US" sz="3600" b="1" kern="0" spc="-36">
                <a:solidFill>
                  <a:srgbClr val="012060"/>
                </a:solidFill>
                <a:latin typeface="Segoe UI Light" pitchFamily="34" charset="0"/>
                <a:ea typeface="Segoe UI Light" pitchFamily="34" charset="-122"/>
                <a:cs typeface="Segoe UI Light" pitchFamily="34" charset="-120"/>
              </a:rPr>
              <a:t>Agents </a:t>
            </a:r>
            <a:r>
              <a:rPr lang="en-US" sz="3600" kern="0" spc="-36">
                <a:solidFill>
                  <a:srgbClr val="012060"/>
                </a:solidFill>
                <a:latin typeface="Segoe UI Light" pitchFamily="34" charset="0"/>
                <a:ea typeface="Segoe UI Light" pitchFamily="34" charset="-122"/>
                <a:cs typeface="Segoe UI Light" pitchFamily="34" charset="-120"/>
              </a:rPr>
              <a:t>How AI goes from </a:t>
            </a:r>
            <a:r>
              <a:rPr lang="en-US" sz="3600" b="1" i="1" kern="0" spc="-36">
                <a:solidFill>
                  <a:srgbClr val="003CB9"/>
                </a:solidFill>
                <a:latin typeface="Segoe UI Light" pitchFamily="34" charset="0"/>
                <a:ea typeface="Segoe UI Light" pitchFamily="34" charset="-122"/>
                <a:cs typeface="Segoe UI Light" pitchFamily="34" charset="-120"/>
              </a:rPr>
              <a:t>answering questions </a:t>
            </a:r>
            <a:r>
              <a:rPr lang="en-US" sz="3600" kern="0" spc="-36">
                <a:solidFill>
                  <a:srgbClr val="012060"/>
                </a:solidFill>
                <a:latin typeface="Segoe UI Light" pitchFamily="34" charset="0"/>
                <a:ea typeface="Segoe UI Light" pitchFamily="34" charset="-122"/>
                <a:cs typeface="Segoe UI Light" pitchFamily="34" charset="-120"/>
              </a:rPr>
              <a:t>to doing </a:t>
            </a:r>
            <a:r>
              <a:rPr lang="en-US" sz="3600" b="1" kern="0" spc="-36">
                <a:solidFill>
                  <a:srgbClr val="012060"/>
                </a:solidFill>
                <a:latin typeface="Segoe UI Light" pitchFamily="34" charset="0"/>
                <a:ea typeface="Segoe UI Light" pitchFamily="34" charset="-122"/>
                <a:cs typeface="Segoe UI Light" pitchFamily="34" charset="-120"/>
              </a:rPr>
              <a:t>real work.</a:t>
            </a:r>
            <a:endParaRPr lang="en-US" sz="3600"/>
          </a:p>
        </p:txBody>
      </p:sp>
      <p:sp>
        <p:nvSpPr>
          <p:cNvPr id="9" name="Shape 6"/>
          <p:cNvSpPr/>
          <p:nvPr/>
        </p:nvSpPr>
        <p:spPr>
          <a:xfrm>
            <a:off x="857250" y="3221087"/>
            <a:ext cx="685800" cy="38100"/>
          </a:xfrm>
          <a:prstGeom prst="rect">
            <a:avLst/>
          </a:prstGeom>
          <a:solidFill>
            <a:srgbClr val="FAA41A"/>
          </a:solidFill>
          <a:ln/>
        </p:spPr>
        <p:txBody>
          <a:bodyPr/>
          <a:lstStyle/>
          <a:p>
            <a:endParaRPr lang="en-US"/>
          </a:p>
        </p:txBody>
      </p:sp>
      <p:sp>
        <p:nvSpPr>
          <p:cNvPr id="10" name="Text 7"/>
          <p:cNvSpPr/>
          <p:nvPr/>
        </p:nvSpPr>
        <p:spPr>
          <a:xfrm>
            <a:off x="857250" y="3411587"/>
            <a:ext cx="6671310" cy="479822"/>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200" b="1" kern="0" spc="6">
                <a:solidFill>
                  <a:srgbClr val="003CB9"/>
                </a:solidFill>
                <a:latin typeface="Segoe UI" pitchFamily="34" charset="0"/>
                <a:ea typeface="Segoe UI" pitchFamily="34" charset="-122"/>
                <a:cs typeface="Segoe UI" pitchFamily="34" charset="-120"/>
              </a:rPr>
              <a:t>A 10-minute concepts session, then a hands-on activity with a stormwater inspection QC tool.</a:t>
            </a:r>
            <a:endParaRPr lang="en-US" sz="1200"/>
          </a:p>
        </p:txBody>
      </p:sp>
      <p:sp>
        <p:nvSpPr>
          <p:cNvPr id="11" name="Shape 8"/>
          <p:cNvSpPr/>
          <p:nvPr/>
        </p:nvSpPr>
        <p:spPr>
          <a:xfrm>
            <a:off x="857250" y="5591175"/>
            <a:ext cx="9429750" cy="600075"/>
          </a:xfrm>
          <a:prstGeom prst="rect">
            <a:avLst/>
          </a:prstGeom>
          <a:solidFill>
            <a:srgbClr val="FFFFFF">
              <a:alpha val="92000"/>
            </a:srgbClr>
          </a:solidFill>
          <a:ln/>
        </p:spPr>
        <p:txBody>
          <a:bodyPr/>
          <a:lstStyle/>
          <a:p>
            <a:endParaRPr lang="en-US"/>
          </a:p>
        </p:txBody>
      </p:sp>
      <p:sp>
        <p:nvSpPr>
          <p:cNvPr id="12" name="Shape 9"/>
          <p:cNvSpPr/>
          <p:nvPr/>
        </p:nvSpPr>
        <p:spPr>
          <a:xfrm>
            <a:off x="857250" y="5591175"/>
            <a:ext cx="9429750" cy="9525"/>
          </a:xfrm>
          <a:prstGeom prst="rect">
            <a:avLst/>
          </a:prstGeom>
          <a:solidFill>
            <a:srgbClr val="D5DDEE"/>
          </a:solidFill>
          <a:ln/>
        </p:spPr>
        <p:txBody>
          <a:bodyPr/>
          <a:lstStyle/>
          <a:p>
            <a:endParaRPr lang="en-US"/>
          </a:p>
        </p:txBody>
      </p:sp>
      <p:sp>
        <p:nvSpPr>
          <p:cNvPr id="13" name="Text 10"/>
          <p:cNvSpPr/>
          <p:nvPr/>
        </p:nvSpPr>
        <p:spPr>
          <a:xfrm>
            <a:off x="857250" y="5734050"/>
            <a:ext cx="1178868" cy="171450"/>
          </a:xfrm>
          <a:prstGeom prst="rect">
            <a:avLst/>
          </a:prstGeom>
          <a:noFill/>
          <a:ln/>
        </p:spPr>
        <p:txBody>
          <a:bodyPr wrap="square" lIns="25400" tIns="25400" rIns="25400" bIns="25400" rtlCol="0" anchor="t">
            <a:normAutofit/>
          </a:bodyPr>
          <a:lstStyle/>
          <a:p>
            <a:pPr marL="0" indent="0" algn="l">
              <a:buNone/>
            </a:pPr>
            <a:r>
              <a:rPr lang="en-US" sz="750" b="1" kern="0" spc="188">
                <a:solidFill>
                  <a:srgbClr val="003CB9">
                    <a:alpha val="70000"/>
                  </a:srgbClr>
                </a:solidFill>
                <a:latin typeface="Segoe UI" pitchFamily="34" charset="0"/>
                <a:ea typeface="Segoe UI" pitchFamily="34" charset="-122"/>
                <a:cs typeface="Segoe UI" pitchFamily="34" charset="-120"/>
              </a:rPr>
              <a:t>PRESENTER</a:t>
            </a:r>
            <a:endParaRPr lang="en-US" sz="750"/>
          </a:p>
        </p:txBody>
      </p:sp>
      <p:sp>
        <p:nvSpPr>
          <p:cNvPr id="14" name="Text 11"/>
          <p:cNvSpPr/>
          <p:nvPr/>
        </p:nvSpPr>
        <p:spPr>
          <a:xfrm>
            <a:off x="857250" y="5905499"/>
            <a:ext cx="1242864" cy="566291"/>
          </a:xfrm>
          <a:prstGeom prst="rect">
            <a:avLst/>
          </a:prstGeom>
          <a:noFill/>
          <a:ln/>
        </p:spPr>
        <p:txBody>
          <a:bodyPr wrap="square" lIns="25400" tIns="25400" rIns="25400" bIns="25400" rtlCol="0" anchor="t">
            <a:normAutofit/>
          </a:bodyPr>
          <a:lstStyle/>
          <a:p>
            <a:pPr marL="0" indent="0" algn="l">
              <a:buNone/>
            </a:pPr>
            <a:r>
              <a:rPr lang="en-US" sz="1100" b="1">
                <a:solidFill>
                  <a:srgbClr val="012060"/>
                </a:solidFill>
                <a:latin typeface="Segoe UI" pitchFamily="34" charset="0"/>
                <a:ea typeface="Segoe UI" pitchFamily="34" charset="-122"/>
                <a:cs typeface="Segoe UI" pitchFamily="34" charset="-120"/>
              </a:rPr>
              <a:t>Yoko Koyama, PE</a:t>
            </a:r>
          </a:p>
          <a:p>
            <a:pPr marL="0" indent="0" algn="l">
              <a:buNone/>
            </a:pPr>
            <a:r>
              <a:rPr lang="en-US" sz="1100" b="1">
                <a:solidFill>
                  <a:srgbClr val="012060"/>
                </a:solidFill>
                <a:latin typeface="Segoe UI" pitchFamily="34" charset="0"/>
                <a:cs typeface="Segoe UI" pitchFamily="34" charset="-120"/>
              </a:rPr>
              <a:t>Craig Jariz, PE</a:t>
            </a:r>
            <a:endParaRPr lang="en-US" sz="1100"/>
          </a:p>
        </p:txBody>
      </p:sp>
      <p:sp>
        <p:nvSpPr>
          <p:cNvPr id="15" name="Text 12"/>
          <p:cNvSpPr/>
          <p:nvPr/>
        </p:nvSpPr>
        <p:spPr>
          <a:xfrm>
            <a:off x="2417118" y="5734050"/>
            <a:ext cx="1206996" cy="171450"/>
          </a:xfrm>
          <a:prstGeom prst="rect">
            <a:avLst/>
          </a:prstGeom>
          <a:noFill/>
          <a:ln/>
        </p:spPr>
        <p:txBody>
          <a:bodyPr wrap="square" lIns="25400" tIns="25400" rIns="25400" bIns="25400" rtlCol="0" anchor="t">
            <a:normAutofit/>
          </a:bodyPr>
          <a:lstStyle/>
          <a:p>
            <a:pPr marL="0" indent="0" algn="l">
              <a:buNone/>
            </a:pPr>
            <a:r>
              <a:rPr lang="en-US" sz="750" b="1" kern="0" spc="188">
                <a:solidFill>
                  <a:srgbClr val="003CB9">
                    <a:alpha val="70000"/>
                  </a:srgbClr>
                </a:solidFill>
                <a:latin typeface="Segoe UI" pitchFamily="34" charset="0"/>
                <a:ea typeface="Segoe UI" pitchFamily="34" charset="-122"/>
                <a:cs typeface="Segoe UI" pitchFamily="34" charset="-120"/>
              </a:rPr>
              <a:t>AFFILIATION</a:t>
            </a:r>
            <a:endParaRPr lang="en-US" sz="750"/>
          </a:p>
        </p:txBody>
      </p:sp>
      <p:sp>
        <p:nvSpPr>
          <p:cNvPr id="16" name="Text 13"/>
          <p:cNvSpPr/>
          <p:nvPr/>
        </p:nvSpPr>
        <p:spPr>
          <a:xfrm>
            <a:off x="2417118" y="5905500"/>
            <a:ext cx="1206996" cy="228600"/>
          </a:xfrm>
          <a:prstGeom prst="rect">
            <a:avLst/>
          </a:prstGeom>
          <a:noFill/>
          <a:ln/>
        </p:spPr>
        <p:txBody>
          <a:bodyPr wrap="square" lIns="25400" tIns="25400" rIns="25400" bIns="25400" rtlCol="0" anchor="t">
            <a:normAutofit fontScale="92500"/>
          </a:bodyPr>
          <a:lstStyle/>
          <a:p>
            <a:pPr marL="0" indent="0" algn="l">
              <a:buNone/>
            </a:pPr>
            <a:r>
              <a:rPr lang="en-US" sz="1125" b="1">
                <a:solidFill>
                  <a:srgbClr val="012060"/>
                </a:solidFill>
                <a:latin typeface="Segoe UI" pitchFamily="34" charset="0"/>
                <a:ea typeface="Segoe UI" pitchFamily="34" charset="-122"/>
                <a:cs typeface="Segoe UI" pitchFamily="34" charset="-120"/>
              </a:rPr>
              <a:t>Carollo Engineers</a:t>
            </a:r>
            <a:endParaRPr lang="en-US" sz="1125"/>
          </a:p>
        </p:txBody>
      </p:sp>
      <p:sp>
        <p:nvSpPr>
          <p:cNvPr id="17" name="Text 14"/>
          <p:cNvSpPr/>
          <p:nvPr/>
        </p:nvSpPr>
        <p:spPr>
          <a:xfrm>
            <a:off x="4005114" y="5734050"/>
            <a:ext cx="2172891" cy="171450"/>
          </a:xfrm>
          <a:prstGeom prst="rect">
            <a:avLst/>
          </a:prstGeom>
          <a:noFill/>
          <a:ln/>
        </p:spPr>
        <p:txBody>
          <a:bodyPr wrap="square" lIns="25400" tIns="25400" rIns="25400" bIns="25400" rtlCol="0" anchor="t">
            <a:normAutofit/>
          </a:bodyPr>
          <a:lstStyle/>
          <a:p>
            <a:pPr marL="0" indent="0" algn="l">
              <a:buNone/>
            </a:pPr>
            <a:r>
              <a:rPr lang="en-US" sz="750" b="1" kern="0" spc="188">
                <a:solidFill>
                  <a:srgbClr val="003CB9">
                    <a:alpha val="70000"/>
                  </a:srgbClr>
                </a:solidFill>
                <a:latin typeface="Segoe UI" pitchFamily="34" charset="0"/>
                <a:ea typeface="Segoe UI" pitchFamily="34" charset="-122"/>
                <a:cs typeface="Segoe UI" pitchFamily="34" charset="-120"/>
              </a:rPr>
              <a:t>DURATION</a:t>
            </a:r>
            <a:endParaRPr lang="en-US" sz="750"/>
          </a:p>
        </p:txBody>
      </p:sp>
      <p:sp>
        <p:nvSpPr>
          <p:cNvPr id="18" name="Text 15"/>
          <p:cNvSpPr/>
          <p:nvPr/>
        </p:nvSpPr>
        <p:spPr>
          <a:xfrm>
            <a:off x="4005114" y="5905500"/>
            <a:ext cx="2911501" cy="228600"/>
          </a:xfrm>
          <a:prstGeom prst="rect">
            <a:avLst/>
          </a:prstGeom>
          <a:noFill/>
          <a:ln/>
        </p:spPr>
        <p:txBody>
          <a:bodyPr wrap="square" lIns="25400" tIns="25400" rIns="25400" bIns="25400" rtlCol="0" anchor="t">
            <a:normAutofit/>
          </a:bodyPr>
          <a:lstStyle/>
          <a:p>
            <a:pPr marL="0" indent="0" algn="l">
              <a:buNone/>
            </a:pPr>
            <a:r>
              <a:rPr lang="en-US" sz="1125" b="1">
                <a:solidFill>
                  <a:srgbClr val="012060"/>
                </a:solidFill>
                <a:latin typeface="Segoe UI" pitchFamily="34" charset="0"/>
                <a:ea typeface="Segoe UI" pitchFamily="34" charset="-122"/>
                <a:cs typeface="Segoe UI" pitchFamily="34" charset="-120"/>
              </a:rPr>
              <a:t>~10 min · Concepts → Hands-On</a:t>
            </a:r>
            <a:endParaRPr lang="en-US" sz="1125"/>
          </a:p>
        </p:txBody>
      </p:sp>
      <p:sp>
        <p:nvSpPr>
          <p:cNvPr id="19" name="Text 16"/>
          <p:cNvSpPr/>
          <p:nvPr/>
        </p:nvSpPr>
        <p:spPr>
          <a:xfrm>
            <a:off x="400050" y="6505575"/>
            <a:ext cx="515243"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9AA4BD"/>
                </a:solidFill>
                <a:latin typeface="Arial Narrow" pitchFamily="34" charset="0"/>
                <a:ea typeface="Arial Narrow" pitchFamily="34" charset="-122"/>
                <a:cs typeface="Arial Narrow" pitchFamily="34" charset="-120"/>
              </a:rPr>
              <a:t>01 / 08</a:t>
            </a:r>
            <a:endParaRPr lang="en-US" sz="750"/>
          </a:p>
        </p:txBody>
      </p:sp>
      <p:sp>
        <p:nvSpPr>
          <p:cNvPr id="20" name="Text 17"/>
          <p:cNvSpPr/>
          <p:nvPr/>
        </p:nvSpPr>
        <p:spPr>
          <a:xfrm>
            <a:off x="10534352" y="6524625"/>
            <a:ext cx="662434"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003CB9"/>
                </a:solidFill>
                <a:latin typeface="Arial Narrow" pitchFamily="34" charset="0"/>
                <a:ea typeface="Arial Narrow" pitchFamily="34" charset="-122"/>
                <a:cs typeface="Arial Narrow" pitchFamily="34" charset="-120"/>
              </a:rPr>
              <a:t>CAROLLO</a:t>
            </a:r>
            <a:endParaRPr lang="en-US" sz="750"/>
          </a:p>
        </p:txBody>
      </p:sp>
      <p:sp>
        <p:nvSpPr>
          <p:cNvPr id="21" name="Text 18"/>
          <p:cNvSpPr/>
          <p:nvPr/>
        </p:nvSpPr>
        <p:spPr>
          <a:xfrm>
            <a:off x="11196786" y="6524625"/>
            <a:ext cx="126504"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15A3EB"/>
                </a:solidFill>
                <a:latin typeface="Arial Narrow" pitchFamily="34" charset="0"/>
                <a:ea typeface="Arial Narrow" pitchFamily="34" charset="-122"/>
                <a:cs typeface="Arial Narrow" pitchFamily="34" charset="-120"/>
              </a:rPr>
              <a:t>/</a:t>
            </a:r>
            <a:endParaRPr lang="en-US" sz="750"/>
          </a:p>
        </p:txBody>
      </p:sp>
      <p:sp>
        <p:nvSpPr>
          <p:cNvPr id="22" name="Text 19"/>
          <p:cNvSpPr/>
          <p:nvPr/>
        </p:nvSpPr>
        <p:spPr>
          <a:xfrm>
            <a:off x="11323290" y="6524625"/>
            <a:ext cx="582960"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15A3EB"/>
                </a:solidFill>
                <a:latin typeface="Arial Narrow" pitchFamily="34" charset="0"/>
                <a:ea typeface="Arial Narrow" pitchFamily="34" charset="-122"/>
                <a:cs typeface="Arial Narrow" pitchFamily="34" charset="-120"/>
              </a:rPr>
              <a:t>DIGITAL</a:t>
            </a:r>
            <a:endParaRPr lang="en-US" sz="750"/>
          </a:p>
        </p:txBody>
      </p:sp>
      <p:sp>
        <p:nvSpPr>
          <p:cNvPr id="23" name="Text 10">
            <a:extLst>
              <a:ext uri="{FF2B5EF4-FFF2-40B4-BE49-F238E27FC236}">
                <a16:creationId xmlns:a16="http://schemas.microsoft.com/office/drawing/2014/main" id="{BD71505A-17FC-E078-3668-6C2BB745308D}"/>
              </a:ext>
            </a:extLst>
          </p:cNvPr>
          <p:cNvSpPr/>
          <p:nvPr/>
        </p:nvSpPr>
        <p:spPr>
          <a:xfrm>
            <a:off x="6722696" y="5727211"/>
            <a:ext cx="1334966" cy="281109"/>
          </a:xfrm>
          <a:prstGeom prst="rect">
            <a:avLst/>
          </a:prstGeom>
          <a:noFill/>
          <a:ln/>
        </p:spPr>
        <p:txBody>
          <a:bodyPr wrap="square" lIns="25400" tIns="25400" rIns="25400" bIns="25400" rtlCol="0" anchor="t">
            <a:normAutofit/>
          </a:bodyPr>
          <a:lstStyle/>
          <a:p>
            <a:pPr marL="0" indent="0" algn="l">
              <a:buNone/>
            </a:pPr>
            <a:r>
              <a:rPr lang="en-US" sz="750" b="1" kern="0" spc="188">
                <a:solidFill>
                  <a:srgbClr val="003CB9">
                    <a:alpha val="70000"/>
                  </a:srgbClr>
                </a:solidFill>
                <a:latin typeface="Segoe UI" pitchFamily="34" charset="0"/>
                <a:ea typeface="Segoe UI" pitchFamily="34" charset="-122"/>
                <a:cs typeface="Segoe UI" pitchFamily="34" charset="-120"/>
              </a:rPr>
              <a:t>Acknowledgement</a:t>
            </a:r>
            <a:endParaRPr lang="en-US" sz="750"/>
          </a:p>
        </p:txBody>
      </p:sp>
      <p:sp>
        <p:nvSpPr>
          <p:cNvPr id="25" name="TextBox 24">
            <a:extLst>
              <a:ext uri="{FF2B5EF4-FFF2-40B4-BE49-F238E27FC236}">
                <a16:creationId xmlns:a16="http://schemas.microsoft.com/office/drawing/2014/main" id="{1332DC91-D92B-D2DF-5958-E900CC32315F}"/>
              </a:ext>
            </a:extLst>
          </p:cNvPr>
          <p:cNvSpPr txBox="1"/>
          <p:nvPr/>
        </p:nvSpPr>
        <p:spPr>
          <a:xfrm>
            <a:off x="6633250" y="5902881"/>
            <a:ext cx="6129273" cy="261610"/>
          </a:xfrm>
          <a:prstGeom prst="rect">
            <a:avLst/>
          </a:prstGeom>
          <a:noFill/>
        </p:spPr>
        <p:txBody>
          <a:bodyPr wrap="square">
            <a:spAutoFit/>
          </a:bodyPr>
          <a:lstStyle/>
          <a:p>
            <a:r>
              <a:rPr lang="en-US" sz="1100" b="1">
                <a:solidFill>
                  <a:srgbClr val="012060"/>
                </a:solidFill>
                <a:latin typeface="Segoe UI" pitchFamily="34" charset="0"/>
                <a:cs typeface="Segoe UI" pitchFamily="34" charset="-120"/>
              </a:rPr>
              <a:t>Nive Venkat, PE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762000" y="457200"/>
            <a:ext cx="10791825"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kern="0" spc="-30">
                <a:solidFill>
                  <a:srgbClr val="012060"/>
                </a:solidFill>
                <a:latin typeface="Segoe UI Light" pitchFamily="34" charset="0"/>
                <a:ea typeface="Segoe UI Light" pitchFamily="34" charset="-122"/>
                <a:cs typeface="Segoe UI Light" pitchFamily="34" charset="-120"/>
              </a:rPr>
              <a:t>RAG </a:t>
            </a:r>
            <a:r>
              <a:rPr lang="en-US" sz="3000" kern="0" spc="-30">
                <a:solidFill>
                  <a:srgbClr val="012060"/>
                </a:solidFill>
                <a:latin typeface="Segoe UI Light" pitchFamily="34" charset="0"/>
                <a:ea typeface="Segoe UI Light" pitchFamily="34" charset="-122"/>
                <a:cs typeface="Segoe UI Light" pitchFamily="34" charset="-120"/>
              </a:rPr>
              <a:t>Flow </a:t>
            </a:r>
            <a:r>
              <a:rPr lang="en-US" sz="1350" kern="0" spc="-30">
                <a:solidFill>
                  <a:srgbClr val="9AA4BD"/>
                </a:solidFill>
                <a:latin typeface="Segoe UI Light" pitchFamily="34" charset="0"/>
                <a:ea typeface="Segoe UI Light" pitchFamily="34" charset="-122"/>
                <a:cs typeface="Segoe UI Light" pitchFamily="34" charset="-120"/>
              </a:rPr>
              <a:t>— </a:t>
            </a:r>
            <a:r>
              <a:rPr lang="en-US" sz="3000" kern="0" spc="-30">
                <a:solidFill>
                  <a:srgbClr val="9AA4BD"/>
                </a:solidFill>
                <a:latin typeface="Segoe UI Light" pitchFamily="34" charset="0"/>
                <a:ea typeface="Segoe UI Light" pitchFamily="34" charset="-122"/>
                <a:cs typeface="Segoe UI Light" pitchFamily="34" charset="-120"/>
              </a:rPr>
              <a:t>answers questions based on your documents only!</a:t>
            </a:r>
            <a:endParaRPr lang="en-US" sz="3000"/>
          </a:p>
        </p:txBody>
      </p:sp>
      <p:grpSp>
        <p:nvGrpSpPr>
          <p:cNvPr id="5" name="Group 4">
            <a:extLst>
              <a:ext uri="{FF2B5EF4-FFF2-40B4-BE49-F238E27FC236}">
                <a16:creationId xmlns:a16="http://schemas.microsoft.com/office/drawing/2014/main" id="{717A9ABE-F6CC-54A0-74A1-59261ABC5455}"/>
              </a:ext>
            </a:extLst>
          </p:cNvPr>
          <p:cNvGrpSpPr/>
          <p:nvPr/>
        </p:nvGrpSpPr>
        <p:grpSpPr>
          <a:xfrm>
            <a:off x="980144" y="1252806"/>
            <a:ext cx="2325548" cy="963861"/>
            <a:chOff x="1316538" y="1409276"/>
            <a:chExt cx="2012441" cy="727835"/>
          </a:xfrm>
        </p:grpSpPr>
        <p:sp>
          <p:nvSpPr>
            <p:cNvPr id="13" name="Shape 11"/>
            <p:cNvSpPr/>
            <p:nvPr/>
          </p:nvSpPr>
          <p:spPr>
            <a:xfrm>
              <a:off x="1316538" y="1409276"/>
              <a:ext cx="1988663" cy="727835"/>
            </a:xfrm>
            <a:prstGeom prst="roundRect">
              <a:avLst>
                <a:gd name="adj" fmla="val 13716"/>
              </a:avLst>
            </a:prstGeom>
            <a:solidFill>
              <a:srgbClr val="F4F4F7"/>
            </a:solidFill>
            <a:ln w="9525">
              <a:solidFill>
                <a:srgbClr val="D9D9E2"/>
              </a:solidFill>
              <a:prstDash val="solid"/>
            </a:ln>
          </p:spPr>
          <p:txBody>
            <a:bodyPr/>
            <a:lstStyle/>
            <a:p>
              <a:endParaRPr lang="en-US"/>
            </a:p>
          </p:txBody>
        </p:sp>
        <p:sp>
          <p:nvSpPr>
            <p:cNvPr id="14" name="Text 12"/>
            <p:cNvSpPr/>
            <p:nvPr/>
          </p:nvSpPr>
          <p:spPr>
            <a:xfrm>
              <a:off x="1419224" y="1423647"/>
              <a:ext cx="1812829" cy="395450"/>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1F1F2C"/>
                  </a:solidFill>
                  <a:latin typeface="Segoe UI" pitchFamily="34" charset="0"/>
                  <a:ea typeface="Segoe UI" pitchFamily="34" charset="-122"/>
                  <a:cs typeface="Segoe UI" pitchFamily="34" charset="-120"/>
                </a:rPr>
                <a:t>User question</a:t>
              </a:r>
              <a:endParaRPr lang="en-US" sz="1100"/>
            </a:p>
          </p:txBody>
        </p:sp>
        <p:sp>
          <p:nvSpPr>
            <p:cNvPr id="15" name="Text 13"/>
            <p:cNvSpPr/>
            <p:nvPr/>
          </p:nvSpPr>
          <p:spPr>
            <a:xfrm>
              <a:off x="1340316" y="1638668"/>
              <a:ext cx="1988663" cy="369698"/>
            </a:xfrm>
            <a:prstGeom prst="rect">
              <a:avLst/>
            </a:prstGeom>
            <a:noFill/>
            <a:ln/>
          </p:spPr>
          <p:txBody>
            <a:bodyPr wrap="square" lIns="25400" tIns="25400" rIns="25400" bIns="25400" rtlCol="0" anchor="t">
              <a:noAutofit/>
            </a:bodyPr>
            <a:lstStyle/>
            <a:p>
              <a:pPr marL="0" indent="0" algn="l">
                <a:lnSpc>
                  <a:spcPct val="135000"/>
                </a:lnSpc>
                <a:buNone/>
              </a:pPr>
              <a:r>
                <a:rPr lang="en-US" sz="1200" i="1">
                  <a:solidFill>
                    <a:srgbClr val="555555"/>
                  </a:solidFill>
                  <a:latin typeface="Segoe UI" pitchFamily="34" charset="0"/>
                  <a:ea typeface="Segoe UI" pitchFamily="34" charset="-122"/>
                  <a:cs typeface="Segoe UI" pitchFamily="34" charset="-120"/>
                </a:rPr>
                <a:t>“What was my average permeate flow at RO unit 1?”</a:t>
              </a:r>
              <a:endParaRPr lang="en-US" sz="1200"/>
            </a:p>
          </p:txBody>
        </p:sp>
      </p:grpSp>
      <p:grpSp>
        <p:nvGrpSpPr>
          <p:cNvPr id="4" name="Group 3">
            <a:extLst>
              <a:ext uri="{FF2B5EF4-FFF2-40B4-BE49-F238E27FC236}">
                <a16:creationId xmlns:a16="http://schemas.microsoft.com/office/drawing/2014/main" id="{48149A79-C81E-E1DA-9EA7-E6AB04A631E1}"/>
              </a:ext>
            </a:extLst>
          </p:cNvPr>
          <p:cNvGrpSpPr/>
          <p:nvPr/>
        </p:nvGrpSpPr>
        <p:grpSpPr>
          <a:xfrm>
            <a:off x="6837652" y="1258337"/>
            <a:ext cx="4189443" cy="966074"/>
            <a:chOff x="3224956" y="1400175"/>
            <a:chExt cx="2983845" cy="709776"/>
          </a:xfrm>
        </p:grpSpPr>
        <p:sp>
          <p:nvSpPr>
            <p:cNvPr id="16" name="Shape 14"/>
            <p:cNvSpPr/>
            <p:nvPr/>
          </p:nvSpPr>
          <p:spPr>
            <a:xfrm>
              <a:off x="3224956" y="1747390"/>
              <a:ext cx="117223" cy="45719"/>
            </a:xfrm>
            <a:prstGeom prst="rect">
              <a:avLst/>
            </a:prstGeom>
            <a:solidFill>
              <a:srgbClr val="5A5A6E"/>
            </a:solidFill>
            <a:ln/>
          </p:spPr>
          <p:txBody>
            <a:bodyPr/>
            <a:lstStyle/>
            <a:p>
              <a:endParaRPr lang="en-US"/>
            </a:p>
          </p:txBody>
        </p:sp>
        <p:sp>
          <p:nvSpPr>
            <p:cNvPr id="17" name="Shape 15"/>
            <p:cNvSpPr/>
            <p:nvPr/>
          </p:nvSpPr>
          <p:spPr>
            <a:xfrm>
              <a:off x="3367831" y="1400175"/>
              <a:ext cx="2840969" cy="709776"/>
            </a:xfrm>
            <a:prstGeom prst="roundRect">
              <a:avLst>
                <a:gd name="adj" fmla="val 13716"/>
              </a:avLst>
            </a:prstGeom>
            <a:solidFill>
              <a:srgbClr val="EEEAFF"/>
            </a:solidFill>
            <a:ln w="9525">
              <a:solidFill>
                <a:srgbClr val="C9C0F2"/>
              </a:solidFill>
              <a:prstDash val="solid"/>
            </a:ln>
          </p:spPr>
          <p:txBody>
            <a:bodyPr/>
            <a:lstStyle/>
            <a:p>
              <a:endParaRPr lang="en-US"/>
            </a:p>
          </p:txBody>
        </p:sp>
        <p:sp>
          <p:nvSpPr>
            <p:cNvPr id="18" name="Text 16"/>
            <p:cNvSpPr/>
            <p:nvPr/>
          </p:nvSpPr>
          <p:spPr>
            <a:xfrm>
              <a:off x="3458218" y="1418803"/>
              <a:ext cx="2665136" cy="395450"/>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3A2D8E"/>
                  </a:solidFill>
                  <a:latin typeface="Segoe UI" pitchFamily="34" charset="0"/>
                  <a:ea typeface="Segoe UI" pitchFamily="34" charset="-122"/>
                  <a:cs typeface="Segoe UI" pitchFamily="34" charset="-120"/>
                </a:rPr>
                <a:t>Embed the question</a:t>
              </a:r>
              <a:endParaRPr lang="en-US" sz="1100"/>
            </a:p>
          </p:txBody>
        </p:sp>
        <p:sp>
          <p:nvSpPr>
            <p:cNvPr id="19" name="Text 17"/>
            <p:cNvSpPr/>
            <p:nvPr/>
          </p:nvSpPr>
          <p:spPr>
            <a:xfrm>
              <a:off x="3466991" y="1661348"/>
              <a:ext cx="2741810" cy="359931"/>
            </a:xfrm>
            <a:prstGeom prst="rect">
              <a:avLst/>
            </a:prstGeom>
            <a:noFill/>
            <a:ln/>
          </p:spPr>
          <p:txBody>
            <a:bodyPr wrap="square" lIns="0" tIns="0" rIns="0" bIns="0" rtlCol="0" anchor="t">
              <a:noAutofit/>
            </a:bodyPr>
            <a:lstStyle/>
            <a:p>
              <a:pPr marL="0" indent="0" algn="l">
                <a:lnSpc>
                  <a:spcPct val="135000"/>
                </a:lnSpc>
                <a:buNone/>
              </a:pPr>
              <a:r>
                <a:rPr lang="en-US" sz="1200">
                  <a:solidFill>
                    <a:srgbClr val="333333"/>
                  </a:solidFill>
                  <a:latin typeface="Segoe UI" pitchFamily="34" charset="0"/>
                  <a:ea typeface="Segoe UI" pitchFamily="34" charset="-122"/>
                  <a:cs typeface="Segoe UI" pitchFamily="34" charset="-120"/>
                </a:rPr>
                <a:t>Use math model to turn user question into numerical representation of words</a:t>
              </a:r>
              <a:endParaRPr lang="en-US" sz="1200"/>
            </a:p>
          </p:txBody>
        </p:sp>
      </p:grpSp>
      <p:grpSp>
        <p:nvGrpSpPr>
          <p:cNvPr id="51" name="Group 50">
            <a:extLst>
              <a:ext uri="{FF2B5EF4-FFF2-40B4-BE49-F238E27FC236}">
                <a16:creationId xmlns:a16="http://schemas.microsoft.com/office/drawing/2014/main" id="{DDD0436E-A54D-B3EC-B948-580AFE1647BA}"/>
              </a:ext>
            </a:extLst>
          </p:cNvPr>
          <p:cNvGrpSpPr/>
          <p:nvPr/>
        </p:nvGrpSpPr>
        <p:grpSpPr>
          <a:xfrm>
            <a:off x="7038287" y="2284492"/>
            <a:ext cx="2830719" cy="1481409"/>
            <a:chOff x="3367831" y="2085082"/>
            <a:chExt cx="2959877" cy="1052713"/>
          </a:xfrm>
        </p:grpSpPr>
        <p:sp>
          <p:nvSpPr>
            <p:cNvPr id="20" name="Shape 18"/>
            <p:cNvSpPr/>
            <p:nvPr/>
          </p:nvSpPr>
          <p:spPr>
            <a:xfrm>
              <a:off x="4745681" y="2085082"/>
              <a:ext cx="45719" cy="208381"/>
            </a:xfrm>
            <a:prstGeom prst="rect">
              <a:avLst/>
            </a:prstGeom>
            <a:solidFill>
              <a:srgbClr val="7964D8"/>
            </a:solidFill>
            <a:ln/>
          </p:spPr>
          <p:txBody>
            <a:bodyPr/>
            <a:lstStyle/>
            <a:p>
              <a:endParaRPr lang="en-US"/>
            </a:p>
          </p:txBody>
        </p:sp>
        <p:sp>
          <p:nvSpPr>
            <p:cNvPr id="22" name="Shape 20"/>
            <p:cNvSpPr/>
            <p:nvPr/>
          </p:nvSpPr>
          <p:spPr>
            <a:xfrm>
              <a:off x="3367831" y="2293463"/>
              <a:ext cx="2840969" cy="781286"/>
            </a:xfrm>
            <a:prstGeom prst="roundRect">
              <a:avLst>
                <a:gd name="adj" fmla="val 13716"/>
              </a:avLst>
            </a:prstGeom>
            <a:solidFill>
              <a:srgbClr val="EEEAFF"/>
            </a:solidFill>
            <a:ln w="9525">
              <a:solidFill>
                <a:srgbClr val="C9C0F2"/>
              </a:solidFill>
              <a:prstDash val="solid"/>
            </a:ln>
          </p:spPr>
          <p:txBody>
            <a:bodyPr/>
            <a:lstStyle/>
            <a:p>
              <a:endParaRPr lang="en-US"/>
            </a:p>
          </p:txBody>
        </p:sp>
        <p:sp>
          <p:nvSpPr>
            <p:cNvPr id="23" name="Text 21"/>
            <p:cNvSpPr/>
            <p:nvPr/>
          </p:nvSpPr>
          <p:spPr>
            <a:xfrm>
              <a:off x="3491656" y="2294632"/>
              <a:ext cx="2665135" cy="395450"/>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3A2D8E"/>
                  </a:solidFill>
                  <a:latin typeface="Segoe UI" pitchFamily="34" charset="0"/>
                  <a:ea typeface="Segoe UI" pitchFamily="34" charset="-122"/>
                  <a:cs typeface="Segoe UI" pitchFamily="34" charset="-120"/>
                </a:rPr>
                <a:t>Find relevant chunks of texts</a:t>
              </a:r>
              <a:endParaRPr lang="en-US" sz="1100"/>
            </a:p>
          </p:txBody>
        </p:sp>
        <p:sp>
          <p:nvSpPr>
            <p:cNvPr id="24" name="Text 22"/>
            <p:cNvSpPr/>
            <p:nvPr/>
          </p:nvSpPr>
          <p:spPr>
            <a:xfrm>
              <a:off x="3491657" y="2483941"/>
              <a:ext cx="2836051" cy="653854"/>
            </a:xfrm>
            <a:prstGeom prst="rect">
              <a:avLst/>
            </a:prstGeom>
            <a:noFill/>
            <a:ln/>
          </p:spPr>
          <p:txBody>
            <a:bodyPr wrap="square" lIns="0" tIns="0" rIns="0" bIns="0" rtlCol="0" anchor="t">
              <a:normAutofit/>
            </a:bodyPr>
            <a:lstStyle/>
            <a:p>
              <a:pPr marL="0" indent="0" algn="l">
                <a:lnSpc>
                  <a:spcPct val="135000"/>
                </a:lnSpc>
                <a:buNone/>
              </a:pPr>
              <a:r>
                <a:rPr lang="en-US" sz="1200">
                  <a:solidFill>
                    <a:srgbClr val="333333"/>
                  </a:solidFill>
                  <a:latin typeface="Segoe UI" pitchFamily="34" charset="0"/>
                  <a:ea typeface="Segoe UI" pitchFamily="34" charset="-122"/>
                  <a:cs typeface="Segoe UI" pitchFamily="34" charset="-120"/>
                </a:rPr>
                <a:t>find chunks with similar numeric representations based on calculated distance between chunks</a:t>
              </a:r>
              <a:endParaRPr lang="en-US" sz="1200"/>
            </a:p>
          </p:txBody>
        </p:sp>
      </p:grpSp>
      <p:grpSp>
        <p:nvGrpSpPr>
          <p:cNvPr id="55" name="Group 54">
            <a:extLst>
              <a:ext uri="{FF2B5EF4-FFF2-40B4-BE49-F238E27FC236}">
                <a16:creationId xmlns:a16="http://schemas.microsoft.com/office/drawing/2014/main" id="{E3CD4867-0CE7-F5D3-8D70-098CE1B40265}"/>
              </a:ext>
            </a:extLst>
          </p:cNvPr>
          <p:cNvGrpSpPr/>
          <p:nvPr/>
        </p:nvGrpSpPr>
        <p:grpSpPr>
          <a:xfrm>
            <a:off x="9823981" y="2577732"/>
            <a:ext cx="2082269" cy="1099449"/>
            <a:chOff x="7079625" y="2288433"/>
            <a:chExt cx="2142448" cy="781287"/>
          </a:xfrm>
        </p:grpSpPr>
        <p:grpSp>
          <p:nvGrpSpPr>
            <p:cNvPr id="39" name="Group 38">
              <a:extLst>
                <a:ext uri="{FF2B5EF4-FFF2-40B4-BE49-F238E27FC236}">
                  <a16:creationId xmlns:a16="http://schemas.microsoft.com/office/drawing/2014/main" id="{E626ABF8-F072-FB7A-25DE-D5C803F7B0C0}"/>
                </a:ext>
              </a:extLst>
            </p:cNvPr>
            <p:cNvGrpSpPr/>
            <p:nvPr/>
          </p:nvGrpSpPr>
          <p:grpSpPr>
            <a:xfrm>
              <a:off x="7233258" y="2288433"/>
              <a:ext cx="1988815" cy="781287"/>
              <a:chOff x="6320177" y="2295317"/>
              <a:chExt cx="1988815" cy="781287"/>
            </a:xfrm>
          </p:grpSpPr>
          <p:sp>
            <p:nvSpPr>
              <p:cNvPr id="26" name="Shape 24"/>
              <p:cNvSpPr/>
              <p:nvPr/>
            </p:nvSpPr>
            <p:spPr>
              <a:xfrm>
                <a:off x="6320177" y="2295317"/>
                <a:ext cx="1988815" cy="781287"/>
              </a:xfrm>
              <a:prstGeom prst="roundRect">
                <a:avLst>
                  <a:gd name="adj" fmla="val 13716"/>
                </a:avLst>
              </a:prstGeom>
              <a:solidFill>
                <a:srgbClr val="FFF6E8"/>
              </a:solidFill>
              <a:ln w="9525">
                <a:solidFill>
                  <a:srgbClr val="E6B469"/>
                </a:solidFill>
                <a:prstDash val="dash"/>
              </a:ln>
            </p:spPr>
            <p:txBody>
              <a:bodyPr/>
              <a:lstStyle/>
              <a:p>
                <a:endParaRPr lang="en-US"/>
              </a:p>
            </p:txBody>
          </p:sp>
          <p:sp>
            <p:nvSpPr>
              <p:cNvPr id="27" name="Text 25"/>
              <p:cNvSpPr/>
              <p:nvPr/>
            </p:nvSpPr>
            <p:spPr>
              <a:xfrm>
                <a:off x="6395144" y="2368451"/>
                <a:ext cx="1812981" cy="395450"/>
              </a:xfrm>
              <a:prstGeom prst="rect">
                <a:avLst/>
              </a:prstGeom>
              <a:noFill/>
              <a:ln/>
            </p:spPr>
            <p:txBody>
              <a:bodyPr wrap="square" lIns="25400" tIns="25400" rIns="25400" bIns="25400" rtlCol="0" anchor="t">
                <a:normAutofit/>
              </a:bodyPr>
              <a:lstStyle/>
              <a:p>
                <a:pPr marL="0" indent="0" algn="l">
                  <a:lnSpc>
                    <a:spcPct val="135000"/>
                  </a:lnSpc>
                  <a:buNone/>
                </a:pPr>
                <a:r>
                  <a:rPr lang="en-US" sz="938" b="1">
                    <a:solidFill>
                      <a:srgbClr val="8A5A08"/>
                    </a:solidFill>
                    <a:latin typeface="Segoe UI" pitchFamily="34" charset="0"/>
                    <a:ea typeface="Segoe UI" pitchFamily="34" charset="-122"/>
                    <a:cs typeface="Segoe UI" pitchFamily="34" charset="-120"/>
                  </a:rPr>
                  <a:t>Private docs</a:t>
                </a:r>
                <a:endParaRPr lang="en-US" sz="938"/>
              </a:p>
            </p:txBody>
          </p:sp>
          <p:sp>
            <p:nvSpPr>
              <p:cNvPr id="28" name="Text 26"/>
              <p:cNvSpPr/>
              <p:nvPr/>
            </p:nvSpPr>
            <p:spPr>
              <a:xfrm>
                <a:off x="6391073" y="2529249"/>
                <a:ext cx="1887768" cy="518844"/>
              </a:xfrm>
              <a:prstGeom prst="rect">
                <a:avLst/>
              </a:prstGeom>
              <a:noFill/>
              <a:ln/>
            </p:spPr>
            <p:txBody>
              <a:bodyPr wrap="square" lIns="0" tIns="0" rIns="0" bIns="0" rtlCol="0" anchor="t">
                <a:noAutofit/>
              </a:bodyPr>
              <a:lstStyle/>
              <a:p>
                <a:pPr>
                  <a:lnSpc>
                    <a:spcPct val="135000"/>
                  </a:lnSpc>
                </a:pPr>
                <a:r>
                  <a:rPr lang="en-US" sz="1200">
                    <a:solidFill>
                      <a:srgbClr val="333333"/>
                    </a:solidFill>
                    <a:latin typeface="Segoe UI" pitchFamily="34" charset="0"/>
                    <a:ea typeface="Segoe UI" pitchFamily="34" charset="-122"/>
                    <a:cs typeface="Segoe UI" pitchFamily="34" charset="-120"/>
                  </a:rPr>
                  <a:t>PDFs, reports, emails, wikis are stored as numeric representations</a:t>
                </a:r>
                <a:endParaRPr lang="en-US" sz="1200"/>
              </a:p>
            </p:txBody>
          </p:sp>
        </p:grpSp>
        <p:sp>
          <p:nvSpPr>
            <p:cNvPr id="29" name="Shape 27"/>
            <p:cNvSpPr/>
            <p:nvPr/>
          </p:nvSpPr>
          <p:spPr>
            <a:xfrm>
              <a:off x="7079625" y="2530188"/>
              <a:ext cx="117223" cy="45719"/>
            </a:xfrm>
            <a:prstGeom prst="rect">
              <a:avLst/>
            </a:prstGeom>
            <a:solidFill>
              <a:srgbClr val="E1A04A"/>
            </a:solidFill>
            <a:ln/>
          </p:spPr>
          <p:txBody>
            <a:bodyPr/>
            <a:lstStyle/>
            <a:p>
              <a:endParaRPr lang="en-US"/>
            </a:p>
          </p:txBody>
        </p:sp>
      </p:grpSp>
      <p:grpSp>
        <p:nvGrpSpPr>
          <p:cNvPr id="70" name="Group 69">
            <a:extLst>
              <a:ext uri="{FF2B5EF4-FFF2-40B4-BE49-F238E27FC236}">
                <a16:creationId xmlns:a16="http://schemas.microsoft.com/office/drawing/2014/main" id="{FBFB1F65-A632-A2FC-A995-2E64EEDDEAE6}"/>
              </a:ext>
            </a:extLst>
          </p:cNvPr>
          <p:cNvGrpSpPr/>
          <p:nvPr/>
        </p:nvGrpSpPr>
        <p:grpSpPr>
          <a:xfrm>
            <a:off x="948111" y="4223605"/>
            <a:ext cx="4977764" cy="940541"/>
            <a:chOff x="3491656" y="5031199"/>
            <a:chExt cx="4977764" cy="940541"/>
          </a:xfrm>
        </p:grpSpPr>
        <p:sp>
          <p:nvSpPr>
            <p:cNvPr id="40" name="Shape 38"/>
            <p:cNvSpPr/>
            <p:nvPr/>
          </p:nvSpPr>
          <p:spPr>
            <a:xfrm>
              <a:off x="3491656" y="5031199"/>
              <a:ext cx="4966543" cy="940541"/>
            </a:xfrm>
            <a:prstGeom prst="roundRect">
              <a:avLst>
                <a:gd name="adj" fmla="val 13716"/>
              </a:avLst>
            </a:prstGeom>
            <a:solidFill>
              <a:srgbClr val="E8F6EE"/>
            </a:solidFill>
            <a:ln w="9525">
              <a:solidFill>
                <a:srgbClr val="B7DDC4"/>
              </a:solidFill>
              <a:prstDash val="solid"/>
            </a:ln>
          </p:spPr>
          <p:txBody>
            <a:bodyPr/>
            <a:lstStyle/>
            <a:p>
              <a:endParaRPr lang="en-US"/>
            </a:p>
          </p:txBody>
        </p:sp>
        <p:sp>
          <p:nvSpPr>
            <p:cNvPr id="41" name="Text 39"/>
            <p:cNvSpPr/>
            <p:nvPr/>
          </p:nvSpPr>
          <p:spPr>
            <a:xfrm>
              <a:off x="3615482" y="5060825"/>
              <a:ext cx="4853938" cy="395450"/>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0F6B3A"/>
                  </a:solidFill>
                  <a:latin typeface="Segoe UI" pitchFamily="34" charset="0"/>
                  <a:ea typeface="Segoe UI" pitchFamily="34" charset="-122"/>
                  <a:cs typeface="Segoe UI" pitchFamily="34" charset="-120"/>
                </a:rPr>
                <a:t>Augmented prompt sent to LLM</a:t>
              </a:r>
              <a:endParaRPr lang="en-US" sz="1100"/>
            </a:p>
          </p:txBody>
        </p:sp>
        <p:sp>
          <p:nvSpPr>
            <p:cNvPr id="42" name="Text 40"/>
            <p:cNvSpPr/>
            <p:nvPr/>
          </p:nvSpPr>
          <p:spPr>
            <a:xfrm>
              <a:off x="3579177" y="5396692"/>
              <a:ext cx="4749532" cy="575047"/>
            </a:xfrm>
            <a:prstGeom prst="rect">
              <a:avLst/>
            </a:prstGeom>
            <a:noFill/>
            <a:ln/>
          </p:spPr>
          <p:txBody>
            <a:bodyPr wrap="square" lIns="25400" tIns="25400" rIns="25400" bIns="25400" rtlCol="0" anchor="t">
              <a:normAutofit/>
            </a:bodyPr>
            <a:lstStyle/>
            <a:p>
              <a:pPr marL="0" indent="0" algn="l">
                <a:lnSpc>
                  <a:spcPct val="135000"/>
                </a:lnSpc>
                <a:buNone/>
              </a:pPr>
              <a:r>
                <a:rPr lang="en-US" sz="1200">
                  <a:solidFill>
                    <a:srgbClr val="555555"/>
                  </a:solidFill>
                  <a:latin typeface="Segoe UI" pitchFamily="34" charset="0"/>
                  <a:cs typeface="Segoe UI" pitchFamily="34" charset="-120"/>
                </a:rPr>
                <a:t>Using both the ranked chunks of texts as facts and the user question, formulate a grounded answer.</a:t>
              </a:r>
              <a:endParaRPr lang="en-US" sz="1200"/>
            </a:p>
          </p:txBody>
        </p:sp>
      </p:grpSp>
      <p:sp>
        <p:nvSpPr>
          <p:cNvPr id="43" name="Text 41"/>
          <p:cNvSpPr/>
          <p:nvPr/>
        </p:nvSpPr>
        <p:spPr>
          <a:xfrm>
            <a:off x="947251" y="5764334"/>
            <a:ext cx="1344819" cy="340987"/>
          </a:xfrm>
          <a:prstGeom prst="rect">
            <a:avLst/>
          </a:prstGeom>
          <a:solidFill>
            <a:srgbClr val="F4F4F7"/>
          </a:solidFill>
          <a:ln/>
        </p:spPr>
        <p:txBody>
          <a:bodyPr wrap="square" lIns="25400" tIns="25400" rIns="25400" bIns="25400" rtlCol="0" anchor="t">
            <a:noAutofit/>
          </a:bodyPr>
          <a:lstStyle/>
          <a:p>
            <a:pPr marL="0" indent="0" algn="l">
              <a:buNone/>
            </a:pPr>
            <a:r>
              <a:rPr lang="en-US" sz="2000" kern="0" spc="30">
                <a:solidFill>
                  <a:srgbClr val="666666"/>
                </a:solidFill>
                <a:latin typeface="Segoe UI" pitchFamily="34" charset="0"/>
                <a:ea typeface="Segoe UI" pitchFamily="34" charset="-122"/>
                <a:cs typeface="Segoe UI" pitchFamily="34" charset="-120"/>
              </a:rPr>
              <a:t>User</a:t>
            </a:r>
            <a:endParaRPr lang="en-US" sz="2000"/>
          </a:p>
        </p:txBody>
      </p:sp>
      <p:sp>
        <p:nvSpPr>
          <p:cNvPr id="44" name="Text 42"/>
          <p:cNvSpPr/>
          <p:nvPr/>
        </p:nvSpPr>
        <p:spPr>
          <a:xfrm>
            <a:off x="2894289" y="5764333"/>
            <a:ext cx="1347068" cy="340987"/>
          </a:xfrm>
          <a:prstGeom prst="rect">
            <a:avLst/>
          </a:prstGeom>
          <a:solidFill>
            <a:srgbClr val="EEEAFF"/>
          </a:solidFill>
          <a:ln/>
        </p:spPr>
        <p:txBody>
          <a:bodyPr wrap="square" lIns="25400" tIns="25400" rIns="25400" bIns="25400" rtlCol="0" anchor="t">
            <a:noAutofit/>
          </a:bodyPr>
          <a:lstStyle/>
          <a:p>
            <a:pPr marL="0" indent="0" algn="l">
              <a:buNone/>
            </a:pPr>
            <a:r>
              <a:rPr lang="en-US" sz="2000" kern="0" spc="30">
                <a:solidFill>
                  <a:srgbClr val="666666"/>
                </a:solidFill>
                <a:latin typeface="Segoe UI" pitchFamily="34" charset="0"/>
                <a:ea typeface="Segoe UI" pitchFamily="34" charset="-122"/>
                <a:cs typeface="Segoe UI" pitchFamily="34" charset="-120"/>
              </a:rPr>
              <a:t>Retrieval</a:t>
            </a:r>
            <a:endParaRPr lang="en-US" sz="2000"/>
          </a:p>
        </p:txBody>
      </p:sp>
      <p:sp>
        <p:nvSpPr>
          <p:cNvPr id="45" name="Text 43"/>
          <p:cNvSpPr/>
          <p:nvPr/>
        </p:nvSpPr>
        <p:spPr>
          <a:xfrm>
            <a:off x="4792650" y="5764332"/>
            <a:ext cx="1347068" cy="340987"/>
          </a:xfrm>
          <a:prstGeom prst="rect">
            <a:avLst/>
          </a:prstGeom>
          <a:solidFill>
            <a:srgbClr val="E8F6EE"/>
          </a:solidFill>
          <a:ln/>
        </p:spPr>
        <p:txBody>
          <a:bodyPr wrap="square" lIns="25400" tIns="25400" rIns="25400" bIns="25400" rtlCol="0" anchor="t">
            <a:noAutofit/>
          </a:bodyPr>
          <a:lstStyle/>
          <a:p>
            <a:pPr marL="0" indent="0" algn="l">
              <a:buNone/>
            </a:pPr>
            <a:r>
              <a:rPr lang="en-US" sz="2000" kern="0" spc="30">
                <a:solidFill>
                  <a:srgbClr val="666666"/>
                </a:solidFill>
                <a:latin typeface="Segoe UI" pitchFamily="34" charset="0"/>
                <a:ea typeface="Segoe UI" pitchFamily="34" charset="-122"/>
                <a:cs typeface="Segoe UI" pitchFamily="34" charset="-120"/>
              </a:rPr>
              <a:t>LLM</a:t>
            </a:r>
            <a:endParaRPr lang="en-US" sz="2000"/>
          </a:p>
        </p:txBody>
      </p:sp>
      <p:sp>
        <p:nvSpPr>
          <p:cNvPr id="46" name="Text 44"/>
          <p:cNvSpPr/>
          <p:nvPr/>
        </p:nvSpPr>
        <p:spPr>
          <a:xfrm>
            <a:off x="6984083" y="5764332"/>
            <a:ext cx="2002227" cy="340988"/>
          </a:xfrm>
          <a:prstGeom prst="rect">
            <a:avLst/>
          </a:prstGeom>
          <a:solidFill>
            <a:srgbClr val="FFF6E8"/>
          </a:solidFill>
          <a:ln/>
        </p:spPr>
        <p:txBody>
          <a:bodyPr wrap="square" lIns="25400" tIns="25400" rIns="25400" bIns="25400" rtlCol="0" anchor="t">
            <a:noAutofit/>
          </a:bodyPr>
          <a:lstStyle/>
          <a:p>
            <a:pPr marL="0" indent="0" algn="l">
              <a:buNone/>
            </a:pPr>
            <a:r>
              <a:rPr lang="en-US" sz="2000" kern="0" spc="30">
                <a:solidFill>
                  <a:srgbClr val="666666"/>
                </a:solidFill>
                <a:latin typeface="Segoe UI" pitchFamily="34" charset="0"/>
                <a:ea typeface="Segoe UI" pitchFamily="34" charset="-122"/>
                <a:cs typeface="Segoe UI" pitchFamily="34" charset="-120"/>
              </a:rPr>
              <a:t>Private data</a:t>
            </a:r>
            <a:endParaRPr lang="en-US" sz="2000"/>
          </a:p>
        </p:txBody>
      </p:sp>
      <p:sp>
        <p:nvSpPr>
          <p:cNvPr id="60" name="Text 19">
            <a:extLst>
              <a:ext uri="{FF2B5EF4-FFF2-40B4-BE49-F238E27FC236}">
                <a16:creationId xmlns:a16="http://schemas.microsoft.com/office/drawing/2014/main" id="{C0E5FCEC-B783-7592-AB9C-13E4D153C3A1}"/>
              </a:ext>
            </a:extLst>
          </p:cNvPr>
          <p:cNvSpPr/>
          <p:nvPr/>
        </p:nvSpPr>
        <p:spPr>
          <a:xfrm>
            <a:off x="3202063" y="1391425"/>
            <a:ext cx="731520" cy="731520"/>
          </a:xfrm>
          <a:prstGeom prst="rect">
            <a:avLst/>
          </a:prstGeom>
          <a:noFill/>
          <a:ln/>
        </p:spPr>
        <p:txBody>
          <a:bodyPr wrap="square" lIns="0" tIns="0" rIns="0" bIns="0" rtlCol="0" anchor="ctr"/>
          <a:lstStyle/>
          <a:p>
            <a:pPr algn="ctr"/>
            <a:r>
              <a:rPr lang="en-US" sz="4267" b="1">
                <a:latin typeface="Calibri" pitchFamily="34" charset="0"/>
                <a:ea typeface="Calibri" pitchFamily="34" charset="-122"/>
                <a:cs typeface="Calibri" pitchFamily="34" charset="-120"/>
              </a:rPr>
              <a:t>→</a:t>
            </a:r>
            <a:endParaRPr lang="en-US" sz="4267"/>
          </a:p>
        </p:txBody>
      </p:sp>
      <p:grpSp>
        <p:nvGrpSpPr>
          <p:cNvPr id="69" name="Group 68">
            <a:extLst>
              <a:ext uri="{FF2B5EF4-FFF2-40B4-BE49-F238E27FC236}">
                <a16:creationId xmlns:a16="http://schemas.microsoft.com/office/drawing/2014/main" id="{B65B85A8-47F6-165B-EF81-013F055A4546}"/>
              </a:ext>
            </a:extLst>
          </p:cNvPr>
          <p:cNvGrpSpPr/>
          <p:nvPr/>
        </p:nvGrpSpPr>
        <p:grpSpPr>
          <a:xfrm>
            <a:off x="6266127" y="4178927"/>
            <a:ext cx="2737780" cy="951777"/>
            <a:chOff x="635695" y="5014346"/>
            <a:chExt cx="2737780" cy="951777"/>
          </a:xfrm>
        </p:grpSpPr>
        <p:sp>
          <p:nvSpPr>
            <p:cNvPr id="36" name="Shape 34"/>
            <p:cNvSpPr/>
            <p:nvPr/>
          </p:nvSpPr>
          <p:spPr>
            <a:xfrm>
              <a:off x="1384812" y="5014346"/>
              <a:ext cx="1988663" cy="940542"/>
            </a:xfrm>
            <a:prstGeom prst="roundRect">
              <a:avLst>
                <a:gd name="adj" fmla="val 13716"/>
              </a:avLst>
            </a:prstGeom>
            <a:solidFill>
              <a:srgbClr val="F4F4F7"/>
            </a:solidFill>
            <a:ln w="9525">
              <a:solidFill>
                <a:srgbClr val="D9D9E2"/>
              </a:solidFill>
              <a:prstDash val="solid"/>
            </a:ln>
          </p:spPr>
          <p:txBody>
            <a:bodyPr/>
            <a:lstStyle/>
            <a:p>
              <a:endParaRPr lang="en-US"/>
            </a:p>
          </p:txBody>
        </p:sp>
        <p:sp>
          <p:nvSpPr>
            <p:cNvPr id="37" name="Text 35"/>
            <p:cNvSpPr/>
            <p:nvPr/>
          </p:nvSpPr>
          <p:spPr>
            <a:xfrm>
              <a:off x="1543049" y="5060825"/>
              <a:ext cx="1812829" cy="395450"/>
            </a:xfrm>
            <a:prstGeom prst="rect">
              <a:avLst/>
            </a:prstGeom>
            <a:noFill/>
            <a:ln/>
          </p:spPr>
          <p:txBody>
            <a:bodyPr wrap="square" lIns="25400" tIns="25400" rIns="25400" bIns="25400" rtlCol="0" anchor="t">
              <a:normAutofit/>
            </a:bodyPr>
            <a:lstStyle/>
            <a:p>
              <a:pPr marL="0" indent="0" algn="l">
                <a:lnSpc>
                  <a:spcPct val="135000"/>
                </a:lnSpc>
                <a:buNone/>
              </a:pPr>
              <a:r>
                <a:rPr lang="en-US" sz="938" b="1">
                  <a:solidFill>
                    <a:srgbClr val="1F1F2C"/>
                  </a:solidFill>
                  <a:latin typeface="Segoe UI" pitchFamily="34" charset="0"/>
                  <a:ea typeface="Segoe UI" pitchFamily="34" charset="-122"/>
                  <a:cs typeface="Segoe UI" pitchFamily="34" charset="-120"/>
                </a:rPr>
                <a:t>User gets answer</a:t>
              </a:r>
              <a:endParaRPr lang="en-US" sz="938"/>
            </a:p>
          </p:txBody>
        </p:sp>
        <p:sp>
          <p:nvSpPr>
            <p:cNvPr id="38" name="Text 36"/>
            <p:cNvSpPr/>
            <p:nvPr/>
          </p:nvSpPr>
          <p:spPr>
            <a:xfrm>
              <a:off x="1543048" y="5321632"/>
              <a:ext cx="1812829" cy="644491"/>
            </a:xfrm>
            <a:prstGeom prst="rect">
              <a:avLst/>
            </a:prstGeom>
            <a:noFill/>
            <a:ln/>
          </p:spPr>
          <p:txBody>
            <a:bodyPr wrap="square" lIns="0" tIns="0" rIns="0" bIns="0" rtlCol="0" anchor="t">
              <a:noAutofit/>
            </a:bodyPr>
            <a:lstStyle/>
            <a:p>
              <a:pPr marL="0" indent="0" algn="l">
                <a:lnSpc>
                  <a:spcPct val="135000"/>
                </a:lnSpc>
                <a:buNone/>
              </a:pPr>
              <a:r>
                <a:rPr lang="en-US" sz="1200">
                  <a:solidFill>
                    <a:srgbClr val="333333"/>
                  </a:solidFill>
                  <a:latin typeface="Segoe UI" pitchFamily="34" charset="0"/>
                  <a:ea typeface="Segoe UI" pitchFamily="34" charset="-122"/>
                  <a:cs typeface="Segoe UI" pitchFamily="34" charset="-120"/>
                </a:rPr>
                <a:t>cited, accurate, current</a:t>
              </a:r>
            </a:p>
            <a:p>
              <a:pPr marL="0" indent="0" algn="l">
                <a:lnSpc>
                  <a:spcPct val="135000"/>
                </a:lnSpc>
                <a:buNone/>
              </a:pPr>
              <a:r>
                <a:rPr lang="en-US" sz="1200" i="1">
                  <a:solidFill>
                    <a:srgbClr val="333333"/>
                  </a:solidFill>
                  <a:latin typeface="Segoe UI" pitchFamily="34" charset="0"/>
                  <a:cs typeface="Segoe UI" pitchFamily="34" charset="-120"/>
                </a:rPr>
                <a:t>“0.55 MGD”</a:t>
              </a:r>
              <a:endParaRPr lang="en-US" sz="1200" i="1"/>
            </a:p>
          </p:txBody>
        </p:sp>
        <p:sp>
          <p:nvSpPr>
            <p:cNvPr id="61" name="Text 19">
              <a:extLst>
                <a:ext uri="{FF2B5EF4-FFF2-40B4-BE49-F238E27FC236}">
                  <a16:creationId xmlns:a16="http://schemas.microsoft.com/office/drawing/2014/main" id="{0A9C7378-FDF1-D535-2756-6BD48216828A}"/>
                </a:ext>
              </a:extLst>
            </p:cNvPr>
            <p:cNvSpPr/>
            <p:nvPr/>
          </p:nvSpPr>
          <p:spPr>
            <a:xfrm>
              <a:off x="635695" y="5090515"/>
              <a:ext cx="731520" cy="731520"/>
            </a:xfrm>
            <a:prstGeom prst="rect">
              <a:avLst/>
            </a:prstGeom>
            <a:noFill/>
            <a:ln/>
          </p:spPr>
          <p:txBody>
            <a:bodyPr wrap="square" lIns="0" tIns="0" rIns="0" bIns="0" rtlCol="0" anchor="ctr"/>
            <a:lstStyle/>
            <a:p>
              <a:pPr algn="ctr"/>
              <a:r>
                <a:rPr lang="en-US" sz="4267" b="1">
                  <a:latin typeface="Calibri" pitchFamily="34" charset="0"/>
                  <a:ea typeface="Calibri" pitchFamily="34" charset="-122"/>
                  <a:cs typeface="Calibri" pitchFamily="34" charset="-120"/>
                </a:rPr>
                <a:t>→</a:t>
              </a:r>
              <a:endParaRPr lang="en-US" sz="4267"/>
            </a:p>
          </p:txBody>
        </p:sp>
      </p:grpSp>
      <p:sp>
        <p:nvSpPr>
          <p:cNvPr id="62" name="Shape 29">
            <a:extLst>
              <a:ext uri="{FF2B5EF4-FFF2-40B4-BE49-F238E27FC236}">
                <a16:creationId xmlns:a16="http://schemas.microsoft.com/office/drawing/2014/main" id="{C2BF8F08-507D-3315-316E-F436B4A5D35A}"/>
              </a:ext>
            </a:extLst>
          </p:cNvPr>
          <p:cNvSpPr/>
          <p:nvPr/>
        </p:nvSpPr>
        <p:spPr>
          <a:xfrm>
            <a:off x="4179683" y="1249013"/>
            <a:ext cx="2230642" cy="1062145"/>
          </a:xfrm>
          <a:prstGeom prst="roundRect">
            <a:avLst>
              <a:gd name="adj" fmla="val 13716"/>
            </a:avLst>
          </a:prstGeom>
          <a:solidFill>
            <a:srgbClr val="E8F6EE"/>
          </a:solidFill>
          <a:ln w="9525">
            <a:solidFill>
              <a:srgbClr val="B7DDC4"/>
            </a:solidFill>
            <a:prstDash val="solid"/>
          </a:ln>
        </p:spPr>
        <p:txBody>
          <a:bodyPr/>
          <a:lstStyle/>
          <a:p>
            <a:endParaRPr lang="en-US"/>
          </a:p>
        </p:txBody>
      </p:sp>
      <p:sp>
        <p:nvSpPr>
          <p:cNvPr id="63" name="Double Bracket 62">
            <a:extLst>
              <a:ext uri="{FF2B5EF4-FFF2-40B4-BE49-F238E27FC236}">
                <a16:creationId xmlns:a16="http://schemas.microsoft.com/office/drawing/2014/main" id="{08908AC0-464F-09DE-1DA6-0C388D145458}"/>
              </a:ext>
            </a:extLst>
          </p:cNvPr>
          <p:cNvSpPr/>
          <p:nvPr/>
        </p:nvSpPr>
        <p:spPr>
          <a:xfrm>
            <a:off x="3876003" y="1037180"/>
            <a:ext cx="2789563" cy="1489408"/>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4" name="Text 30">
            <a:extLst>
              <a:ext uri="{FF2B5EF4-FFF2-40B4-BE49-F238E27FC236}">
                <a16:creationId xmlns:a16="http://schemas.microsoft.com/office/drawing/2014/main" id="{5182B87B-74DA-DE7E-D1CA-BDED6CF0EBE2}"/>
              </a:ext>
            </a:extLst>
          </p:cNvPr>
          <p:cNvSpPr/>
          <p:nvPr/>
        </p:nvSpPr>
        <p:spPr>
          <a:xfrm>
            <a:off x="4237262" y="1264311"/>
            <a:ext cx="1413471" cy="843593"/>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0F6B3A"/>
                </a:solidFill>
                <a:latin typeface="Segoe UI" pitchFamily="34" charset="0"/>
                <a:ea typeface="Segoe UI" pitchFamily="34" charset="-122"/>
                <a:cs typeface="Segoe UI" pitchFamily="34" charset="-120"/>
              </a:rPr>
              <a:t>Augment</a:t>
            </a:r>
            <a:endParaRPr lang="en-US" sz="1100"/>
          </a:p>
        </p:txBody>
      </p:sp>
      <p:sp>
        <p:nvSpPr>
          <p:cNvPr id="65" name="Text 19">
            <a:extLst>
              <a:ext uri="{FF2B5EF4-FFF2-40B4-BE49-F238E27FC236}">
                <a16:creationId xmlns:a16="http://schemas.microsoft.com/office/drawing/2014/main" id="{F99CFBD4-D8E6-F7B8-57FB-C6E9C9E8E95F}"/>
              </a:ext>
            </a:extLst>
          </p:cNvPr>
          <p:cNvSpPr/>
          <p:nvPr/>
        </p:nvSpPr>
        <p:spPr>
          <a:xfrm rot="10800000">
            <a:off x="6135903" y="2744069"/>
            <a:ext cx="731520" cy="731520"/>
          </a:xfrm>
          <a:prstGeom prst="rect">
            <a:avLst/>
          </a:prstGeom>
          <a:noFill/>
          <a:ln/>
        </p:spPr>
        <p:txBody>
          <a:bodyPr wrap="square" lIns="0" tIns="0" rIns="0" bIns="0" rtlCol="0" anchor="ctr"/>
          <a:lstStyle/>
          <a:p>
            <a:pPr algn="ctr"/>
            <a:r>
              <a:rPr lang="en-US" sz="4267" b="1">
                <a:latin typeface="Calibri" pitchFamily="34" charset="0"/>
                <a:ea typeface="Calibri" pitchFamily="34" charset="-122"/>
                <a:cs typeface="Calibri" pitchFamily="34" charset="-120"/>
              </a:rPr>
              <a:t>→</a:t>
            </a:r>
            <a:endParaRPr lang="en-US" sz="4267"/>
          </a:p>
        </p:txBody>
      </p:sp>
      <p:sp>
        <p:nvSpPr>
          <p:cNvPr id="67" name="Text 17">
            <a:extLst>
              <a:ext uri="{FF2B5EF4-FFF2-40B4-BE49-F238E27FC236}">
                <a16:creationId xmlns:a16="http://schemas.microsoft.com/office/drawing/2014/main" id="{24FC965E-AE36-B58B-C2EF-CBD808231249}"/>
              </a:ext>
            </a:extLst>
          </p:cNvPr>
          <p:cNvSpPr/>
          <p:nvPr/>
        </p:nvSpPr>
        <p:spPr>
          <a:xfrm>
            <a:off x="4300637" y="1548207"/>
            <a:ext cx="2011259" cy="489901"/>
          </a:xfrm>
          <a:prstGeom prst="rect">
            <a:avLst/>
          </a:prstGeom>
          <a:noFill/>
          <a:ln/>
        </p:spPr>
        <p:txBody>
          <a:bodyPr wrap="square" lIns="0" tIns="0" rIns="0" bIns="0" rtlCol="0" anchor="t">
            <a:noAutofit/>
          </a:bodyPr>
          <a:lstStyle/>
          <a:p>
            <a:pPr marL="0" indent="0" algn="l">
              <a:lnSpc>
                <a:spcPct val="135000"/>
              </a:lnSpc>
              <a:buNone/>
            </a:pPr>
            <a:r>
              <a:rPr lang="en-US" sz="1200">
                <a:solidFill>
                  <a:srgbClr val="333333"/>
                </a:solidFill>
                <a:latin typeface="Segoe UI" pitchFamily="34" charset="0"/>
                <a:ea typeface="Segoe UI" pitchFamily="34" charset="-122"/>
                <a:cs typeface="Segoe UI" pitchFamily="34" charset="-120"/>
              </a:rPr>
              <a:t>Adjust the raw user question to make embedding easier/higher quality </a:t>
            </a:r>
            <a:endParaRPr lang="en-US" sz="1200"/>
          </a:p>
        </p:txBody>
      </p:sp>
      <p:grpSp>
        <p:nvGrpSpPr>
          <p:cNvPr id="71" name="Group 70">
            <a:extLst>
              <a:ext uri="{FF2B5EF4-FFF2-40B4-BE49-F238E27FC236}">
                <a16:creationId xmlns:a16="http://schemas.microsoft.com/office/drawing/2014/main" id="{0B878733-2E5C-E8F5-66EA-EE3834887199}"/>
              </a:ext>
            </a:extLst>
          </p:cNvPr>
          <p:cNvGrpSpPr/>
          <p:nvPr/>
        </p:nvGrpSpPr>
        <p:grpSpPr>
          <a:xfrm>
            <a:off x="923520" y="2686802"/>
            <a:ext cx="5102031" cy="1449194"/>
            <a:chOff x="1382567" y="2731565"/>
            <a:chExt cx="5102031" cy="1449194"/>
          </a:xfrm>
        </p:grpSpPr>
        <p:grpSp>
          <p:nvGrpSpPr>
            <p:cNvPr id="66" name="Group 65">
              <a:extLst>
                <a:ext uri="{FF2B5EF4-FFF2-40B4-BE49-F238E27FC236}">
                  <a16:creationId xmlns:a16="http://schemas.microsoft.com/office/drawing/2014/main" id="{937CCADB-AD0C-18DA-62D3-7FC2F04497C8}"/>
                </a:ext>
              </a:extLst>
            </p:cNvPr>
            <p:cNvGrpSpPr/>
            <p:nvPr/>
          </p:nvGrpSpPr>
          <p:grpSpPr>
            <a:xfrm>
              <a:off x="1406298" y="2731565"/>
              <a:ext cx="4966543" cy="1449194"/>
              <a:chOff x="3505130" y="4295644"/>
              <a:chExt cx="4966543" cy="1151644"/>
            </a:xfrm>
          </p:grpSpPr>
          <p:sp>
            <p:nvSpPr>
              <p:cNvPr id="31" name="Shape 29"/>
              <p:cNvSpPr/>
              <p:nvPr/>
            </p:nvSpPr>
            <p:spPr>
              <a:xfrm>
                <a:off x="3505130" y="4295644"/>
                <a:ext cx="4966543" cy="627671"/>
              </a:xfrm>
              <a:prstGeom prst="roundRect">
                <a:avLst>
                  <a:gd name="adj" fmla="val 13716"/>
                </a:avLst>
              </a:prstGeom>
              <a:solidFill>
                <a:srgbClr val="E8F6EE"/>
              </a:solidFill>
              <a:ln w="9525">
                <a:solidFill>
                  <a:srgbClr val="B7DDC4"/>
                </a:solidFill>
                <a:prstDash val="solid"/>
              </a:ln>
            </p:spPr>
            <p:txBody>
              <a:bodyPr/>
              <a:lstStyle/>
              <a:p>
                <a:endParaRPr lang="en-US"/>
              </a:p>
            </p:txBody>
          </p:sp>
          <p:sp>
            <p:nvSpPr>
              <p:cNvPr id="32" name="Text 30"/>
              <p:cNvSpPr/>
              <p:nvPr/>
            </p:nvSpPr>
            <p:spPr>
              <a:xfrm>
                <a:off x="3553332" y="4328980"/>
                <a:ext cx="4853938" cy="212715"/>
              </a:xfrm>
              <a:prstGeom prst="rect">
                <a:avLst/>
              </a:prstGeom>
              <a:noFill/>
              <a:ln/>
            </p:spPr>
            <p:txBody>
              <a:bodyPr wrap="square" lIns="25400" tIns="25400" rIns="25400" bIns="25400" rtlCol="0" anchor="t">
                <a:normAutofit/>
              </a:bodyPr>
              <a:lstStyle/>
              <a:p>
                <a:pPr marL="0" indent="0" algn="l">
                  <a:lnSpc>
                    <a:spcPct val="135000"/>
                  </a:lnSpc>
                  <a:buNone/>
                </a:pPr>
                <a:r>
                  <a:rPr lang="en-US" sz="1100" b="1">
                    <a:solidFill>
                      <a:srgbClr val="0F6B3A"/>
                    </a:solidFill>
                    <a:latin typeface="Segoe UI" pitchFamily="34" charset="0"/>
                    <a:ea typeface="Segoe UI" pitchFamily="34" charset="-122"/>
                    <a:cs typeface="Segoe UI" pitchFamily="34" charset="-120"/>
                  </a:rPr>
                  <a:t>Retrieve</a:t>
                </a:r>
                <a:endParaRPr lang="en-US" sz="1100"/>
              </a:p>
            </p:txBody>
          </p:sp>
          <p:sp>
            <p:nvSpPr>
              <p:cNvPr id="33" name="Text 31"/>
              <p:cNvSpPr/>
              <p:nvPr/>
            </p:nvSpPr>
            <p:spPr>
              <a:xfrm>
                <a:off x="3615482" y="4460452"/>
                <a:ext cx="4853938" cy="369698"/>
              </a:xfrm>
              <a:prstGeom prst="rect">
                <a:avLst/>
              </a:prstGeom>
              <a:noFill/>
              <a:ln/>
            </p:spPr>
            <p:txBody>
              <a:bodyPr wrap="square" lIns="25400" tIns="25400" rIns="25400" bIns="25400" rtlCol="0" anchor="t">
                <a:normAutofit/>
              </a:bodyPr>
              <a:lstStyle/>
              <a:p>
                <a:pPr marL="0" indent="0" algn="l">
                  <a:lnSpc>
                    <a:spcPct val="135000"/>
                  </a:lnSpc>
                  <a:buNone/>
                </a:pPr>
                <a:endParaRPr lang="en-US" sz="1200"/>
              </a:p>
            </p:txBody>
          </p:sp>
          <p:sp>
            <p:nvSpPr>
              <p:cNvPr id="34" name="Shape 32"/>
              <p:cNvSpPr/>
              <p:nvPr/>
            </p:nvSpPr>
            <p:spPr>
              <a:xfrm flipH="1">
                <a:off x="5827085" y="4957636"/>
                <a:ext cx="45719" cy="489652"/>
              </a:xfrm>
              <a:prstGeom prst="rect">
                <a:avLst/>
              </a:prstGeom>
              <a:solidFill>
                <a:srgbClr val="28A06A"/>
              </a:solidFill>
              <a:ln/>
            </p:spPr>
            <p:txBody>
              <a:bodyPr/>
              <a:lstStyle/>
              <a:p>
                <a:endParaRPr lang="en-US"/>
              </a:p>
            </p:txBody>
          </p:sp>
        </p:grpSp>
        <p:sp>
          <p:nvSpPr>
            <p:cNvPr id="68" name="TextBox 67">
              <a:extLst>
                <a:ext uri="{FF2B5EF4-FFF2-40B4-BE49-F238E27FC236}">
                  <a16:creationId xmlns:a16="http://schemas.microsoft.com/office/drawing/2014/main" id="{1764C3E4-7D35-F84D-8719-F25037D51C47}"/>
                </a:ext>
              </a:extLst>
            </p:cNvPr>
            <p:cNvSpPr txBox="1"/>
            <p:nvPr/>
          </p:nvSpPr>
          <p:spPr>
            <a:xfrm>
              <a:off x="1382567" y="2920256"/>
              <a:ext cx="5102031" cy="563424"/>
            </a:xfrm>
            <a:prstGeom prst="rect">
              <a:avLst/>
            </a:prstGeom>
            <a:noFill/>
          </p:spPr>
          <p:txBody>
            <a:bodyPr wrap="square" rtlCol="0">
              <a:spAutoFit/>
            </a:bodyPr>
            <a:lstStyle/>
            <a:p>
              <a:pPr>
                <a:lnSpc>
                  <a:spcPct val="135000"/>
                </a:lnSpc>
              </a:pPr>
              <a:r>
                <a:rPr lang="en-US" sz="1200">
                  <a:solidFill>
                    <a:srgbClr val="333333"/>
                  </a:solidFill>
                  <a:latin typeface="Segoe UI" pitchFamily="34" charset="0"/>
                  <a:cs typeface="Segoe UI" pitchFamily="34" charset="-120"/>
                </a:rPr>
                <a:t>Receive top N relevant chunks, and do complex math to further rank the different chunks of texts in their relevance to user question.</a:t>
              </a:r>
            </a:p>
          </p:txBody>
        </p:sp>
      </p:gr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 name="Text 47"/>
          <p:cNvSpPr/>
          <p:nvPr/>
        </p:nvSpPr>
        <p:spPr>
          <a:xfrm>
            <a:off x="9216428" y="494352"/>
            <a:ext cx="2293622" cy="2531767"/>
          </a:xfrm>
          <a:prstGeom prst="rect">
            <a:avLst/>
          </a:prstGeom>
          <a:noFill/>
          <a:ln/>
        </p:spPr>
        <p:txBody>
          <a:bodyPr wrap="square" lIns="25400" tIns="25400" rIns="25400" bIns="25400" rtlCol="0" anchor="t">
            <a:noAutofit/>
          </a:bodyPr>
          <a:lstStyle/>
          <a:p>
            <a:pPr marL="0" indent="0" algn="l">
              <a:lnSpc>
                <a:spcPct val="120000"/>
              </a:lnSpc>
              <a:buNone/>
            </a:pPr>
            <a:r>
              <a:rPr lang="en-US" sz="4400" b="1">
                <a:solidFill>
                  <a:srgbClr val="012060"/>
                </a:solidFill>
                <a:latin typeface="Segoe UI" pitchFamily="34" charset="0"/>
                <a:ea typeface="Segoe UI" pitchFamily="34" charset="-122"/>
                <a:cs typeface="Segoe UI" pitchFamily="34" charset="-120"/>
              </a:rPr>
              <a:t>The open-source RAG stack</a:t>
            </a:r>
            <a:endParaRPr lang="en-US" sz="4400"/>
          </a:p>
        </p:txBody>
      </p:sp>
      <p:sp>
        <p:nvSpPr>
          <p:cNvPr id="52" name="Text 49"/>
          <p:cNvSpPr/>
          <p:nvPr/>
        </p:nvSpPr>
        <p:spPr>
          <a:xfrm>
            <a:off x="3812733" y="4441462"/>
            <a:ext cx="670837" cy="979078"/>
          </a:xfrm>
          <a:prstGeom prst="rect">
            <a:avLst/>
          </a:prstGeom>
          <a:noFill/>
          <a:ln/>
        </p:spPr>
        <p:txBody>
          <a:bodyPr wrap="square" lIns="25400" tIns="25400" rIns="25400" bIns="25400" rtlCol="0" anchor="t">
            <a:normAutofit/>
          </a:bodyPr>
          <a:lstStyle/>
          <a:p>
            <a:pPr marL="0" indent="0" algn="l">
              <a:lnSpc>
                <a:spcPct val="135000"/>
              </a:lnSpc>
              <a:buNone/>
            </a:pPr>
            <a:endParaRPr lang="en-US" sz="1100"/>
          </a:p>
        </p:txBody>
      </p:sp>
      <p:sp>
        <p:nvSpPr>
          <p:cNvPr id="53" name="Text 50"/>
          <p:cNvSpPr/>
          <p:nvPr/>
        </p:nvSpPr>
        <p:spPr>
          <a:xfrm>
            <a:off x="808698" y="3680983"/>
            <a:ext cx="2240350" cy="2833562"/>
          </a:xfrm>
          <a:prstGeom prst="rect">
            <a:avLst/>
          </a:prstGeom>
          <a:noFill/>
          <a:ln/>
        </p:spPr>
        <p:txBody>
          <a:bodyPr wrap="square" lIns="0" tIns="0" rIns="0" bIns="0" rtlCol="0" anchor="t">
            <a:noAutofit/>
          </a:bodyPr>
          <a:lstStyle/>
          <a:p>
            <a:pPr>
              <a:lnSpc>
                <a:spcPct val="135000"/>
              </a:lnSpc>
            </a:pPr>
            <a:r>
              <a:rPr lang="en-US" sz="1200" b="1" kern="0" spc="7">
                <a:solidFill>
                  <a:srgbClr val="012060"/>
                </a:solidFill>
                <a:latin typeface="Segoe UI" pitchFamily="34" charset="0"/>
                <a:ea typeface="Segoe UI" pitchFamily="34" charset="-122"/>
                <a:cs typeface="Segoe UI" pitchFamily="34" charset="-120"/>
              </a:rPr>
              <a:t>Six layers</a:t>
            </a:r>
            <a:endParaRPr lang="en-US" sz="1200"/>
          </a:p>
          <a:p>
            <a:pPr marL="0" indent="0" algn="l">
              <a:lnSpc>
                <a:spcPct val="135000"/>
              </a:lnSpc>
              <a:buNone/>
            </a:pPr>
            <a:r>
              <a:rPr lang="en-US" sz="1400" kern="0" spc="7">
                <a:solidFill>
                  <a:srgbClr val="666666"/>
                </a:solidFill>
                <a:latin typeface="Segoe UI" pitchFamily="34" charset="0"/>
                <a:ea typeface="Segoe UI" pitchFamily="34" charset="-122"/>
                <a:cs typeface="Segoe UI" pitchFamily="34" charset="-120"/>
              </a:rPr>
              <a:t>sit behind every RAG app: ingest, embeddings, vector DB, retrieval/ranking, LLM frameworks, and the LLM itself.</a:t>
            </a:r>
            <a:endParaRPr lang="en-US" sz="1400"/>
          </a:p>
        </p:txBody>
      </p:sp>
      <p:sp>
        <p:nvSpPr>
          <p:cNvPr id="54" name="Text 51"/>
          <p:cNvSpPr/>
          <p:nvPr/>
        </p:nvSpPr>
        <p:spPr>
          <a:xfrm>
            <a:off x="8870698" y="5097764"/>
            <a:ext cx="3942286" cy="622054"/>
          </a:xfrm>
          <a:prstGeom prst="rect">
            <a:avLst/>
          </a:prstGeom>
          <a:noFill/>
          <a:ln/>
        </p:spPr>
        <p:txBody>
          <a:bodyPr wrap="square" lIns="25400" tIns="25400" rIns="25400" bIns="25400" rtlCol="0" anchor="t">
            <a:normAutofit/>
          </a:bodyPr>
          <a:lstStyle/>
          <a:p>
            <a:pPr marL="0" indent="0" algn="l">
              <a:lnSpc>
                <a:spcPct val="135000"/>
              </a:lnSpc>
              <a:buNone/>
            </a:pPr>
            <a:r>
              <a:rPr lang="en-US" sz="1100" kern="0" spc="7">
                <a:solidFill>
                  <a:srgbClr val="888888"/>
                </a:solidFill>
                <a:latin typeface="Segoe UI" pitchFamily="34" charset="0"/>
                <a:ea typeface="Segoe UI" pitchFamily="34" charset="-122"/>
                <a:cs typeface="Segoe UI" pitchFamily="34" charset="-120"/>
              </a:rPr>
              <a:t>Diagram credit: Shalini Goyal (@goyalshalini)</a:t>
            </a:r>
            <a:endParaRPr lang="en-US" sz="1100"/>
          </a:p>
        </p:txBody>
      </p:sp>
      <p:pic>
        <p:nvPicPr>
          <p:cNvPr id="59" name="Picture 58">
            <a:extLst>
              <a:ext uri="{FF2B5EF4-FFF2-40B4-BE49-F238E27FC236}">
                <a16:creationId xmlns:a16="http://schemas.microsoft.com/office/drawing/2014/main" id="{6B2C4D90-FD9D-FC2D-25F2-A086C656B394}"/>
              </a:ext>
            </a:extLst>
          </p:cNvPr>
          <p:cNvPicPr>
            <a:picLocks noChangeAspect="1"/>
          </p:cNvPicPr>
          <p:nvPr/>
        </p:nvPicPr>
        <p:blipFill>
          <a:blip r:embed="rId3"/>
          <a:srcRect t="14878"/>
          <a:stretch>
            <a:fillRect/>
          </a:stretch>
        </p:blipFill>
        <p:spPr>
          <a:xfrm>
            <a:off x="3934690" y="1154292"/>
            <a:ext cx="4675155" cy="5526656"/>
          </a:xfrm>
          <a:prstGeom prst="rect">
            <a:avLst/>
          </a:prstGeom>
          <a:ln>
            <a:noFill/>
          </a:ln>
        </p:spPr>
      </p:pic>
      <p:sp>
        <p:nvSpPr>
          <p:cNvPr id="2" name="Title 1">
            <a:extLst>
              <a:ext uri="{FF2B5EF4-FFF2-40B4-BE49-F238E27FC236}">
                <a16:creationId xmlns:a16="http://schemas.microsoft.com/office/drawing/2014/main" id="{03D11DAD-5526-B601-8480-713CFEBD827C}"/>
              </a:ext>
            </a:extLst>
          </p:cNvPr>
          <p:cNvSpPr>
            <a:spLocks noGrp="1"/>
          </p:cNvSpPr>
          <p:nvPr>
            <p:ph type="title"/>
          </p:nvPr>
        </p:nvSpPr>
        <p:spPr>
          <a:xfrm>
            <a:off x="609600" y="463550"/>
            <a:ext cx="2240350" cy="523220"/>
          </a:xfrm>
        </p:spPr>
        <p:txBody>
          <a:bodyPr/>
          <a:lstStyle/>
          <a:p>
            <a:r>
              <a:rPr lang="en-US" dirty="0"/>
              <a:t>Various tools for each step in a RAG</a:t>
            </a:r>
          </a:p>
        </p:txBody>
      </p:sp>
    </p:spTree>
    <p:extLst>
      <p:ext uri="{BB962C8B-B14F-4D97-AF65-F5344CB8AC3E}">
        <p14:creationId xmlns:p14="http://schemas.microsoft.com/office/powerpoint/2010/main" val="2419639239"/>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D02B9-C003-8AA4-6632-BA8BA8C27B2C}"/>
              </a:ext>
            </a:extLst>
          </p:cNvPr>
          <p:cNvSpPr>
            <a:spLocks noGrp="1"/>
          </p:cNvSpPr>
          <p:nvPr>
            <p:ph type="title" idx="4294967295"/>
          </p:nvPr>
        </p:nvSpPr>
        <p:spPr>
          <a:xfrm>
            <a:off x="857249" y="438150"/>
            <a:ext cx="9191626" cy="1162050"/>
          </a:xfrm>
        </p:spPr>
        <p:txBody>
          <a:bodyPr/>
          <a:lstStyle/>
          <a:p>
            <a:r>
              <a:rPr lang="en-US" dirty="0"/>
              <a:t>What We Just Learned — </a:t>
            </a:r>
            <a:br>
              <a:rPr lang="en-US" dirty="0"/>
            </a:br>
            <a:r>
              <a:rPr lang="en-US" dirty="0"/>
              <a:t>and Where We're Going Next</a:t>
            </a:r>
            <a:br>
              <a:rPr lang="en-US" dirty="0"/>
            </a:br>
            <a:endParaRPr lang="en-US" dirty="0"/>
          </a:p>
        </p:txBody>
      </p:sp>
      <p:sp>
        <p:nvSpPr>
          <p:cNvPr id="34" name="Shape 3">
            <a:extLst>
              <a:ext uri="{FF2B5EF4-FFF2-40B4-BE49-F238E27FC236}">
                <a16:creationId xmlns:a16="http://schemas.microsoft.com/office/drawing/2014/main" id="{A5278628-2E82-8D27-E935-90B012DACFE0}"/>
              </a:ext>
            </a:extLst>
          </p:cNvPr>
          <p:cNvSpPr/>
          <p:nvPr/>
        </p:nvSpPr>
        <p:spPr>
          <a:xfrm>
            <a:off x="857250" y="1930896"/>
            <a:ext cx="4724400" cy="2908697"/>
          </a:xfrm>
          <a:prstGeom prst="rect">
            <a:avLst/>
          </a:prstGeom>
          <a:solidFill>
            <a:srgbClr val="FFFFFF"/>
          </a:solidFill>
          <a:ln/>
        </p:spPr>
        <p:txBody>
          <a:bodyPr/>
          <a:lstStyle/>
          <a:p>
            <a:endParaRPr lang="en-US" sz="2800"/>
          </a:p>
        </p:txBody>
      </p:sp>
      <p:sp>
        <p:nvSpPr>
          <p:cNvPr id="35" name="Shape 4">
            <a:extLst>
              <a:ext uri="{FF2B5EF4-FFF2-40B4-BE49-F238E27FC236}">
                <a16:creationId xmlns:a16="http://schemas.microsoft.com/office/drawing/2014/main" id="{FC3E5A75-396F-1A38-0D42-299DCC75474E}"/>
              </a:ext>
            </a:extLst>
          </p:cNvPr>
          <p:cNvSpPr/>
          <p:nvPr/>
        </p:nvSpPr>
        <p:spPr>
          <a:xfrm>
            <a:off x="857250" y="4830068"/>
            <a:ext cx="4684835" cy="45719"/>
          </a:xfrm>
          <a:prstGeom prst="rect">
            <a:avLst/>
          </a:prstGeom>
          <a:solidFill>
            <a:srgbClr val="D5DDEE"/>
          </a:solidFill>
          <a:ln/>
        </p:spPr>
        <p:txBody>
          <a:bodyPr/>
          <a:lstStyle/>
          <a:p>
            <a:endParaRPr lang="en-US" sz="2800"/>
          </a:p>
        </p:txBody>
      </p:sp>
      <p:sp>
        <p:nvSpPr>
          <p:cNvPr id="36" name="Shape 5">
            <a:extLst>
              <a:ext uri="{FF2B5EF4-FFF2-40B4-BE49-F238E27FC236}">
                <a16:creationId xmlns:a16="http://schemas.microsoft.com/office/drawing/2014/main" id="{BD118D7E-1064-25D1-4B07-C918EF140AF9}"/>
              </a:ext>
            </a:extLst>
          </p:cNvPr>
          <p:cNvSpPr/>
          <p:nvPr/>
        </p:nvSpPr>
        <p:spPr>
          <a:xfrm>
            <a:off x="857250" y="1930895"/>
            <a:ext cx="4684835" cy="45719"/>
          </a:xfrm>
          <a:prstGeom prst="rect">
            <a:avLst/>
          </a:prstGeom>
          <a:solidFill>
            <a:srgbClr val="15A3EB"/>
          </a:solidFill>
          <a:ln/>
        </p:spPr>
        <p:txBody>
          <a:bodyPr/>
          <a:lstStyle/>
          <a:p>
            <a:endParaRPr lang="en-US" sz="2800"/>
          </a:p>
        </p:txBody>
      </p:sp>
      <p:sp>
        <p:nvSpPr>
          <p:cNvPr id="37" name="Shape 6">
            <a:extLst>
              <a:ext uri="{FF2B5EF4-FFF2-40B4-BE49-F238E27FC236}">
                <a16:creationId xmlns:a16="http://schemas.microsoft.com/office/drawing/2014/main" id="{9497435A-83EC-6F3B-8FF5-18AC67DCB9F6}"/>
              </a:ext>
            </a:extLst>
          </p:cNvPr>
          <p:cNvSpPr/>
          <p:nvPr/>
        </p:nvSpPr>
        <p:spPr>
          <a:xfrm>
            <a:off x="857250" y="1930896"/>
            <a:ext cx="9525" cy="2908697"/>
          </a:xfrm>
          <a:prstGeom prst="rect">
            <a:avLst/>
          </a:prstGeom>
          <a:solidFill>
            <a:srgbClr val="D5DDEE"/>
          </a:solidFill>
          <a:ln/>
        </p:spPr>
        <p:txBody>
          <a:bodyPr/>
          <a:lstStyle/>
          <a:p>
            <a:endParaRPr lang="en-US" sz="2800"/>
          </a:p>
        </p:txBody>
      </p:sp>
      <p:sp>
        <p:nvSpPr>
          <p:cNvPr id="38" name="Shape 7">
            <a:extLst>
              <a:ext uri="{FF2B5EF4-FFF2-40B4-BE49-F238E27FC236}">
                <a16:creationId xmlns:a16="http://schemas.microsoft.com/office/drawing/2014/main" id="{C8CE345B-BCCD-0E36-A49E-E7E8232220C0}"/>
              </a:ext>
            </a:extLst>
          </p:cNvPr>
          <p:cNvSpPr/>
          <p:nvPr/>
        </p:nvSpPr>
        <p:spPr>
          <a:xfrm>
            <a:off x="5570660" y="1930896"/>
            <a:ext cx="9525" cy="2908697"/>
          </a:xfrm>
          <a:prstGeom prst="rect">
            <a:avLst/>
          </a:prstGeom>
          <a:solidFill>
            <a:srgbClr val="D5DDEE"/>
          </a:solidFill>
          <a:ln/>
        </p:spPr>
        <p:txBody>
          <a:bodyPr/>
          <a:lstStyle/>
          <a:p>
            <a:endParaRPr lang="en-US" sz="2800"/>
          </a:p>
        </p:txBody>
      </p:sp>
      <p:sp>
        <p:nvSpPr>
          <p:cNvPr id="39" name="Text 8">
            <a:extLst>
              <a:ext uri="{FF2B5EF4-FFF2-40B4-BE49-F238E27FC236}">
                <a16:creationId xmlns:a16="http://schemas.microsoft.com/office/drawing/2014/main" id="{215028FA-07E5-F3D8-6949-203A76A7250F}"/>
              </a:ext>
            </a:extLst>
          </p:cNvPr>
          <p:cNvSpPr/>
          <p:nvPr/>
        </p:nvSpPr>
        <p:spPr>
          <a:xfrm>
            <a:off x="1114425" y="2216646"/>
            <a:ext cx="4552188" cy="171450"/>
          </a:xfrm>
          <a:prstGeom prst="rect">
            <a:avLst/>
          </a:prstGeom>
          <a:noFill/>
          <a:ln/>
        </p:spPr>
        <p:txBody>
          <a:bodyPr wrap="square" lIns="25400" tIns="25400" rIns="25400" bIns="25400" rtlCol="0" anchor="t">
            <a:noAutofit/>
          </a:bodyPr>
          <a:lstStyle/>
          <a:p>
            <a:pPr marL="0" indent="0" algn="l">
              <a:buNone/>
            </a:pPr>
            <a:r>
              <a:rPr lang="en-US" sz="1000" b="1" kern="0" spc="150">
                <a:solidFill>
                  <a:srgbClr val="15A3EB"/>
                </a:solidFill>
                <a:latin typeface="Segoe UI" pitchFamily="34" charset="0"/>
                <a:ea typeface="Segoe UI" pitchFamily="34" charset="-122"/>
                <a:cs typeface="Segoe UI" pitchFamily="34" charset="-120"/>
              </a:rPr>
              <a:t>RAG · WHAT YOU JUST SAW</a:t>
            </a:r>
            <a:endParaRPr lang="en-US" sz="1000"/>
          </a:p>
        </p:txBody>
      </p:sp>
      <p:sp>
        <p:nvSpPr>
          <p:cNvPr id="40" name="Text 9">
            <a:extLst>
              <a:ext uri="{FF2B5EF4-FFF2-40B4-BE49-F238E27FC236}">
                <a16:creationId xmlns:a16="http://schemas.microsoft.com/office/drawing/2014/main" id="{2B8B6E02-48F3-88EB-87FF-400BA093FB28}"/>
              </a:ext>
            </a:extLst>
          </p:cNvPr>
          <p:cNvSpPr/>
          <p:nvPr/>
        </p:nvSpPr>
        <p:spPr>
          <a:xfrm>
            <a:off x="1114425" y="2388096"/>
            <a:ext cx="4552188" cy="476250"/>
          </a:xfrm>
          <a:prstGeom prst="rect">
            <a:avLst/>
          </a:prstGeom>
          <a:noFill/>
          <a:ln/>
        </p:spPr>
        <p:txBody>
          <a:bodyPr wrap="square" lIns="25400" tIns="25400" rIns="25400" bIns="25400" rtlCol="0" anchor="t">
            <a:noAutofit/>
          </a:bodyPr>
          <a:lstStyle/>
          <a:p>
            <a:pPr marL="0" indent="0" algn="l">
              <a:buNone/>
            </a:pPr>
            <a:r>
              <a:rPr lang="en-US" sz="2000" b="1">
                <a:solidFill>
                  <a:srgbClr val="012060"/>
                </a:solidFill>
                <a:latin typeface="Segoe UI" pitchFamily="34" charset="0"/>
                <a:ea typeface="Segoe UI" pitchFamily="34" charset="-122"/>
                <a:cs typeface="Segoe UI" pitchFamily="34" charset="-120"/>
              </a:rPr>
              <a:t>One tool, one job: retrieve, then answer.</a:t>
            </a:r>
            <a:endParaRPr lang="en-US" sz="2000"/>
          </a:p>
        </p:txBody>
      </p:sp>
      <p:sp>
        <p:nvSpPr>
          <p:cNvPr id="41" name="Shape 10">
            <a:extLst>
              <a:ext uri="{FF2B5EF4-FFF2-40B4-BE49-F238E27FC236}">
                <a16:creationId xmlns:a16="http://schemas.microsoft.com/office/drawing/2014/main" id="{401E29DE-3C6C-D5CE-522E-9027219F62A4}"/>
              </a:ext>
            </a:extLst>
          </p:cNvPr>
          <p:cNvSpPr/>
          <p:nvPr/>
        </p:nvSpPr>
        <p:spPr>
          <a:xfrm>
            <a:off x="1114425" y="3291483"/>
            <a:ext cx="4419600" cy="9525"/>
          </a:xfrm>
          <a:prstGeom prst="rect">
            <a:avLst/>
          </a:prstGeom>
          <a:solidFill>
            <a:srgbClr val="EEF2FA"/>
          </a:solidFill>
          <a:ln/>
        </p:spPr>
        <p:txBody>
          <a:bodyPr/>
          <a:lstStyle/>
          <a:p>
            <a:endParaRPr lang="en-US" sz="2800"/>
          </a:p>
        </p:txBody>
      </p:sp>
      <p:sp>
        <p:nvSpPr>
          <p:cNvPr id="42" name="Text 11">
            <a:extLst>
              <a:ext uri="{FF2B5EF4-FFF2-40B4-BE49-F238E27FC236}">
                <a16:creationId xmlns:a16="http://schemas.microsoft.com/office/drawing/2014/main" id="{ADF7A731-D6B2-9711-2D5A-EB1074326339}"/>
              </a:ext>
            </a:extLst>
          </p:cNvPr>
          <p:cNvSpPr/>
          <p:nvPr/>
        </p:nvSpPr>
        <p:spPr>
          <a:xfrm>
            <a:off x="1114425" y="3054846"/>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QUESTION</a:t>
            </a:r>
            <a:endParaRPr lang="en-US" sz="1000"/>
          </a:p>
        </p:txBody>
      </p:sp>
      <p:sp>
        <p:nvSpPr>
          <p:cNvPr id="43" name="Text 12">
            <a:extLst>
              <a:ext uri="{FF2B5EF4-FFF2-40B4-BE49-F238E27FC236}">
                <a16:creationId xmlns:a16="http://schemas.microsoft.com/office/drawing/2014/main" id="{1CC30183-9646-9E89-CCF5-412830077F69}"/>
              </a:ext>
            </a:extLst>
          </p:cNvPr>
          <p:cNvSpPr/>
          <p:nvPr/>
        </p:nvSpPr>
        <p:spPr>
          <a:xfrm>
            <a:off x="2124075" y="3035796"/>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Natural language</a:t>
            </a:r>
            <a:endParaRPr lang="en-US" sz="1100"/>
          </a:p>
        </p:txBody>
      </p:sp>
      <p:sp>
        <p:nvSpPr>
          <p:cNvPr id="44" name="Shape 13">
            <a:extLst>
              <a:ext uri="{FF2B5EF4-FFF2-40B4-BE49-F238E27FC236}">
                <a16:creationId xmlns:a16="http://schemas.microsoft.com/office/drawing/2014/main" id="{886EA4A1-5DB0-E246-1954-919FCAEEE248}"/>
              </a:ext>
            </a:extLst>
          </p:cNvPr>
          <p:cNvSpPr/>
          <p:nvPr/>
        </p:nvSpPr>
        <p:spPr>
          <a:xfrm>
            <a:off x="1114425" y="3728145"/>
            <a:ext cx="4419600" cy="9525"/>
          </a:xfrm>
          <a:prstGeom prst="rect">
            <a:avLst/>
          </a:prstGeom>
          <a:solidFill>
            <a:srgbClr val="EEF2FA"/>
          </a:solidFill>
          <a:ln/>
        </p:spPr>
        <p:txBody>
          <a:bodyPr/>
          <a:lstStyle/>
          <a:p>
            <a:endParaRPr lang="en-US" sz="2800"/>
          </a:p>
        </p:txBody>
      </p:sp>
      <p:sp>
        <p:nvSpPr>
          <p:cNvPr id="45" name="Text 14">
            <a:extLst>
              <a:ext uri="{FF2B5EF4-FFF2-40B4-BE49-F238E27FC236}">
                <a16:creationId xmlns:a16="http://schemas.microsoft.com/office/drawing/2014/main" id="{921F3C6B-EF8D-36CB-C6CE-C42DDABD87A9}"/>
              </a:ext>
            </a:extLst>
          </p:cNvPr>
          <p:cNvSpPr/>
          <p:nvPr/>
        </p:nvSpPr>
        <p:spPr>
          <a:xfrm>
            <a:off x="1114425" y="3491508"/>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RETRIEVE</a:t>
            </a:r>
            <a:endParaRPr lang="en-US" sz="1000"/>
          </a:p>
        </p:txBody>
      </p:sp>
      <p:sp>
        <p:nvSpPr>
          <p:cNvPr id="46" name="Text 15">
            <a:extLst>
              <a:ext uri="{FF2B5EF4-FFF2-40B4-BE49-F238E27FC236}">
                <a16:creationId xmlns:a16="http://schemas.microsoft.com/office/drawing/2014/main" id="{A3823482-BB8C-D59E-6DD3-EAB3D2EC35AD}"/>
              </a:ext>
            </a:extLst>
          </p:cNvPr>
          <p:cNvSpPr/>
          <p:nvPr/>
        </p:nvSpPr>
        <p:spPr>
          <a:xfrm>
            <a:off x="2124075" y="3472458"/>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Vector similarity search</a:t>
            </a:r>
            <a:endParaRPr lang="en-US" sz="1100"/>
          </a:p>
        </p:txBody>
      </p:sp>
      <p:sp>
        <p:nvSpPr>
          <p:cNvPr id="47" name="Shape 16">
            <a:extLst>
              <a:ext uri="{FF2B5EF4-FFF2-40B4-BE49-F238E27FC236}">
                <a16:creationId xmlns:a16="http://schemas.microsoft.com/office/drawing/2014/main" id="{957ED213-A518-F601-89AA-7B5BE2C8AAD4}"/>
              </a:ext>
            </a:extLst>
          </p:cNvPr>
          <p:cNvSpPr/>
          <p:nvPr/>
        </p:nvSpPr>
        <p:spPr>
          <a:xfrm>
            <a:off x="1114425" y="4164806"/>
            <a:ext cx="4419600" cy="9525"/>
          </a:xfrm>
          <a:prstGeom prst="rect">
            <a:avLst/>
          </a:prstGeom>
          <a:solidFill>
            <a:srgbClr val="EEF2FA"/>
          </a:solidFill>
          <a:ln/>
        </p:spPr>
        <p:txBody>
          <a:bodyPr/>
          <a:lstStyle/>
          <a:p>
            <a:endParaRPr lang="en-US" sz="2800"/>
          </a:p>
        </p:txBody>
      </p:sp>
      <p:sp>
        <p:nvSpPr>
          <p:cNvPr id="48" name="Text 17">
            <a:extLst>
              <a:ext uri="{FF2B5EF4-FFF2-40B4-BE49-F238E27FC236}">
                <a16:creationId xmlns:a16="http://schemas.microsoft.com/office/drawing/2014/main" id="{13045105-A6F6-18C5-3255-53142447D4B6}"/>
              </a:ext>
            </a:extLst>
          </p:cNvPr>
          <p:cNvSpPr/>
          <p:nvPr/>
        </p:nvSpPr>
        <p:spPr>
          <a:xfrm>
            <a:off x="1114425" y="3928170"/>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INJECT</a:t>
            </a:r>
            <a:endParaRPr lang="en-US" sz="1000"/>
          </a:p>
        </p:txBody>
      </p:sp>
      <p:sp>
        <p:nvSpPr>
          <p:cNvPr id="49" name="Text 18">
            <a:extLst>
              <a:ext uri="{FF2B5EF4-FFF2-40B4-BE49-F238E27FC236}">
                <a16:creationId xmlns:a16="http://schemas.microsoft.com/office/drawing/2014/main" id="{2082967D-8A92-5EF5-512E-B81486FA77ED}"/>
              </a:ext>
            </a:extLst>
          </p:cNvPr>
          <p:cNvSpPr/>
          <p:nvPr/>
        </p:nvSpPr>
        <p:spPr>
          <a:xfrm>
            <a:off x="2124075" y="3909120"/>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Relevant chunks → prompt</a:t>
            </a:r>
            <a:endParaRPr lang="en-US" sz="1100"/>
          </a:p>
        </p:txBody>
      </p:sp>
      <p:sp>
        <p:nvSpPr>
          <p:cNvPr id="50" name="Text 19">
            <a:extLst>
              <a:ext uri="{FF2B5EF4-FFF2-40B4-BE49-F238E27FC236}">
                <a16:creationId xmlns:a16="http://schemas.microsoft.com/office/drawing/2014/main" id="{6A5EBED4-37FB-1560-C832-51392D1DFEA8}"/>
              </a:ext>
            </a:extLst>
          </p:cNvPr>
          <p:cNvSpPr/>
          <p:nvPr/>
        </p:nvSpPr>
        <p:spPr>
          <a:xfrm>
            <a:off x="1114425" y="4364831"/>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ANSWER</a:t>
            </a:r>
            <a:endParaRPr lang="en-US" sz="1000"/>
          </a:p>
        </p:txBody>
      </p:sp>
      <p:sp>
        <p:nvSpPr>
          <p:cNvPr id="51" name="Text 20">
            <a:extLst>
              <a:ext uri="{FF2B5EF4-FFF2-40B4-BE49-F238E27FC236}">
                <a16:creationId xmlns:a16="http://schemas.microsoft.com/office/drawing/2014/main" id="{FD4FCA65-B8C3-AB6B-2CEE-AB06F729E1A1}"/>
              </a:ext>
            </a:extLst>
          </p:cNvPr>
          <p:cNvSpPr/>
          <p:nvPr/>
        </p:nvSpPr>
        <p:spPr>
          <a:xfrm>
            <a:off x="2124075" y="4345781"/>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Grounded, with citations</a:t>
            </a:r>
            <a:endParaRPr lang="en-US" sz="1100"/>
          </a:p>
        </p:txBody>
      </p:sp>
      <p:sp>
        <p:nvSpPr>
          <p:cNvPr id="52" name="Shape 21">
            <a:extLst>
              <a:ext uri="{FF2B5EF4-FFF2-40B4-BE49-F238E27FC236}">
                <a16:creationId xmlns:a16="http://schemas.microsoft.com/office/drawing/2014/main" id="{28B34C65-838C-10C4-7039-ED1602748C34}"/>
              </a:ext>
            </a:extLst>
          </p:cNvPr>
          <p:cNvSpPr/>
          <p:nvPr/>
        </p:nvSpPr>
        <p:spPr>
          <a:xfrm>
            <a:off x="5765804" y="2961084"/>
            <a:ext cx="457200" cy="457200"/>
          </a:xfrm>
          <a:prstGeom prst="ellipse">
            <a:avLst/>
          </a:prstGeom>
          <a:solidFill>
            <a:srgbClr val="003CB9"/>
          </a:solidFill>
          <a:ln/>
        </p:spPr>
        <p:txBody>
          <a:bodyPr/>
          <a:lstStyle/>
          <a:p>
            <a:endParaRPr lang="en-US" sz="2800"/>
          </a:p>
        </p:txBody>
      </p:sp>
      <p:sp>
        <p:nvSpPr>
          <p:cNvPr id="53" name="Text 22">
            <a:extLst>
              <a:ext uri="{FF2B5EF4-FFF2-40B4-BE49-F238E27FC236}">
                <a16:creationId xmlns:a16="http://schemas.microsoft.com/office/drawing/2014/main" id="{6DD10C74-2956-CC8A-8A56-819DCF2AE44F}"/>
              </a:ext>
            </a:extLst>
          </p:cNvPr>
          <p:cNvSpPr/>
          <p:nvPr/>
        </p:nvSpPr>
        <p:spPr>
          <a:xfrm>
            <a:off x="5727704" y="2961084"/>
            <a:ext cx="533400" cy="495300"/>
          </a:xfrm>
          <a:prstGeom prst="rect">
            <a:avLst/>
          </a:prstGeom>
          <a:noFill/>
          <a:ln/>
        </p:spPr>
        <p:txBody>
          <a:bodyPr wrap="square" lIns="25400" tIns="25400" rIns="25400" bIns="25400" rtlCol="0" anchor="ctr">
            <a:normAutofit/>
          </a:bodyPr>
          <a:lstStyle/>
          <a:p>
            <a:pPr marL="0" indent="0" algn="ctr">
              <a:buNone/>
            </a:pPr>
            <a:r>
              <a:rPr lang="en-US" sz="2400" b="1">
                <a:solidFill>
                  <a:srgbClr val="FFFFFF"/>
                </a:solidFill>
                <a:latin typeface="Segoe UI" pitchFamily="34" charset="0"/>
                <a:ea typeface="Segoe UI" pitchFamily="34" charset="-122"/>
                <a:cs typeface="Segoe UI" pitchFamily="34" charset="-120"/>
              </a:rPr>
              <a:t>→</a:t>
            </a:r>
            <a:endParaRPr lang="en-US" sz="2400"/>
          </a:p>
        </p:txBody>
      </p:sp>
      <p:sp>
        <p:nvSpPr>
          <p:cNvPr id="54" name="Text 23">
            <a:extLst>
              <a:ext uri="{FF2B5EF4-FFF2-40B4-BE49-F238E27FC236}">
                <a16:creationId xmlns:a16="http://schemas.microsoft.com/office/drawing/2014/main" id="{CE5FAEEC-2034-504E-8D18-BA1A52465C23}"/>
              </a:ext>
            </a:extLst>
          </p:cNvPr>
          <p:cNvSpPr/>
          <p:nvPr/>
        </p:nvSpPr>
        <p:spPr>
          <a:xfrm>
            <a:off x="5642325" y="3584566"/>
            <a:ext cx="685800" cy="372070"/>
          </a:xfrm>
          <a:prstGeom prst="rect">
            <a:avLst/>
          </a:prstGeom>
          <a:noFill/>
          <a:ln/>
        </p:spPr>
        <p:txBody>
          <a:bodyPr wrap="square" lIns="25400" tIns="25400" rIns="25400" bIns="25400" rtlCol="0" anchor="t">
            <a:noAutofit/>
          </a:bodyPr>
          <a:lstStyle/>
          <a:p>
            <a:pPr marL="0" indent="0" algn="ctr">
              <a:lnSpc>
                <a:spcPct val="130000"/>
              </a:lnSpc>
              <a:buNone/>
            </a:pPr>
            <a:r>
              <a:rPr lang="en-US" sz="900" b="1" kern="0" spc="122">
                <a:solidFill>
                  <a:srgbClr val="003CB9"/>
                </a:solidFill>
                <a:latin typeface="Segoe UI" pitchFamily="34" charset="0"/>
                <a:ea typeface="Segoe UI" pitchFamily="34" charset="-122"/>
                <a:cs typeface="Segoe UI" pitchFamily="34" charset="-120"/>
              </a:rPr>
              <a:t>NOW ADD THE AGENT LAYER</a:t>
            </a:r>
            <a:endParaRPr lang="en-US" sz="900"/>
          </a:p>
        </p:txBody>
      </p:sp>
      <p:sp>
        <p:nvSpPr>
          <p:cNvPr id="55" name="Shape 24">
            <a:extLst>
              <a:ext uri="{FF2B5EF4-FFF2-40B4-BE49-F238E27FC236}">
                <a16:creationId xmlns:a16="http://schemas.microsoft.com/office/drawing/2014/main" id="{8FFC2339-C929-55DA-B34C-E549E1E70EE8}"/>
              </a:ext>
            </a:extLst>
          </p:cNvPr>
          <p:cNvSpPr/>
          <p:nvPr/>
        </p:nvSpPr>
        <p:spPr>
          <a:xfrm>
            <a:off x="6400800" y="1930896"/>
            <a:ext cx="4933950" cy="2908697"/>
          </a:xfrm>
          <a:prstGeom prst="rect">
            <a:avLst/>
          </a:prstGeom>
          <a:solidFill>
            <a:srgbClr val="FFFFFF"/>
          </a:solidFill>
          <a:ln/>
        </p:spPr>
        <p:txBody>
          <a:bodyPr/>
          <a:lstStyle/>
          <a:p>
            <a:endParaRPr lang="en-US" sz="2800"/>
          </a:p>
        </p:txBody>
      </p:sp>
      <p:sp>
        <p:nvSpPr>
          <p:cNvPr id="56" name="Shape 25">
            <a:extLst>
              <a:ext uri="{FF2B5EF4-FFF2-40B4-BE49-F238E27FC236}">
                <a16:creationId xmlns:a16="http://schemas.microsoft.com/office/drawing/2014/main" id="{1CF39D86-EAFE-E03E-0A61-461E6EDB88D4}"/>
              </a:ext>
            </a:extLst>
          </p:cNvPr>
          <p:cNvSpPr/>
          <p:nvPr/>
        </p:nvSpPr>
        <p:spPr>
          <a:xfrm>
            <a:off x="6400800" y="4830068"/>
            <a:ext cx="4933950" cy="9525"/>
          </a:xfrm>
          <a:prstGeom prst="rect">
            <a:avLst/>
          </a:prstGeom>
          <a:solidFill>
            <a:srgbClr val="D5DDEE"/>
          </a:solidFill>
          <a:ln/>
        </p:spPr>
        <p:txBody>
          <a:bodyPr/>
          <a:lstStyle/>
          <a:p>
            <a:endParaRPr lang="en-US" sz="2800"/>
          </a:p>
        </p:txBody>
      </p:sp>
      <p:sp>
        <p:nvSpPr>
          <p:cNvPr id="57" name="Shape 26">
            <a:extLst>
              <a:ext uri="{FF2B5EF4-FFF2-40B4-BE49-F238E27FC236}">
                <a16:creationId xmlns:a16="http://schemas.microsoft.com/office/drawing/2014/main" id="{EB7B1831-A53B-80D9-DE51-5DCF9393E964}"/>
              </a:ext>
            </a:extLst>
          </p:cNvPr>
          <p:cNvSpPr/>
          <p:nvPr/>
        </p:nvSpPr>
        <p:spPr>
          <a:xfrm>
            <a:off x="6400800" y="1930896"/>
            <a:ext cx="4933950" cy="38100"/>
          </a:xfrm>
          <a:prstGeom prst="rect">
            <a:avLst/>
          </a:prstGeom>
          <a:solidFill>
            <a:srgbClr val="003CB9"/>
          </a:solidFill>
          <a:ln/>
        </p:spPr>
        <p:txBody>
          <a:bodyPr/>
          <a:lstStyle/>
          <a:p>
            <a:endParaRPr lang="en-US" sz="2800"/>
          </a:p>
        </p:txBody>
      </p:sp>
      <p:sp>
        <p:nvSpPr>
          <p:cNvPr id="58" name="Shape 27">
            <a:extLst>
              <a:ext uri="{FF2B5EF4-FFF2-40B4-BE49-F238E27FC236}">
                <a16:creationId xmlns:a16="http://schemas.microsoft.com/office/drawing/2014/main" id="{8644F1AE-79D4-9F25-4041-92A25174DEA5}"/>
              </a:ext>
            </a:extLst>
          </p:cNvPr>
          <p:cNvSpPr/>
          <p:nvPr/>
        </p:nvSpPr>
        <p:spPr>
          <a:xfrm>
            <a:off x="6400800" y="1930896"/>
            <a:ext cx="9525" cy="2908697"/>
          </a:xfrm>
          <a:prstGeom prst="rect">
            <a:avLst/>
          </a:prstGeom>
          <a:solidFill>
            <a:srgbClr val="D5DDEE"/>
          </a:solidFill>
          <a:ln/>
        </p:spPr>
        <p:txBody>
          <a:bodyPr/>
          <a:lstStyle/>
          <a:p>
            <a:endParaRPr lang="en-US" sz="2800"/>
          </a:p>
        </p:txBody>
      </p:sp>
      <p:sp>
        <p:nvSpPr>
          <p:cNvPr id="59" name="Shape 28">
            <a:extLst>
              <a:ext uri="{FF2B5EF4-FFF2-40B4-BE49-F238E27FC236}">
                <a16:creationId xmlns:a16="http://schemas.microsoft.com/office/drawing/2014/main" id="{7EAF5465-D828-90A2-1164-FF30843E25A1}"/>
              </a:ext>
            </a:extLst>
          </p:cNvPr>
          <p:cNvSpPr/>
          <p:nvPr/>
        </p:nvSpPr>
        <p:spPr>
          <a:xfrm>
            <a:off x="11325225" y="1930896"/>
            <a:ext cx="9525" cy="2908697"/>
          </a:xfrm>
          <a:prstGeom prst="rect">
            <a:avLst/>
          </a:prstGeom>
          <a:solidFill>
            <a:srgbClr val="D5DDEE"/>
          </a:solidFill>
          <a:ln/>
        </p:spPr>
        <p:txBody>
          <a:bodyPr/>
          <a:lstStyle/>
          <a:p>
            <a:endParaRPr lang="en-US" sz="2800"/>
          </a:p>
        </p:txBody>
      </p:sp>
      <p:sp>
        <p:nvSpPr>
          <p:cNvPr id="60" name="Text 29">
            <a:extLst>
              <a:ext uri="{FF2B5EF4-FFF2-40B4-BE49-F238E27FC236}">
                <a16:creationId xmlns:a16="http://schemas.microsoft.com/office/drawing/2014/main" id="{5B6D1A8C-6F49-AB7F-E0CB-3906C1A64EDA}"/>
              </a:ext>
            </a:extLst>
          </p:cNvPr>
          <p:cNvSpPr/>
          <p:nvPr/>
        </p:nvSpPr>
        <p:spPr>
          <a:xfrm>
            <a:off x="6657975" y="2216646"/>
            <a:ext cx="4552188" cy="171450"/>
          </a:xfrm>
          <a:prstGeom prst="rect">
            <a:avLst/>
          </a:prstGeom>
          <a:noFill/>
          <a:ln/>
        </p:spPr>
        <p:txBody>
          <a:bodyPr wrap="square" lIns="25400" tIns="25400" rIns="25400" bIns="25400" rtlCol="0" anchor="t">
            <a:noAutofit/>
          </a:bodyPr>
          <a:lstStyle/>
          <a:p>
            <a:pPr marL="0" indent="0" algn="l">
              <a:buNone/>
            </a:pPr>
            <a:r>
              <a:rPr lang="en-US" sz="1000" b="1" kern="0" spc="150">
                <a:solidFill>
                  <a:srgbClr val="003CB9"/>
                </a:solidFill>
                <a:latin typeface="Segoe UI" pitchFamily="34" charset="0"/>
                <a:ea typeface="Segoe UI" pitchFamily="34" charset="-122"/>
                <a:cs typeface="Segoe UI" pitchFamily="34" charset="-120"/>
              </a:rPr>
              <a:t>AGENTS · WHAT’S NEXT</a:t>
            </a:r>
            <a:endParaRPr lang="en-US" sz="1000"/>
          </a:p>
        </p:txBody>
      </p:sp>
      <p:sp>
        <p:nvSpPr>
          <p:cNvPr id="61" name="Text 30">
            <a:extLst>
              <a:ext uri="{FF2B5EF4-FFF2-40B4-BE49-F238E27FC236}">
                <a16:creationId xmlns:a16="http://schemas.microsoft.com/office/drawing/2014/main" id="{32B8C837-B87B-B1C8-8018-69A1CAC2CC93}"/>
              </a:ext>
            </a:extLst>
          </p:cNvPr>
          <p:cNvSpPr/>
          <p:nvPr/>
        </p:nvSpPr>
        <p:spPr>
          <a:xfrm>
            <a:off x="6657975" y="2388096"/>
            <a:ext cx="4552188" cy="476250"/>
          </a:xfrm>
          <a:prstGeom prst="rect">
            <a:avLst/>
          </a:prstGeom>
          <a:noFill/>
          <a:ln/>
        </p:spPr>
        <p:txBody>
          <a:bodyPr wrap="square" lIns="25400" tIns="25400" rIns="25400" bIns="25400" rtlCol="0" anchor="t">
            <a:noAutofit/>
          </a:bodyPr>
          <a:lstStyle/>
          <a:p>
            <a:pPr marL="0" indent="0" algn="l">
              <a:buNone/>
            </a:pPr>
            <a:r>
              <a:rPr lang="en-US" sz="2000" b="1">
                <a:solidFill>
                  <a:srgbClr val="012060"/>
                </a:solidFill>
                <a:latin typeface="Segoe UI" pitchFamily="34" charset="0"/>
                <a:ea typeface="Segoe UI" pitchFamily="34" charset="-122"/>
                <a:cs typeface="Segoe UI" pitchFamily="34" charset="-120"/>
              </a:rPr>
              <a:t>Many tools, multi-step, plan → execute → check.</a:t>
            </a:r>
            <a:endParaRPr lang="en-US" sz="2000"/>
          </a:p>
        </p:txBody>
      </p:sp>
      <p:sp>
        <p:nvSpPr>
          <p:cNvPr id="62" name="Shape 31">
            <a:extLst>
              <a:ext uri="{FF2B5EF4-FFF2-40B4-BE49-F238E27FC236}">
                <a16:creationId xmlns:a16="http://schemas.microsoft.com/office/drawing/2014/main" id="{38DD8AE3-88DE-5DB4-01C6-008B7D4B3722}"/>
              </a:ext>
            </a:extLst>
          </p:cNvPr>
          <p:cNvSpPr/>
          <p:nvPr/>
        </p:nvSpPr>
        <p:spPr>
          <a:xfrm>
            <a:off x="6657975" y="3291483"/>
            <a:ext cx="4419600" cy="9525"/>
          </a:xfrm>
          <a:prstGeom prst="rect">
            <a:avLst/>
          </a:prstGeom>
          <a:solidFill>
            <a:srgbClr val="EEF2FA"/>
          </a:solidFill>
          <a:ln/>
        </p:spPr>
        <p:txBody>
          <a:bodyPr/>
          <a:lstStyle/>
          <a:p>
            <a:endParaRPr lang="en-US" sz="2800"/>
          </a:p>
        </p:txBody>
      </p:sp>
      <p:sp>
        <p:nvSpPr>
          <p:cNvPr id="63" name="Text 32">
            <a:extLst>
              <a:ext uri="{FF2B5EF4-FFF2-40B4-BE49-F238E27FC236}">
                <a16:creationId xmlns:a16="http://schemas.microsoft.com/office/drawing/2014/main" id="{305E9618-4F30-8CAB-E602-CD98FB9E21A7}"/>
              </a:ext>
            </a:extLst>
          </p:cNvPr>
          <p:cNvSpPr/>
          <p:nvPr/>
        </p:nvSpPr>
        <p:spPr>
          <a:xfrm>
            <a:off x="6657975" y="3054846"/>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RAG INSIDE</a:t>
            </a:r>
            <a:endParaRPr lang="en-US" sz="1000"/>
          </a:p>
        </p:txBody>
      </p:sp>
      <p:sp>
        <p:nvSpPr>
          <p:cNvPr id="64" name="Text 33">
            <a:extLst>
              <a:ext uri="{FF2B5EF4-FFF2-40B4-BE49-F238E27FC236}">
                <a16:creationId xmlns:a16="http://schemas.microsoft.com/office/drawing/2014/main" id="{804D4ED6-61FC-31D5-1BDB-D0270FD22EF4}"/>
              </a:ext>
            </a:extLst>
          </p:cNvPr>
          <p:cNvSpPr/>
          <p:nvPr/>
        </p:nvSpPr>
        <p:spPr>
          <a:xfrm>
            <a:off x="7667625" y="3035796"/>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One tool the agent can call</a:t>
            </a:r>
            <a:endParaRPr lang="en-US" sz="1100"/>
          </a:p>
        </p:txBody>
      </p:sp>
      <p:sp>
        <p:nvSpPr>
          <p:cNvPr id="65" name="Shape 34">
            <a:extLst>
              <a:ext uri="{FF2B5EF4-FFF2-40B4-BE49-F238E27FC236}">
                <a16:creationId xmlns:a16="http://schemas.microsoft.com/office/drawing/2014/main" id="{247138DC-3355-BF50-3F2C-880D8426EFB9}"/>
              </a:ext>
            </a:extLst>
          </p:cNvPr>
          <p:cNvSpPr/>
          <p:nvPr/>
        </p:nvSpPr>
        <p:spPr>
          <a:xfrm>
            <a:off x="6657975" y="3728145"/>
            <a:ext cx="4419600" cy="9525"/>
          </a:xfrm>
          <a:prstGeom prst="rect">
            <a:avLst/>
          </a:prstGeom>
          <a:solidFill>
            <a:srgbClr val="EEF2FA"/>
          </a:solidFill>
          <a:ln/>
        </p:spPr>
        <p:txBody>
          <a:bodyPr/>
          <a:lstStyle/>
          <a:p>
            <a:endParaRPr lang="en-US" sz="2800"/>
          </a:p>
        </p:txBody>
      </p:sp>
      <p:sp>
        <p:nvSpPr>
          <p:cNvPr id="66" name="Text 35">
            <a:extLst>
              <a:ext uri="{FF2B5EF4-FFF2-40B4-BE49-F238E27FC236}">
                <a16:creationId xmlns:a16="http://schemas.microsoft.com/office/drawing/2014/main" id="{88E83F5C-1DD2-ED7F-C697-CAAEDBA3F699}"/>
              </a:ext>
            </a:extLst>
          </p:cNvPr>
          <p:cNvSpPr/>
          <p:nvPr/>
        </p:nvSpPr>
        <p:spPr>
          <a:xfrm>
            <a:off x="6657975" y="3491508"/>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MULTI-STEP</a:t>
            </a:r>
            <a:endParaRPr lang="en-US" sz="1000"/>
          </a:p>
        </p:txBody>
      </p:sp>
      <p:sp>
        <p:nvSpPr>
          <p:cNvPr id="67" name="Text 36">
            <a:extLst>
              <a:ext uri="{FF2B5EF4-FFF2-40B4-BE49-F238E27FC236}">
                <a16:creationId xmlns:a16="http://schemas.microsoft.com/office/drawing/2014/main" id="{DE056A2A-F792-AC09-D3F1-D30E9D9CED72}"/>
              </a:ext>
            </a:extLst>
          </p:cNvPr>
          <p:cNvSpPr/>
          <p:nvPr/>
        </p:nvSpPr>
        <p:spPr>
          <a:xfrm>
            <a:off x="7667625" y="3472458"/>
            <a:ext cx="3512249" cy="217587"/>
          </a:xfrm>
          <a:prstGeom prst="rect">
            <a:avLst/>
          </a:prstGeom>
          <a:noFill/>
          <a:ln/>
        </p:spPr>
        <p:txBody>
          <a:bodyPr wrap="square" lIns="25400" tIns="25400" rIns="25400" bIns="25400" rtlCol="0" anchor="t">
            <a:noAutofit/>
          </a:bodyPr>
          <a:lstStyle/>
          <a:p>
            <a:pPr marL="0" indent="0" algn="l">
              <a:lnSpc>
                <a:spcPct val="145000"/>
              </a:lnSpc>
              <a:buNone/>
            </a:pPr>
            <a:r>
              <a:rPr lang="en-US" sz="1100">
                <a:solidFill>
                  <a:srgbClr val="444444"/>
                </a:solidFill>
                <a:latin typeface="Segoe UI" pitchFamily="34" charset="0"/>
                <a:ea typeface="Segoe UI" pitchFamily="34" charset="-122"/>
                <a:cs typeface="Segoe UI" pitchFamily="34" charset="-120"/>
              </a:rPr>
              <a:t>Plan → execute → check</a:t>
            </a:r>
            <a:endParaRPr lang="en-US" sz="1100"/>
          </a:p>
        </p:txBody>
      </p:sp>
      <p:sp>
        <p:nvSpPr>
          <p:cNvPr id="68" name="Shape 37">
            <a:extLst>
              <a:ext uri="{FF2B5EF4-FFF2-40B4-BE49-F238E27FC236}">
                <a16:creationId xmlns:a16="http://schemas.microsoft.com/office/drawing/2014/main" id="{D9B24CB7-8ABC-CD9F-77EE-D74DA4DE8D7C}"/>
              </a:ext>
            </a:extLst>
          </p:cNvPr>
          <p:cNvSpPr/>
          <p:nvPr/>
        </p:nvSpPr>
        <p:spPr>
          <a:xfrm>
            <a:off x="6657975" y="4164806"/>
            <a:ext cx="4419600" cy="9525"/>
          </a:xfrm>
          <a:prstGeom prst="rect">
            <a:avLst/>
          </a:prstGeom>
          <a:solidFill>
            <a:srgbClr val="EEF2FA"/>
          </a:solidFill>
          <a:ln/>
        </p:spPr>
        <p:txBody>
          <a:bodyPr/>
          <a:lstStyle/>
          <a:p>
            <a:endParaRPr lang="en-US" sz="2800"/>
          </a:p>
        </p:txBody>
      </p:sp>
      <p:sp>
        <p:nvSpPr>
          <p:cNvPr id="69" name="Text 38">
            <a:extLst>
              <a:ext uri="{FF2B5EF4-FFF2-40B4-BE49-F238E27FC236}">
                <a16:creationId xmlns:a16="http://schemas.microsoft.com/office/drawing/2014/main" id="{82622264-E48C-C552-97B6-AA104AF89E35}"/>
              </a:ext>
            </a:extLst>
          </p:cNvPr>
          <p:cNvSpPr/>
          <p:nvPr/>
        </p:nvSpPr>
        <p:spPr>
          <a:xfrm>
            <a:off x="6657975" y="3928170"/>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STRUCTURED</a:t>
            </a:r>
            <a:endParaRPr lang="en-US" sz="1000"/>
          </a:p>
        </p:txBody>
      </p:sp>
      <p:sp>
        <p:nvSpPr>
          <p:cNvPr id="70" name="Text 39">
            <a:extLst>
              <a:ext uri="{FF2B5EF4-FFF2-40B4-BE49-F238E27FC236}">
                <a16:creationId xmlns:a16="http://schemas.microsoft.com/office/drawing/2014/main" id="{4F75641E-BD0A-777A-CBE5-D6B632408401}"/>
              </a:ext>
            </a:extLst>
          </p:cNvPr>
          <p:cNvSpPr/>
          <p:nvPr/>
        </p:nvSpPr>
        <p:spPr>
          <a:xfrm>
            <a:off x="7667625" y="3909120"/>
            <a:ext cx="3512249" cy="217587"/>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000">
                <a:solidFill>
                  <a:srgbClr val="444444"/>
                </a:solidFill>
                <a:latin typeface="Segoe UI" pitchFamily="34" charset="0"/>
                <a:ea typeface="Segoe UI" pitchFamily="34" charset="-122"/>
                <a:cs typeface="Segoe UI" pitchFamily="34" charset="-120"/>
              </a:rPr>
              <a:t>JSON output, not free text</a:t>
            </a:r>
            <a:endParaRPr lang="en-US" sz="1000"/>
          </a:p>
        </p:txBody>
      </p:sp>
      <p:sp>
        <p:nvSpPr>
          <p:cNvPr id="71" name="Text 40">
            <a:extLst>
              <a:ext uri="{FF2B5EF4-FFF2-40B4-BE49-F238E27FC236}">
                <a16:creationId xmlns:a16="http://schemas.microsoft.com/office/drawing/2014/main" id="{BA4A8DD8-A678-737C-938D-C369E1AA1716}"/>
              </a:ext>
            </a:extLst>
          </p:cNvPr>
          <p:cNvSpPr/>
          <p:nvPr/>
        </p:nvSpPr>
        <p:spPr>
          <a:xfrm>
            <a:off x="6657975" y="4364831"/>
            <a:ext cx="990600" cy="171450"/>
          </a:xfrm>
          <a:prstGeom prst="rect">
            <a:avLst/>
          </a:prstGeom>
          <a:noFill/>
          <a:ln/>
        </p:spPr>
        <p:txBody>
          <a:bodyPr wrap="square" lIns="25400" tIns="25400" rIns="25400" bIns="25400" rtlCol="0" anchor="t">
            <a:noAutofit/>
          </a:bodyPr>
          <a:lstStyle/>
          <a:p>
            <a:pPr marL="0" indent="0" algn="l">
              <a:buNone/>
            </a:pPr>
            <a:r>
              <a:rPr lang="en-US" sz="1000" b="1" kern="0" spc="60">
                <a:solidFill>
                  <a:srgbClr val="003CB9"/>
                </a:solidFill>
                <a:latin typeface="Segoe UI" pitchFamily="34" charset="0"/>
                <a:ea typeface="Segoe UI" pitchFamily="34" charset="-122"/>
                <a:cs typeface="Segoe UI" pitchFamily="34" charset="-120"/>
              </a:rPr>
              <a:t>WORKFLOW</a:t>
            </a:r>
            <a:endParaRPr lang="en-US" sz="1000"/>
          </a:p>
        </p:txBody>
      </p:sp>
      <p:sp>
        <p:nvSpPr>
          <p:cNvPr id="72" name="Text 41">
            <a:extLst>
              <a:ext uri="{FF2B5EF4-FFF2-40B4-BE49-F238E27FC236}">
                <a16:creationId xmlns:a16="http://schemas.microsoft.com/office/drawing/2014/main" id="{2D7B76A6-AADA-93FF-F9E7-53F77EAED245}"/>
              </a:ext>
            </a:extLst>
          </p:cNvPr>
          <p:cNvSpPr/>
          <p:nvPr/>
        </p:nvSpPr>
        <p:spPr>
          <a:xfrm>
            <a:off x="7667625" y="4345781"/>
            <a:ext cx="3512249" cy="217587"/>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000">
                <a:solidFill>
                  <a:srgbClr val="444444"/>
                </a:solidFill>
                <a:latin typeface="Segoe UI" pitchFamily="34" charset="0"/>
                <a:ea typeface="Segoe UI" pitchFamily="34" charset="-122"/>
                <a:cs typeface="Segoe UI" pitchFamily="34" charset="-120"/>
              </a:rPr>
              <a:t>Sits inside a real process</a:t>
            </a:r>
            <a:endParaRPr lang="en-US" sz="1000"/>
          </a:p>
        </p:txBody>
      </p:sp>
      <p:sp>
        <p:nvSpPr>
          <p:cNvPr id="73" name="Shape 42">
            <a:extLst>
              <a:ext uri="{FF2B5EF4-FFF2-40B4-BE49-F238E27FC236}">
                <a16:creationId xmlns:a16="http://schemas.microsoft.com/office/drawing/2014/main" id="{2E1A5FEC-B80D-A60F-DF53-631051F4A7CE}"/>
              </a:ext>
            </a:extLst>
          </p:cNvPr>
          <p:cNvSpPr/>
          <p:nvPr/>
        </p:nvSpPr>
        <p:spPr>
          <a:xfrm>
            <a:off x="857249" y="5068193"/>
            <a:ext cx="10620375" cy="1239738"/>
          </a:xfrm>
          <a:prstGeom prst="rect">
            <a:avLst/>
          </a:prstGeom>
          <a:solidFill>
            <a:srgbClr val="012060"/>
          </a:solidFill>
          <a:ln/>
        </p:spPr>
        <p:txBody>
          <a:bodyPr/>
          <a:lstStyle/>
          <a:p>
            <a:endParaRPr lang="en-US"/>
          </a:p>
        </p:txBody>
      </p:sp>
      <p:sp>
        <p:nvSpPr>
          <p:cNvPr id="74" name="Shape 43">
            <a:extLst>
              <a:ext uri="{FF2B5EF4-FFF2-40B4-BE49-F238E27FC236}">
                <a16:creationId xmlns:a16="http://schemas.microsoft.com/office/drawing/2014/main" id="{2960AE6F-E68E-6690-8E01-43CFA79F412F}"/>
              </a:ext>
            </a:extLst>
          </p:cNvPr>
          <p:cNvSpPr/>
          <p:nvPr/>
        </p:nvSpPr>
        <p:spPr>
          <a:xfrm>
            <a:off x="857250" y="5068193"/>
            <a:ext cx="38100" cy="452438"/>
          </a:xfrm>
          <a:prstGeom prst="rect">
            <a:avLst/>
          </a:prstGeom>
          <a:solidFill>
            <a:srgbClr val="FAA41A"/>
          </a:solidFill>
          <a:ln/>
        </p:spPr>
        <p:txBody>
          <a:bodyPr/>
          <a:lstStyle/>
          <a:p>
            <a:endParaRPr lang="en-US"/>
          </a:p>
        </p:txBody>
      </p:sp>
      <p:sp>
        <p:nvSpPr>
          <p:cNvPr id="75" name="Text 44">
            <a:extLst>
              <a:ext uri="{FF2B5EF4-FFF2-40B4-BE49-F238E27FC236}">
                <a16:creationId xmlns:a16="http://schemas.microsoft.com/office/drawing/2014/main" id="{202E5503-7876-A1E2-8249-A194889AD64D}"/>
              </a:ext>
            </a:extLst>
          </p:cNvPr>
          <p:cNvSpPr/>
          <p:nvPr/>
        </p:nvSpPr>
        <p:spPr>
          <a:xfrm>
            <a:off x="1066800" y="5201543"/>
            <a:ext cx="10410825" cy="223838"/>
          </a:xfrm>
          <a:prstGeom prst="rect">
            <a:avLst/>
          </a:prstGeom>
          <a:noFill/>
          <a:ln/>
        </p:spPr>
        <p:txBody>
          <a:bodyPr wrap="square" lIns="25400" tIns="25400" rIns="25400" bIns="25400" rtlCol="0" anchor="t">
            <a:noAutofit/>
          </a:bodyPr>
          <a:lstStyle/>
          <a:p>
            <a:pPr marL="0" indent="0" algn="l">
              <a:lnSpc>
                <a:spcPct val="150000"/>
              </a:lnSpc>
              <a:buNone/>
            </a:pPr>
            <a:r>
              <a:rPr lang="en-US" sz="1600" b="1">
                <a:solidFill>
                  <a:srgbClr val="FFFFFF"/>
                </a:solidFill>
                <a:latin typeface="Segoe UI" pitchFamily="34" charset="0"/>
                <a:ea typeface="Segoe UI" pitchFamily="34" charset="-122"/>
                <a:cs typeface="Segoe UI" pitchFamily="34" charset="-120"/>
              </a:rPr>
              <a:t>Key insight from previous activity: </a:t>
            </a:r>
            <a:r>
              <a:rPr lang="en-US" sz="1600">
                <a:solidFill>
                  <a:srgbClr val="CFE1F6"/>
                </a:solidFill>
                <a:highlight>
                  <a:srgbClr val="012060"/>
                </a:highlight>
                <a:latin typeface="Segoe UI" pitchFamily="34" charset="0"/>
                <a:cs typeface="Segoe UI" pitchFamily="34" charset="-120"/>
              </a:rPr>
              <a:t>LLM knowledge base limit, retrieval quality, and LLM hallucinations are all</a:t>
            </a:r>
            <a:r>
              <a:rPr lang="en-US" sz="1600">
                <a:solidFill>
                  <a:srgbClr val="CFE1F6"/>
                </a:solidFill>
                <a:highlight>
                  <a:srgbClr val="012060"/>
                </a:highlight>
                <a:latin typeface="Segoe UI" pitchFamily="34" charset="0"/>
                <a:ea typeface="Segoe UI" pitchFamily="34" charset="-122"/>
                <a:cs typeface="Segoe UI" pitchFamily="34" charset="-120"/>
              </a:rPr>
              <a:t> bottlenecks in AI applications and agents share these challenges as well.</a:t>
            </a:r>
            <a:endParaRPr lang="en-US" sz="1600"/>
          </a:p>
        </p:txBody>
      </p:sp>
    </p:spTree>
    <p:extLst>
      <p:ext uri="{BB962C8B-B14F-4D97-AF65-F5344CB8AC3E}">
        <p14:creationId xmlns:p14="http://schemas.microsoft.com/office/powerpoint/2010/main" val="1079649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6750" y="533400"/>
            <a:ext cx="11184255" cy="180975"/>
          </a:xfrm>
          <a:prstGeom prst="rect">
            <a:avLst/>
          </a:prstGeom>
          <a:noFill/>
          <a:ln/>
        </p:spPr>
        <p:txBody>
          <a:bodyPr wrap="square" lIns="25400" tIns="25400" rIns="25400" bIns="25400" rtlCol="0" anchor="t">
            <a:normAutofit fontScale="92500" lnSpcReduction="10000"/>
          </a:bodyPr>
          <a:lstStyle/>
          <a:p>
            <a:pPr marL="0" indent="0" algn="l">
              <a:buNone/>
            </a:pPr>
            <a:r>
              <a:rPr lang="en-US" sz="1000" b="1" kern="0" spc="206">
                <a:solidFill>
                  <a:srgbClr val="15A3EB"/>
                </a:solidFill>
                <a:latin typeface="Segoe UI" pitchFamily="34" charset="0"/>
                <a:ea typeface="Segoe UI" pitchFamily="34" charset="-122"/>
                <a:cs typeface="Segoe UI" pitchFamily="34" charset="-120"/>
              </a:rPr>
              <a:t>THE SIMPLEST AGENT</a:t>
            </a:r>
            <a:endParaRPr lang="en-US" sz="1000"/>
          </a:p>
        </p:txBody>
      </p:sp>
      <p:sp>
        <p:nvSpPr>
          <p:cNvPr id="3" name="Text 1"/>
          <p:cNvSpPr/>
          <p:nvPr/>
        </p:nvSpPr>
        <p:spPr>
          <a:xfrm>
            <a:off x="666750" y="771525"/>
            <a:ext cx="11184255" cy="438150"/>
          </a:xfrm>
          <a:prstGeom prst="rect">
            <a:avLst/>
          </a:prstGeom>
          <a:noFill/>
          <a:ln/>
        </p:spPr>
        <p:txBody>
          <a:bodyPr wrap="square" lIns="25400" tIns="25400" rIns="25400" bIns="25400" rtlCol="0" anchor="t">
            <a:normAutofit fontScale="85000" lnSpcReduction="20000"/>
          </a:bodyPr>
          <a:lstStyle/>
          <a:p>
            <a:pPr>
              <a:lnSpc>
                <a:spcPct val="105000"/>
              </a:lnSpc>
            </a:pPr>
            <a:r>
              <a:rPr lang="en-US" sz="3200">
                <a:solidFill>
                  <a:srgbClr val="012060"/>
                </a:solidFill>
                <a:latin typeface="Segoe UI Light" pitchFamily="34" charset="0"/>
                <a:ea typeface="Segoe UI Light" pitchFamily="34" charset="-122"/>
                <a:cs typeface="Segoe UI Light" pitchFamily="34" charset="-120"/>
              </a:rPr>
              <a:t>What is an </a:t>
            </a:r>
            <a:r>
              <a:rPr lang="en-US" sz="3200" b="1">
                <a:solidFill>
                  <a:srgbClr val="012060"/>
                </a:solidFill>
                <a:latin typeface="Segoe UI Light" pitchFamily="34" charset="0"/>
                <a:ea typeface="Segoe UI Light" pitchFamily="34" charset="-122"/>
                <a:cs typeface="Segoe UI Light" pitchFamily="34" charset="-120"/>
              </a:rPr>
              <a:t>agent?</a:t>
            </a:r>
            <a:endParaRPr lang="en-US" sz="3200"/>
          </a:p>
        </p:txBody>
      </p:sp>
      <p:sp>
        <p:nvSpPr>
          <p:cNvPr id="4" name="Text 2"/>
          <p:cNvSpPr/>
          <p:nvPr/>
        </p:nvSpPr>
        <p:spPr>
          <a:xfrm>
            <a:off x="666750" y="1209675"/>
            <a:ext cx="11245850" cy="410766"/>
          </a:xfrm>
          <a:prstGeom prst="rect">
            <a:avLst/>
          </a:prstGeom>
          <a:noFill/>
          <a:ln/>
        </p:spPr>
        <p:txBody>
          <a:bodyPr wrap="square" lIns="25400" tIns="25400" rIns="25400" bIns="25400" rtlCol="0" anchor="t">
            <a:noAutofit/>
          </a:bodyPr>
          <a:lstStyle/>
          <a:p>
            <a:pPr marL="0" indent="0" algn="l">
              <a:lnSpc>
                <a:spcPct val="145000"/>
              </a:lnSpc>
              <a:buNone/>
            </a:pPr>
            <a:r>
              <a:rPr lang="en-US" sz="1400">
                <a:solidFill>
                  <a:srgbClr val="555555"/>
                </a:solidFill>
                <a:latin typeface="Segoe UI" pitchFamily="34" charset="0"/>
                <a:ea typeface="Segoe UI" pitchFamily="34" charset="-122"/>
                <a:cs typeface="Segoe UI" pitchFamily="34" charset="-120"/>
              </a:rPr>
              <a:t>Before multi-step agents, the atomic unit: an LLM that, instead of just writing text back, can </a:t>
            </a:r>
            <a:r>
              <a:rPr lang="en-US" sz="1400" b="1">
                <a:solidFill>
                  <a:srgbClr val="012060"/>
                </a:solidFill>
                <a:latin typeface="Segoe UI" pitchFamily="34" charset="0"/>
                <a:ea typeface="Segoe UI" pitchFamily="34" charset="-122"/>
                <a:cs typeface="Segoe UI" pitchFamily="34" charset="-120"/>
              </a:rPr>
              <a:t>decide to call a function </a:t>
            </a:r>
            <a:r>
              <a:rPr lang="en-US" sz="1400">
                <a:solidFill>
                  <a:srgbClr val="555555"/>
                </a:solidFill>
                <a:latin typeface="Segoe UI" pitchFamily="34" charset="0"/>
                <a:ea typeface="Segoe UI" pitchFamily="34" charset="-122"/>
                <a:cs typeface="Segoe UI" pitchFamily="34" charset="-120"/>
              </a:rPr>
              <a:t>— a database query, a hydraulic model, a unit converter — and use the result in its answer.</a:t>
            </a:r>
            <a:endParaRPr lang="en-US" sz="1400"/>
          </a:p>
        </p:txBody>
      </p:sp>
      <p:grpSp>
        <p:nvGrpSpPr>
          <p:cNvPr id="78" name="Group 77">
            <a:extLst>
              <a:ext uri="{FF2B5EF4-FFF2-40B4-BE49-F238E27FC236}">
                <a16:creationId xmlns:a16="http://schemas.microsoft.com/office/drawing/2014/main" id="{A56F558B-4612-500D-FC43-4D3EE0A00A99}"/>
              </a:ext>
            </a:extLst>
          </p:cNvPr>
          <p:cNvGrpSpPr/>
          <p:nvPr/>
        </p:nvGrpSpPr>
        <p:grpSpPr>
          <a:xfrm>
            <a:off x="605154" y="2742896"/>
            <a:ext cx="11184255" cy="2499573"/>
            <a:chOff x="666750" y="2332129"/>
            <a:chExt cx="10858500" cy="2220665"/>
          </a:xfrm>
        </p:grpSpPr>
        <p:sp>
          <p:nvSpPr>
            <p:cNvPr id="5" name="Shape 3"/>
            <p:cNvSpPr/>
            <p:nvPr/>
          </p:nvSpPr>
          <p:spPr>
            <a:xfrm>
              <a:off x="666750" y="2332129"/>
              <a:ext cx="2836813" cy="2200973"/>
            </a:xfrm>
            <a:prstGeom prst="rect">
              <a:avLst/>
            </a:prstGeom>
            <a:solidFill>
              <a:srgbClr val="EEF2FA"/>
            </a:solidFill>
            <a:ln w="9525">
              <a:solidFill>
                <a:srgbClr val="D7E0F0"/>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85098" y="2436576"/>
              <a:ext cx="1238250" cy="1047750"/>
            </a:xfrm>
            <a:prstGeom prst="rect">
              <a:avLst/>
            </a:prstGeom>
          </p:spPr>
        </p:pic>
        <p:sp>
          <p:nvSpPr>
            <p:cNvPr id="7" name="Text 4"/>
            <p:cNvSpPr/>
            <p:nvPr/>
          </p:nvSpPr>
          <p:spPr>
            <a:xfrm>
              <a:off x="1813071" y="3504523"/>
              <a:ext cx="469702" cy="171450"/>
            </a:xfrm>
            <a:prstGeom prst="rect">
              <a:avLst/>
            </a:prstGeom>
            <a:noFill/>
            <a:ln/>
          </p:spPr>
          <p:txBody>
            <a:bodyPr wrap="square" lIns="25400" tIns="25400" rIns="25400" bIns="25400" rtlCol="0" anchor="t">
              <a:normAutofit/>
            </a:bodyPr>
            <a:lstStyle/>
            <a:p>
              <a:pPr marL="0" indent="0" algn="ctr">
                <a:buNone/>
              </a:pPr>
              <a:r>
                <a:rPr lang="en-US" sz="750" b="1" kern="0" spc="165">
                  <a:solidFill>
                    <a:srgbClr val="003CB9"/>
                  </a:solidFill>
                  <a:latin typeface="Segoe UI" pitchFamily="34" charset="0"/>
                  <a:ea typeface="Segoe UI" pitchFamily="34" charset="-122"/>
                  <a:cs typeface="Segoe UI" pitchFamily="34" charset="-120"/>
                </a:rPr>
                <a:t>INPUT</a:t>
              </a:r>
              <a:endParaRPr lang="en-US" sz="750"/>
            </a:p>
          </p:txBody>
        </p:sp>
        <p:sp>
          <p:nvSpPr>
            <p:cNvPr id="8" name="Text 5"/>
            <p:cNvSpPr/>
            <p:nvPr/>
          </p:nvSpPr>
          <p:spPr>
            <a:xfrm>
              <a:off x="1576360" y="3678616"/>
              <a:ext cx="943124" cy="323850"/>
            </a:xfrm>
            <a:prstGeom prst="rect">
              <a:avLst/>
            </a:prstGeom>
            <a:noFill/>
            <a:ln/>
          </p:spPr>
          <p:txBody>
            <a:bodyPr wrap="square" lIns="25400" tIns="25400" rIns="25400" bIns="25400" rtlCol="0" anchor="t">
              <a:normAutofit fontScale="92500" lnSpcReduction="10000"/>
            </a:bodyPr>
            <a:lstStyle/>
            <a:p>
              <a:pPr marL="0" indent="0" algn="ctr">
                <a:lnSpc>
                  <a:spcPct val="100000"/>
                </a:lnSpc>
                <a:buNone/>
              </a:pPr>
              <a:r>
                <a:rPr lang="en-US" sz="2250" b="1" kern="0" spc="-22">
                  <a:solidFill>
                    <a:srgbClr val="012060"/>
                  </a:solidFill>
                  <a:latin typeface="Segoe UI Light" pitchFamily="34" charset="0"/>
                  <a:ea typeface="Segoe UI Light" pitchFamily="34" charset="-122"/>
                  <a:cs typeface="Segoe UI Light" pitchFamily="34" charset="-120"/>
                </a:rPr>
                <a:t>Prompt</a:t>
              </a:r>
              <a:endParaRPr lang="en-US" sz="2250"/>
            </a:p>
          </p:txBody>
        </p:sp>
        <p:sp>
          <p:nvSpPr>
            <p:cNvPr id="9" name="Text 6"/>
            <p:cNvSpPr/>
            <p:nvPr/>
          </p:nvSpPr>
          <p:spPr>
            <a:xfrm>
              <a:off x="863171" y="4024154"/>
              <a:ext cx="2443969" cy="344686"/>
            </a:xfrm>
            <a:prstGeom prst="rect">
              <a:avLst/>
            </a:prstGeom>
            <a:noFill/>
            <a:ln/>
          </p:spPr>
          <p:txBody>
            <a:bodyPr wrap="square" lIns="25400" tIns="25400" rIns="25400" bIns="25400" rtlCol="0" anchor="t">
              <a:noAutofit/>
            </a:bodyPr>
            <a:lstStyle/>
            <a:p>
              <a:pPr marL="0" indent="0" algn="ctr">
                <a:buNone/>
              </a:pPr>
              <a:r>
                <a:rPr lang="en-US" sz="1400">
                  <a:solidFill>
                    <a:srgbClr val="555555"/>
                  </a:solidFill>
                  <a:latin typeface="Segoe UI" pitchFamily="34" charset="0"/>
                  <a:ea typeface="Segoe UI" pitchFamily="34" charset="-122"/>
                  <a:cs typeface="Segoe UI" pitchFamily="34" charset="-120"/>
                </a:rPr>
                <a:t>“What was the average flow at Pump Station 4 last Tuesday?”</a:t>
              </a:r>
              <a:endParaRPr lang="en-US" sz="1400"/>
            </a:p>
          </p:txBody>
        </p:sp>
        <p:pic>
          <p:nvPicPr>
            <p:cNvPr id="10" name="Image 1" descr="preencoded.png"/>
            <p:cNvPicPr>
              <a:picLocks noChangeAspect="1"/>
            </p:cNvPicPr>
            <p:nvPr/>
          </p:nvPicPr>
          <p:blipFill>
            <a:blip r:embed="rId4"/>
            <a:stretch>
              <a:fillRect/>
            </a:stretch>
          </p:blipFill>
          <p:spPr>
            <a:xfrm>
              <a:off x="3656112" y="3400418"/>
              <a:ext cx="514350" cy="342900"/>
            </a:xfrm>
            <a:prstGeom prst="rect">
              <a:avLst/>
            </a:prstGeom>
          </p:spPr>
        </p:pic>
        <p:sp>
          <p:nvSpPr>
            <p:cNvPr id="11" name="Text 7"/>
            <p:cNvSpPr/>
            <p:nvPr/>
          </p:nvSpPr>
          <p:spPr>
            <a:xfrm>
              <a:off x="3597715" y="3819518"/>
              <a:ext cx="651215" cy="149423"/>
            </a:xfrm>
            <a:prstGeom prst="rect">
              <a:avLst/>
            </a:prstGeom>
            <a:noFill/>
            <a:ln/>
          </p:spPr>
          <p:txBody>
            <a:bodyPr wrap="square" lIns="25400" tIns="25400" rIns="25400" bIns="25400" rtlCol="0" anchor="t">
              <a:noAutofit/>
            </a:bodyPr>
            <a:lstStyle/>
            <a:p>
              <a:pPr marL="0" indent="0" algn="ctr">
                <a:lnSpc>
                  <a:spcPct val="130000"/>
                </a:lnSpc>
                <a:buNone/>
              </a:pPr>
              <a:r>
                <a:rPr lang="en-US" sz="1100" b="1" kern="0" spc="122">
                  <a:solidFill>
                    <a:srgbClr val="888888"/>
                  </a:solidFill>
                  <a:latin typeface="Segoe UI" pitchFamily="34" charset="0"/>
                  <a:cs typeface="Segoe UI" pitchFamily="34" charset="-120"/>
                </a:rPr>
                <a:t>THINK</a:t>
              </a:r>
              <a:endParaRPr lang="en-US" sz="1100"/>
            </a:p>
          </p:txBody>
        </p:sp>
        <p:sp>
          <p:nvSpPr>
            <p:cNvPr id="12" name="Shape 8"/>
            <p:cNvSpPr/>
            <p:nvPr/>
          </p:nvSpPr>
          <p:spPr>
            <a:xfrm>
              <a:off x="4330841" y="2332130"/>
              <a:ext cx="3262461" cy="2197847"/>
            </a:xfrm>
            <a:prstGeom prst="rect">
              <a:avLst/>
            </a:prstGeom>
            <a:solidFill>
              <a:srgbClr val="012060"/>
            </a:solidFill>
            <a:ln w="9525">
              <a:solidFill>
                <a:srgbClr val="012060"/>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5247495" y="2394712"/>
              <a:ext cx="1238250" cy="1047750"/>
            </a:xfrm>
            <a:prstGeom prst="rect">
              <a:avLst/>
            </a:prstGeom>
          </p:spPr>
        </p:pic>
        <p:sp>
          <p:nvSpPr>
            <p:cNvPr id="14" name="Text 9"/>
            <p:cNvSpPr/>
            <p:nvPr/>
          </p:nvSpPr>
          <p:spPr>
            <a:xfrm>
              <a:off x="5505833" y="3442462"/>
              <a:ext cx="738932" cy="171450"/>
            </a:xfrm>
            <a:prstGeom prst="rect">
              <a:avLst/>
            </a:prstGeom>
            <a:noFill/>
            <a:ln/>
          </p:spPr>
          <p:txBody>
            <a:bodyPr wrap="square" lIns="25400" tIns="25400" rIns="25400" bIns="25400" rtlCol="0" anchor="t">
              <a:normAutofit/>
            </a:bodyPr>
            <a:lstStyle/>
            <a:p>
              <a:pPr marL="0" indent="0" algn="ctr">
                <a:buNone/>
              </a:pPr>
              <a:r>
                <a:rPr lang="en-US" sz="750" b="1" kern="0" spc="165">
                  <a:solidFill>
                    <a:srgbClr val="15A3EB"/>
                  </a:solidFill>
                  <a:latin typeface="Segoe UI" pitchFamily="34" charset="0"/>
                  <a:ea typeface="Segoe UI" pitchFamily="34" charset="-122"/>
                  <a:cs typeface="Segoe UI" pitchFamily="34" charset="-120"/>
                </a:rPr>
                <a:t>REASONER</a:t>
              </a:r>
              <a:endParaRPr lang="en-US" sz="750"/>
            </a:p>
          </p:txBody>
        </p:sp>
        <p:sp>
          <p:nvSpPr>
            <p:cNvPr id="15" name="Text 10"/>
            <p:cNvSpPr/>
            <p:nvPr/>
          </p:nvSpPr>
          <p:spPr>
            <a:xfrm>
              <a:off x="5591558" y="3599723"/>
              <a:ext cx="567482" cy="323850"/>
            </a:xfrm>
            <a:prstGeom prst="rect">
              <a:avLst/>
            </a:prstGeom>
            <a:noFill/>
            <a:ln/>
          </p:spPr>
          <p:txBody>
            <a:bodyPr wrap="square" lIns="25400" tIns="25400" rIns="25400" bIns="25400" rtlCol="0" anchor="t">
              <a:normAutofit fontScale="92500" lnSpcReduction="10000"/>
            </a:bodyPr>
            <a:lstStyle/>
            <a:p>
              <a:pPr marL="0" indent="0" algn="ctr">
                <a:lnSpc>
                  <a:spcPct val="100000"/>
                </a:lnSpc>
                <a:buNone/>
              </a:pPr>
              <a:r>
                <a:rPr lang="en-US" sz="2250" b="1" kern="0" spc="-22">
                  <a:solidFill>
                    <a:srgbClr val="FFFFFF"/>
                  </a:solidFill>
                  <a:latin typeface="Segoe UI Light" pitchFamily="34" charset="0"/>
                  <a:ea typeface="Segoe UI Light" pitchFamily="34" charset="-122"/>
                  <a:cs typeface="Segoe UI Light" pitchFamily="34" charset="-120"/>
                </a:rPr>
                <a:t>LLM</a:t>
              </a:r>
              <a:endParaRPr lang="en-US" sz="2250"/>
            </a:p>
          </p:txBody>
        </p:sp>
        <p:sp>
          <p:nvSpPr>
            <p:cNvPr id="16" name="Text 11"/>
            <p:cNvSpPr/>
            <p:nvPr/>
          </p:nvSpPr>
          <p:spPr>
            <a:xfrm>
              <a:off x="4475014" y="3879581"/>
              <a:ext cx="3063280" cy="497979"/>
            </a:xfrm>
            <a:prstGeom prst="rect">
              <a:avLst/>
            </a:prstGeom>
            <a:noFill/>
            <a:ln/>
          </p:spPr>
          <p:txBody>
            <a:bodyPr wrap="square" lIns="25400" tIns="25400" rIns="25400" bIns="25400" rtlCol="0" anchor="t">
              <a:noAutofit/>
            </a:bodyPr>
            <a:lstStyle/>
            <a:p>
              <a:pPr marL="0" indent="0" algn="ctr">
                <a:buNone/>
              </a:pPr>
              <a:r>
                <a:rPr lang="en-US" sz="1400">
                  <a:solidFill>
                    <a:srgbClr val="CFE1F6"/>
                  </a:solidFill>
                  <a:latin typeface="Segoe UI" pitchFamily="34" charset="0"/>
                  <a:ea typeface="Segoe UI" pitchFamily="34" charset="-122"/>
                  <a:cs typeface="Segoe UI" pitchFamily="34" charset="-120"/>
                </a:rPr>
                <a:t>Reads the prompt, recognizes data is needed, picks the right function &amp; arguments.</a:t>
              </a:r>
              <a:endParaRPr lang="en-US" sz="1400"/>
            </a:p>
          </p:txBody>
        </p:sp>
        <p:pic>
          <p:nvPicPr>
            <p:cNvPr id="17" name="Image 3" descr="preencoded.png"/>
            <p:cNvPicPr>
              <a:picLocks noChangeAspect="1"/>
            </p:cNvPicPr>
            <p:nvPr/>
          </p:nvPicPr>
          <p:blipFill>
            <a:blip r:embed="rId6"/>
            <a:stretch>
              <a:fillRect/>
            </a:stretch>
          </p:blipFill>
          <p:spPr>
            <a:xfrm>
              <a:off x="7737723" y="3400418"/>
              <a:ext cx="514350" cy="342900"/>
            </a:xfrm>
            <a:prstGeom prst="rect">
              <a:avLst/>
            </a:prstGeom>
          </p:spPr>
        </p:pic>
        <p:sp>
          <p:nvSpPr>
            <p:cNvPr id="18" name="Text 12"/>
            <p:cNvSpPr/>
            <p:nvPr/>
          </p:nvSpPr>
          <p:spPr>
            <a:xfrm>
              <a:off x="7760663" y="3864753"/>
              <a:ext cx="489348" cy="182947"/>
            </a:xfrm>
            <a:prstGeom prst="rect">
              <a:avLst/>
            </a:prstGeom>
            <a:noFill/>
            <a:ln/>
          </p:spPr>
          <p:txBody>
            <a:bodyPr wrap="square" lIns="25400" tIns="25400" rIns="25400" bIns="25400" rtlCol="0" anchor="t">
              <a:noAutofit/>
            </a:bodyPr>
            <a:lstStyle/>
            <a:p>
              <a:pPr marL="0" indent="0" algn="ctr">
                <a:lnSpc>
                  <a:spcPct val="130000"/>
                </a:lnSpc>
                <a:buNone/>
              </a:pPr>
              <a:r>
                <a:rPr lang="en-US" sz="1000" b="1" kern="0" spc="122">
                  <a:solidFill>
                    <a:srgbClr val="888888"/>
                  </a:solidFill>
                  <a:latin typeface="Segoe UI" pitchFamily="34" charset="0"/>
                  <a:ea typeface="Segoe UI" pitchFamily="34" charset="-122"/>
                  <a:cs typeface="Segoe UI" pitchFamily="34" charset="-120"/>
                </a:rPr>
                <a:t>CALL</a:t>
              </a:r>
              <a:endParaRPr lang="en-US" sz="1000"/>
            </a:p>
          </p:txBody>
        </p:sp>
        <p:sp>
          <p:nvSpPr>
            <p:cNvPr id="19" name="Shape 13"/>
            <p:cNvSpPr/>
            <p:nvPr/>
          </p:nvSpPr>
          <p:spPr>
            <a:xfrm>
              <a:off x="8404473" y="2332130"/>
              <a:ext cx="3120777" cy="2220664"/>
            </a:xfrm>
            <a:prstGeom prst="rect">
              <a:avLst/>
            </a:prstGeom>
            <a:solidFill>
              <a:srgbClr val="EEF2FA"/>
            </a:solidFill>
            <a:ln w="9525">
              <a:solidFill>
                <a:srgbClr val="D7E0F0"/>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9089380" y="2551205"/>
              <a:ext cx="342900" cy="342900"/>
            </a:xfrm>
            <a:prstGeom prst="rect">
              <a:avLst/>
            </a:prstGeom>
          </p:spPr>
        </p:pic>
        <p:pic>
          <p:nvPicPr>
            <p:cNvPr id="21" name="Image 5" descr="preencoded.png"/>
            <p:cNvPicPr>
              <a:picLocks noChangeAspect="1"/>
            </p:cNvPicPr>
            <p:nvPr/>
          </p:nvPicPr>
          <p:blipFill>
            <a:blip r:embed="rId8"/>
            <a:stretch>
              <a:fillRect/>
            </a:stretch>
          </p:blipFill>
          <p:spPr>
            <a:xfrm>
              <a:off x="10497294" y="2551205"/>
              <a:ext cx="342900" cy="342900"/>
            </a:xfrm>
            <a:prstGeom prst="rect">
              <a:avLst/>
            </a:prstGeom>
          </p:spPr>
        </p:pic>
        <p:pic>
          <p:nvPicPr>
            <p:cNvPr id="22" name="Image 6" descr="preencoded.png"/>
            <p:cNvPicPr>
              <a:picLocks noChangeAspect="1"/>
            </p:cNvPicPr>
            <p:nvPr/>
          </p:nvPicPr>
          <p:blipFill>
            <a:blip r:embed="rId9"/>
            <a:stretch>
              <a:fillRect/>
            </a:stretch>
          </p:blipFill>
          <p:spPr>
            <a:xfrm>
              <a:off x="9089380" y="2970305"/>
              <a:ext cx="342900" cy="342900"/>
            </a:xfrm>
            <a:prstGeom prst="rect">
              <a:avLst/>
            </a:prstGeom>
          </p:spPr>
        </p:pic>
        <p:pic>
          <p:nvPicPr>
            <p:cNvPr id="23" name="Image 7" descr="preencoded.png"/>
            <p:cNvPicPr>
              <a:picLocks noChangeAspect="1"/>
            </p:cNvPicPr>
            <p:nvPr/>
          </p:nvPicPr>
          <p:blipFill>
            <a:blip r:embed="rId10"/>
            <a:stretch>
              <a:fillRect/>
            </a:stretch>
          </p:blipFill>
          <p:spPr>
            <a:xfrm>
              <a:off x="10497294" y="2970305"/>
              <a:ext cx="342900" cy="342900"/>
            </a:xfrm>
            <a:prstGeom prst="rect">
              <a:avLst/>
            </a:prstGeom>
          </p:spPr>
        </p:pic>
        <p:pic>
          <p:nvPicPr>
            <p:cNvPr id="24" name="Image 8" descr="preencoded.png"/>
            <p:cNvPicPr>
              <a:picLocks noChangeAspect="1"/>
            </p:cNvPicPr>
            <p:nvPr/>
          </p:nvPicPr>
          <p:blipFill>
            <a:blip r:embed="rId11"/>
            <a:stretch>
              <a:fillRect/>
            </a:stretch>
          </p:blipFill>
          <p:spPr>
            <a:xfrm>
              <a:off x="9793337" y="2989124"/>
              <a:ext cx="342900" cy="342900"/>
            </a:xfrm>
            <a:prstGeom prst="rect">
              <a:avLst/>
            </a:prstGeom>
          </p:spPr>
        </p:pic>
        <p:sp>
          <p:nvSpPr>
            <p:cNvPr id="25" name="Text 14"/>
            <p:cNvSpPr/>
            <p:nvPr/>
          </p:nvSpPr>
          <p:spPr>
            <a:xfrm>
              <a:off x="9754237" y="3479822"/>
              <a:ext cx="479822" cy="171450"/>
            </a:xfrm>
            <a:prstGeom prst="rect">
              <a:avLst/>
            </a:prstGeom>
            <a:noFill/>
            <a:ln/>
          </p:spPr>
          <p:txBody>
            <a:bodyPr wrap="square" lIns="25400" tIns="25400" rIns="25400" bIns="25400" rtlCol="0" anchor="t">
              <a:normAutofit/>
            </a:bodyPr>
            <a:lstStyle/>
            <a:p>
              <a:pPr marL="0" indent="0" algn="ctr">
                <a:buNone/>
              </a:pPr>
              <a:r>
                <a:rPr lang="en-US" sz="750" b="1" kern="0" spc="165">
                  <a:solidFill>
                    <a:srgbClr val="003CB9"/>
                  </a:solidFill>
                  <a:latin typeface="Segoe UI" pitchFamily="34" charset="0"/>
                  <a:ea typeface="Segoe UI" pitchFamily="34" charset="-122"/>
                  <a:cs typeface="Segoe UI" pitchFamily="34" charset="-120"/>
                </a:rPr>
                <a:t>TOOLS</a:t>
              </a:r>
              <a:endParaRPr lang="en-US" sz="750"/>
            </a:p>
          </p:txBody>
        </p:sp>
        <p:sp>
          <p:nvSpPr>
            <p:cNvPr id="26" name="Text 15"/>
            <p:cNvSpPr/>
            <p:nvPr/>
          </p:nvSpPr>
          <p:spPr>
            <a:xfrm>
              <a:off x="9432280" y="3599723"/>
              <a:ext cx="1183630" cy="323850"/>
            </a:xfrm>
            <a:prstGeom prst="rect">
              <a:avLst/>
            </a:prstGeom>
            <a:noFill/>
            <a:ln/>
          </p:spPr>
          <p:txBody>
            <a:bodyPr wrap="square" lIns="25400" tIns="25400" rIns="25400" bIns="25400" rtlCol="0" anchor="t">
              <a:normAutofit fontScale="92500" lnSpcReduction="10000"/>
            </a:bodyPr>
            <a:lstStyle/>
            <a:p>
              <a:pPr marL="0" indent="0" algn="ctr">
                <a:lnSpc>
                  <a:spcPct val="100000"/>
                </a:lnSpc>
                <a:buNone/>
              </a:pPr>
              <a:r>
                <a:rPr lang="en-US" sz="2250" b="1" kern="0" spc="-22">
                  <a:solidFill>
                    <a:srgbClr val="012060"/>
                  </a:solidFill>
                  <a:latin typeface="Segoe UI Light" pitchFamily="34" charset="0"/>
                  <a:ea typeface="Segoe UI Light" pitchFamily="34" charset="-122"/>
                  <a:cs typeface="Segoe UI Light" pitchFamily="34" charset="-120"/>
                </a:rPr>
                <a:t>Functions</a:t>
              </a:r>
              <a:endParaRPr lang="en-US" sz="2250"/>
            </a:p>
          </p:txBody>
        </p:sp>
        <p:sp>
          <p:nvSpPr>
            <p:cNvPr id="27" name="Text 16"/>
            <p:cNvSpPr/>
            <p:nvPr/>
          </p:nvSpPr>
          <p:spPr>
            <a:xfrm>
              <a:off x="8617509" y="3956227"/>
              <a:ext cx="2753278" cy="344686"/>
            </a:xfrm>
            <a:prstGeom prst="rect">
              <a:avLst/>
            </a:prstGeom>
            <a:noFill/>
            <a:ln/>
          </p:spPr>
          <p:txBody>
            <a:bodyPr wrap="square" lIns="25400" tIns="25400" rIns="25400" bIns="25400" rtlCol="0" anchor="t">
              <a:noAutofit/>
            </a:bodyPr>
            <a:lstStyle/>
            <a:p>
              <a:pPr marL="0" indent="0" algn="ctr">
                <a:buNone/>
              </a:pPr>
              <a:r>
                <a:rPr lang="en-US" sz="1400">
                  <a:solidFill>
                    <a:srgbClr val="555555"/>
                  </a:solidFill>
                  <a:latin typeface="Segoe UI" pitchFamily="34" charset="0"/>
                  <a:ea typeface="Segoe UI" pitchFamily="34" charset="-122"/>
                  <a:cs typeface="Segoe UI" pitchFamily="34" charset="-120"/>
                </a:rPr>
                <a:t>SCADA · asset DB · hydraulic model · unit converter · vision · code.</a:t>
              </a:r>
              <a:endParaRPr lang="en-US" sz="1400"/>
            </a:p>
          </p:txBody>
        </p:sp>
      </p:grpSp>
      <p:sp>
        <p:nvSpPr>
          <p:cNvPr id="68" name="TextBox 67">
            <a:extLst>
              <a:ext uri="{FF2B5EF4-FFF2-40B4-BE49-F238E27FC236}">
                <a16:creationId xmlns:a16="http://schemas.microsoft.com/office/drawing/2014/main" id="{BE01380C-50E4-7468-CAD6-83215E6F0E87}"/>
              </a:ext>
            </a:extLst>
          </p:cNvPr>
          <p:cNvSpPr txBox="1"/>
          <p:nvPr/>
        </p:nvSpPr>
        <p:spPr>
          <a:xfrm>
            <a:off x="605154" y="2136653"/>
            <a:ext cx="8293542" cy="369332"/>
          </a:xfrm>
          <a:prstGeom prst="rect">
            <a:avLst/>
          </a:prstGeom>
          <a:noFill/>
        </p:spPr>
        <p:txBody>
          <a:bodyPr wrap="square">
            <a:spAutoFit/>
          </a:bodyPr>
          <a:lstStyle/>
          <a:p>
            <a:r>
              <a:rPr lang="en-US"/>
              <a:t>Agentic AI is defined by autonomy, reasoning, and planning (Tanveer 2026).</a:t>
            </a:r>
          </a:p>
        </p:txBody>
      </p:sp>
      <p:sp>
        <p:nvSpPr>
          <p:cNvPr id="69" name="TextBox 68">
            <a:extLst>
              <a:ext uri="{FF2B5EF4-FFF2-40B4-BE49-F238E27FC236}">
                <a16:creationId xmlns:a16="http://schemas.microsoft.com/office/drawing/2014/main" id="{FF8EFB60-A40E-97DB-ED12-0F44F92682FD}"/>
              </a:ext>
            </a:extLst>
          </p:cNvPr>
          <p:cNvSpPr txBox="1"/>
          <p:nvPr/>
        </p:nvSpPr>
        <p:spPr>
          <a:xfrm>
            <a:off x="446843" y="6132777"/>
            <a:ext cx="6932738" cy="707886"/>
          </a:xfrm>
          <a:prstGeom prst="rect">
            <a:avLst/>
          </a:prstGeom>
          <a:noFill/>
        </p:spPr>
        <p:txBody>
          <a:bodyPr wrap="square" rtlCol="0">
            <a:spAutoFit/>
          </a:bodyPr>
          <a:lstStyle/>
          <a:p>
            <a:r>
              <a:rPr lang="en-US" sz="1100"/>
              <a:t>Tanveer, R. (2026). </a:t>
            </a:r>
            <a:r>
              <a:rPr lang="en-US" sz="1100" i="1"/>
              <a:t>Agentic AI Systems: Architectures, Autonomy, and Emergent </a:t>
            </a:r>
            <a:r>
              <a:rPr lang="en-US" sz="1100" i="1" err="1"/>
              <a:t>Behaviours</a:t>
            </a:r>
            <a:r>
              <a:rPr lang="en-US" sz="1100"/>
              <a:t> (SSRN Scholarly Paper No. 6702761). Social Science Research Network. </a:t>
            </a:r>
            <a:r>
              <a:rPr lang="en-US" sz="1100">
                <a:hlinkClick r:id="rId12"/>
              </a:rPr>
              <a:t>https://doi.org/10.2139/ssrn.6702761</a:t>
            </a:r>
            <a:endParaRPr lang="en-US" sz="1100"/>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7250" y="704850"/>
            <a:ext cx="10791825" cy="180975"/>
          </a:xfrm>
          <a:prstGeom prst="rect">
            <a:avLst/>
          </a:prstGeom>
          <a:noFill/>
          <a:ln/>
        </p:spPr>
        <p:txBody>
          <a:bodyPr wrap="square" lIns="25400" tIns="25400" rIns="25400" bIns="25400" rtlCol="0" anchor="t">
            <a:normAutofit/>
          </a:bodyPr>
          <a:lstStyle/>
          <a:p>
            <a:pPr marL="0" indent="0" algn="l">
              <a:buNone/>
            </a:pPr>
            <a:r>
              <a:rPr lang="en-US" sz="825" b="1" kern="0" spc="206">
                <a:solidFill>
                  <a:srgbClr val="15A3EB"/>
                </a:solidFill>
                <a:latin typeface="Segoe UI" pitchFamily="34" charset="0"/>
                <a:ea typeface="Segoe UI" pitchFamily="34" charset="-122"/>
                <a:cs typeface="Segoe UI" pitchFamily="34" charset="-120"/>
              </a:rPr>
              <a:t>THE LOOP</a:t>
            </a:r>
            <a:endParaRPr lang="en-US" sz="825"/>
          </a:p>
        </p:txBody>
      </p:sp>
      <p:sp>
        <p:nvSpPr>
          <p:cNvPr id="3" name="Text 1"/>
          <p:cNvSpPr/>
          <p:nvPr/>
        </p:nvSpPr>
        <p:spPr>
          <a:xfrm>
            <a:off x="857250" y="962025"/>
            <a:ext cx="10791825" cy="49812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450">
                <a:solidFill>
                  <a:srgbClr val="012060"/>
                </a:solidFill>
                <a:latin typeface="Segoe UI Light" pitchFamily="34" charset="0"/>
                <a:ea typeface="Segoe UI Light" pitchFamily="34" charset="-122"/>
                <a:cs typeface="Segoe UI Light" pitchFamily="34" charset="-120"/>
              </a:rPr>
              <a:t>The </a:t>
            </a:r>
            <a:r>
              <a:rPr lang="en-US" sz="3450" b="1">
                <a:solidFill>
                  <a:srgbClr val="012060"/>
                </a:solidFill>
                <a:latin typeface="Segoe UI Light" pitchFamily="34" charset="0"/>
                <a:ea typeface="Segoe UI Light" pitchFamily="34" charset="-122"/>
                <a:cs typeface="Segoe UI Light" pitchFamily="34" charset="-120"/>
              </a:rPr>
              <a:t>agent loop</a:t>
            </a:r>
            <a:endParaRPr lang="en-US" sz="3450"/>
          </a:p>
        </p:txBody>
      </p:sp>
      <p:sp>
        <p:nvSpPr>
          <p:cNvPr id="4" name="Text 2"/>
          <p:cNvSpPr/>
          <p:nvPr/>
        </p:nvSpPr>
        <p:spPr>
          <a:xfrm>
            <a:off x="857250" y="1537993"/>
            <a:ext cx="10791825" cy="219075"/>
          </a:xfrm>
          <a:prstGeom prst="rect">
            <a:avLst/>
          </a:prstGeom>
          <a:noFill/>
          <a:ln/>
        </p:spPr>
        <p:txBody>
          <a:bodyPr wrap="square" lIns="25400" tIns="25400" rIns="25400" bIns="25400" rtlCol="0" anchor="t">
            <a:noAutofit/>
          </a:bodyPr>
          <a:lstStyle/>
          <a:p>
            <a:pPr marL="0" indent="0" algn="l">
              <a:buNone/>
            </a:pPr>
            <a:r>
              <a:rPr lang="en-US" sz="1400">
                <a:solidFill>
                  <a:srgbClr val="555555"/>
                </a:solidFill>
                <a:latin typeface="Segoe UI" pitchFamily="34" charset="0"/>
                <a:ea typeface="Segoe UI" pitchFamily="34" charset="-122"/>
                <a:cs typeface="Segoe UI" pitchFamily="34" charset="-120"/>
              </a:rPr>
              <a:t>What happens between your request and the answer.</a:t>
            </a:r>
            <a:endParaRPr lang="en-US" sz="1400"/>
          </a:p>
        </p:txBody>
      </p:sp>
      <p:sp>
        <p:nvSpPr>
          <p:cNvPr id="5" name="Shape 3"/>
          <p:cNvSpPr/>
          <p:nvPr/>
        </p:nvSpPr>
        <p:spPr>
          <a:xfrm>
            <a:off x="857250" y="1964977"/>
            <a:ext cx="1920188" cy="3226153"/>
          </a:xfrm>
          <a:prstGeom prst="rect">
            <a:avLst/>
          </a:prstGeom>
          <a:solidFill>
            <a:srgbClr val="FFFFFF"/>
          </a:solidFill>
          <a:ln w="9525">
            <a:solidFill>
              <a:srgbClr val="D5DDEE"/>
            </a:solidFill>
            <a:prstDash val="solid"/>
          </a:ln>
        </p:spPr>
        <p:txBody>
          <a:bodyPr/>
          <a:lstStyle/>
          <a:p>
            <a:endParaRPr lang="en-US"/>
          </a:p>
        </p:txBody>
      </p:sp>
      <p:sp>
        <p:nvSpPr>
          <p:cNvPr id="6" name="Text 4"/>
          <p:cNvSpPr/>
          <p:nvPr/>
        </p:nvSpPr>
        <p:spPr>
          <a:xfrm>
            <a:off x="1019175" y="2145952"/>
            <a:ext cx="1686451" cy="324185"/>
          </a:xfrm>
          <a:prstGeom prst="rect">
            <a:avLst/>
          </a:prstGeom>
          <a:noFill/>
          <a:ln/>
        </p:spPr>
        <p:txBody>
          <a:bodyPr wrap="square" lIns="25400" tIns="25400" rIns="25400" bIns="25400" rtlCol="0" anchor="t">
            <a:normAutofit/>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1</a:t>
            </a:r>
            <a:endParaRPr lang="en-US" sz="825"/>
          </a:p>
        </p:txBody>
      </p:sp>
      <p:sp>
        <p:nvSpPr>
          <p:cNvPr id="7" name="Text 5"/>
          <p:cNvSpPr/>
          <p:nvPr/>
        </p:nvSpPr>
        <p:spPr>
          <a:xfrm>
            <a:off x="1019175" y="2317403"/>
            <a:ext cx="1303537" cy="829268"/>
          </a:xfrm>
          <a:prstGeom prst="rect">
            <a:avLst/>
          </a:prstGeom>
          <a:noFill/>
          <a:ln/>
        </p:spPr>
        <p:txBody>
          <a:bodyPr wrap="square" lIns="0" tIns="0" rIns="0" bIns="0" rtlCol="0" anchor="t">
            <a:normAutofit/>
          </a:bodyPr>
          <a:lstStyle/>
          <a:p>
            <a:pPr marL="0" indent="0" algn="l">
              <a:lnSpc>
                <a:spcPct val="110000"/>
              </a:lnSpc>
              <a:buNone/>
            </a:pPr>
            <a:r>
              <a:rPr lang="en-US" sz="1400" b="1">
                <a:solidFill>
                  <a:srgbClr val="012060"/>
                </a:solidFill>
                <a:latin typeface="Segoe UI" pitchFamily="34" charset="0"/>
                <a:ea typeface="Segoe UI" pitchFamily="34" charset="-122"/>
                <a:cs typeface="Segoe UI" pitchFamily="34" charset="-120"/>
              </a:rPr>
              <a:t>Receive Task</a:t>
            </a:r>
            <a:endParaRPr lang="en-US" sz="1400"/>
          </a:p>
        </p:txBody>
      </p:sp>
      <p:sp>
        <p:nvSpPr>
          <p:cNvPr id="9" name="Text 7"/>
          <p:cNvSpPr/>
          <p:nvPr/>
        </p:nvSpPr>
        <p:spPr>
          <a:xfrm>
            <a:off x="896728" y="3267871"/>
            <a:ext cx="1875239" cy="761708"/>
          </a:xfrm>
          <a:prstGeom prst="rect">
            <a:avLst/>
          </a:prstGeom>
          <a:noFill/>
          <a:ln/>
        </p:spPr>
        <p:txBody>
          <a:bodyPr wrap="square" lIns="25400" tIns="25400" rIns="25400" bIns="25400" rtlCol="0" anchor="t">
            <a:noAutofit/>
          </a:bodyPr>
          <a:lstStyle/>
          <a:p>
            <a:pPr marL="0" indent="0" algn="l">
              <a:buNone/>
            </a:pPr>
            <a:r>
              <a:rPr lang="en-US" sz="1400">
                <a:solidFill>
                  <a:srgbClr val="555555"/>
                </a:solidFill>
                <a:latin typeface="Segoe UI" pitchFamily="34" charset="0"/>
                <a:ea typeface="Segoe UI" pitchFamily="34" charset="-122"/>
                <a:cs typeface="Segoe UI" pitchFamily="34" charset="-120"/>
              </a:rPr>
              <a:t>User submits a form or triggers a workflow.</a:t>
            </a:r>
            <a:endParaRPr lang="en-US" sz="1400"/>
          </a:p>
        </p:txBody>
      </p:sp>
      <p:sp>
        <p:nvSpPr>
          <p:cNvPr id="11" name="Text 9"/>
          <p:cNvSpPr/>
          <p:nvPr/>
        </p:nvSpPr>
        <p:spPr>
          <a:xfrm>
            <a:off x="2748855" y="2481113"/>
            <a:ext cx="269697" cy="526801"/>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12" name="Shape 10"/>
          <p:cNvSpPr/>
          <p:nvPr/>
        </p:nvSpPr>
        <p:spPr>
          <a:xfrm>
            <a:off x="2967930" y="1964977"/>
            <a:ext cx="1920188" cy="3226151"/>
          </a:xfrm>
          <a:prstGeom prst="rect">
            <a:avLst/>
          </a:prstGeom>
          <a:solidFill>
            <a:srgbClr val="FFFFFF"/>
          </a:solidFill>
          <a:ln w="9525">
            <a:solidFill>
              <a:srgbClr val="D5DDEE"/>
            </a:solidFill>
            <a:prstDash val="solid"/>
          </a:ln>
        </p:spPr>
        <p:txBody>
          <a:bodyPr/>
          <a:lstStyle/>
          <a:p>
            <a:endParaRPr lang="en-US"/>
          </a:p>
        </p:txBody>
      </p:sp>
      <p:sp>
        <p:nvSpPr>
          <p:cNvPr id="13" name="Text 11"/>
          <p:cNvSpPr/>
          <p:nvPr/>
        </p:nvSpPr>
        <p:spPr>
          <a:xfrm>
            <a:off x="3129855" y="2145952"/>
            <a:ext cx="1686451" cy="324185"/>
          </a:xfrm>
          <a:prstGeom prst="rect">
            <a:avLst/>
          </a:prstGeom>
          <a:noFill/>
          <a:ln/>
        </p:spPr>
        <p:txBody>
          <a:bodyPr wrap="square" lIns="25400" tIns="25400" rIns="25400" bIns="25400" rtlCol="0" anchor="t">
            <a:normAutofit/>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2</a:t>
            </a:r>
            <a:endParaRPr lang="en-US" sz="825"/>
          </a:p>
        </p:txBody>
      </p:sp>
      <p:sp>
        <p:nvSpPr>
          <p:cNvPr id="14" name="Text 12"/>
          <p:cNvSpPr/>
          <p:nvPr/>
        </p:nvSpPr>
        <p:spPr>
          <a:xfrm>
            <a:off x="3129855" y="2317402"/>
            <a:ext cx="1087780" cy="722034"/>
          </a:xfrm>
          <a:prstGeom prst="rect">
            <a:avLst/>
          </a:prstGeom>
          <a:noFill/>
          <a:ln/>
        </p:spPr>
        <p:txBody>
          <a:bodyPr wrap="square" lIns="0" tIns="0" rIns="0" bIns="0" rtlCol="0" anchor="t">
            <a:normAutofit/>
          </a:bodyPr>
          <a:lstStyle/>
          <a:p>
            <a:pPr marL="0" indent="0" algn="l">
              <a:lnSpc>
                <a:spcPct val="110000"/>
              </a:lnSpc>
              <a:buNone/>
            </a:pPr>
            <a:r>
              <a:rPr lang="en-US" sz="1400" b="1">
                <a:solidFill>
                  <a:srgbClr val="012060"/>
                </a:solidFill>
                <a:latin typeface="Segoe UI" pitchFamily="34" charset="0"/>
                <a:ea typeface="Segoe UI" pitchFamily="34" charset="-122"/>
                <a:cs typeface="Segoe UI" pitchFamily="34" charset="-120"/>
              </a:rPr>
              <a:t>Plan Steps</a:t>
            </a:r>
            <a:endParaRPr lang="en-US" sz="1400"/>
          </a:p>
        </p:txBody>
      </p:sp>
      <p:sp>
        <p:nvSpPr>
          <p:cNvPr id="16" name="Text 14"/>
          <p:cNvSpPr/>
          <p:nvPr/>
        </p:nvSpPr>
        <p:spPr>
          <a:xfrm>
            <a:off x="3098375" y="3146671"/>
            <a:ext cx="1686451" cy="761708"/>
          </a:xfrm>
          <a:prstGeom prst="rect">
            <a:avLst/>
          </a:prstGeom>
          <a:noFill/>
          <a:ln/>
        </p:spPr>
        <p:txBody>
          <a:bodyPr wrap="square" lIns="25400" tIns="25400" rIns="25400" bIns="25400" rtlCol="0" anchor="t">
            <a:noAutofit/>
          </a:bodyPr>
          <a:lstStyle/>
          <a:p>
            <a:pPr marL="0" indent="0" algn="l">
              <a:buNone/>
            </a:pPr>
            <a:r>
              <a:rPr lang="en-US" sz="1400">
                <a:solidFill>
                  <a:srgbClr val="555555"/>
                </a:solidFill>
                <a:latin typeface="Segoe UI" pitchFamily="34" charset="0"/>
                <a:ea typeface="Segoe UI" pitchFamily="34" charset="-122"/>
                <a:cs typeface="Segoe UI" pitchFamily="34" charset="-120"/>
              </a:rPr>
              <a:t>LLM reasons about what to check and in what order.</a:t>
            </a:r>
            <a:endParaRPr lang="en-US" sz="1400"/>
          </a:p>
        </p:txBody>
      </p:sp>
      <p:sp>
        <p:nvSpPr>
          <p:cNvPr id="18" name="Text 16"/>
          <p:cNvSpPr/>
          <p:nvPr/>
        </p:nvSpPr>
        <p:spPr>
          <a:xfrm>
            <a:off x="4859536" y="2481113"/>
            <a:ext cx="269697" cy="526801"/>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19" name="Shape 17"/>
          <p:cNvSpPr/>
          <p:nvPr/>
        </p:nvSpPr>
        <p:spPr>
          <a:xfrm>
            <a:off x="5078611" y="1964977"/>
            <a:ext cx="1920329" cy="3226149"/>
          </a:xfrm>
          <a:prstGeom prst="rect">
            <a:avLst/>
          </a:prstGeom>
          <a:solidFill>
            <a:srgbClr val="012060"/>
          </a:solidFill>
          <a:ln w="9525">
            <a:solidFill>
              <a:srgbClr val="012060"/>
            </a:solidFill>
            <a:prstDash val="solid"/>
          </a:ln>
        </p:spPr>
        <p:txBody>
          <a:bodyPr/>
          <a:lstStyle/>
          <a:p>
            <a:endParaRPr lang="en-US"/>
          </a:p>
        </p:txBody>
      </p:sp>
      <p:sp>
        <p:nvSpPr>
          <p:cNvPr id="20" name="Text 18"/>
          <p:cNvSpPr/>
          <p:nvPr/>
        </p:nvSpPr>
        <p:spPr>
          <a:xfrm>
            <a:off x="5240536" y="2145952"/>
            <a:ext cx="1686591" cy="324185"/>
          </a:xfrm>
          <a:prstGeom prst="rect">
            <a:avLst/>
          </a:prstGeom>
          <a:noFill/>
          <a:ln/>
        </p:spPr>
        <p:txBody>
          <a:bodyPr wrap="square" lIns="25400" tIns="25400" rIns="25400" bIns="25400" rtlCol="0" anchor="t">
            <a:normAutofit/>
          </a:bodyPr>
          <a:lstStyle/>
          <a:p>
            <a:pPr marL="0" indent="0" algn="l">
              <a:buNone/>
            </a:pPr>
            <a:r>
              <a:rPr lang="en-US" sz="825" b="1" kern="0" spc="165">
                <a:solidFill>
                  <a:srgbClr val="FAA41A"/>
                </a:solidFill>
                <a:latin typeface="Arial Narrow" pitchFamily="34" charset="0"/>
                <a:ea typeface="Arial Narrow" pitchFamily="34" charset="-122"/>
                <a:cs typeface="Arial Narrow" pitchFamily="34" charset="-120"/>
              </a:rPr>
              <a:t>STEP 3</a:t>
            </a:r>
            <a:endParaRPr lang="en-US" sz="825"/>
          </a:p>
        </p:txBody>
      </p:sp>
      <p:sp>
        <p:nvSpPr>
          <p:cNvPr id="21" name="Text 19"/>
          <p:cNvSpPr/>
          <p:nvPr/>
        </p:nvSpPr>
        <p:spPr>
          <a:xfrm>
            <a:off x="5240537" y="2317402"/>
            <a:ext cx="1001574" cy="583149"/>
          </a:xfrm>
          <a:prstGeom prst="rect">
            <a:avLst/>
          </a:prstGeom>
          <a:noFill/>
          <a:ln/>
        </p:spPr>
        <p:txBody>
          <a:bodyPr wrap="square" lIns="0" tIns="0" rIns="0" bIns="0" rtlCol="0" anchor="t">
            <a:normAutofit/>
          </a:bodyPr>
          <a:lstStyle/>
          <a:p>
            <a:pPr marL="0" indent="0" algn="l">
              <a:lnSpc>
                <a:spcPct val="110000"/>
              </a:lnSpc>
              <a:buNone/>
            </a:pPr>
            <a:r>
              <a:rPr lang="en-US" sz="1400" b="1">
                <a:solidFill>
                  <a:srgbClr val="FFFFFF"/>
                </a:solidFill>
                <a:latin typeface="Segoe UI" pitchFamily="34" charset="0"/>
                <a:ea typeface="Segoe UI" pitchFamily="34" charset="-122"/>
                <a:cs typeface="Segoe UI" pitchFamily="34" charset="-120"/>
              </a:rPr>
              <a:t>Call Tools</a:t>
            </a:r>
            <a:endParaRPr lang="en-US" sz="1400"/>
          </a:p>
        </p:txBody>
      </p:sp>
      <p:sp>
        <p:nvSpPr>
          <p:cNvPr id="23" name="Text 21"/>
          <p:cNvSpPr/>
          <p:nvPr/>
        </p:nvSpPr>
        <p:spPr>
          <a:xfrm>
            <a:off x="5240536" y="3028846"/>
            <a:ext cx="1686591" cy="761708"/>
          </a:xfrm>
          <a:prstGeom prst="rect">
            <a:avLst/>
          </a:prstGeom>
          <a:noFill/>
          <a:ln/>
        </p:spPr>
        <p:txBody>
          <a:bodyPr wrap="square" lIns="25400" tIns="25400" rIns="25400" bIns="25400" rtlCol="0" anchor="t">
            <a:noAutofit/>
          </a:bodyPr>
          <a:lstStyle/>
          <a:p>
            <a:pPr marL="0" indent="0" algn="l">
              <a:buNone/>
            </a:pPr>
            <a:r>
              <a:rPr lang="en-US" sz="1400">
                <a:solidFill>
                  <a:srgbClr val="CFE1F6"/>
                </a:solidFill>
                <a:latin typeface="Segoe UI" pitchFamily="34" charset="0"/>
                <a:ea typeface="Segoe UI" pitchFamily="34" charset="-122"/>
                <a:cs typeface="Segoe UI" pitchFamily="34" charset="-120"/>
              </a:rPr>
              <a:t>RAG, database, vision, APIs — whatever the step needs.</a:t>
            </a:r>
            <a:endParaRPr lang="en-US" sz="1400"/>
          </a:p>
        </p:txBody>
      </p:sp>
      <p:sp>
        <p:nvSpPr>
          <p:cNvPr id="25" name="Text 23"/>
          <p:cNvSpPr/>
          <p:nvPr/>
        </p:nvSpPr>
        <p:spPr>
          <a:xfrm>
            <a:off x="6970365" y="2481113"/>
            <a:ext cx="269697" cy="526801"/>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26" name="Shape 24"/>
          <p:cNvSpPr/>
          <p:nvPr/>
        </p:nvSpPr>
        <p:spPr>
          <a:xfrm>
            <a:off x="7189440" y="1964977"/>
            <a:ext cx="1920188" cy="3226147"/>
          </a:xfrm>
          <a:prstGeom prst="rect">
            <a:avLst/>
          </a:prstGeom>
          <a:solidFill>
            <a:srgbClr val="FFFFFF"/>
          </a:solidFill>
          <a:ln w="9525">
            <a:solidFill>
              <a:srgbClr val="D5DDEE"/>
            </a:solidFill>
            <a:prstDash val="solid"/>
          </a:ln>
        </p:spPr>
        <p:txBody>
          <a:bodyPr/>
          <a:lstStyle/>
          <a:p>
            <a:endParaRPr lang="en-US"/>
          </a:p>
        </p:txBody>
      </p:sp>
      <p:sp>
        <p:nvSpPr>
          <p:cNvPr id="27" name="Text 25"/>
          <p:cNvSpPr/>
          <p:nvPr/>
        </p:nvSpPr>
        <p:spPr>
          <a:xfrm>
            <a:off x="7351365" y="2145952"/>
            <a:ext cx="1686451" cy="324185"/>
          </a:xfrm>
          <a:prstGeom prst="rect">
            <a:avLst/>
          </a:prstGeom>
          <a:noFill/>
          <a:ln/>
        </p:spPr>
        <p:txBody>
          <a:bodyPr wrap="square" lIns="25400" tIns="25400" rIns="25400" bIns="25400" rtlCol="0" anchor="t">
            <a:normAutofit/>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4</a:t>
            </a:r>
            <a:endParaRPr lang="en-US" sz="825"/>
          </a:p>
        </p:txBody>
      </p:sp>
      <p:sp>
        <p:nvSpPr>
          <p:cNvPr id="28" name="Text 26"/>
          <p:cNvSpPr/>
          <p:nvPr/>
        </p:nvSpPr>
        <p:spPr>
          <a:xfrm>
            <a:off x="7351365" y="2317402"/>
            <a:ext cx="1305364" cy="761706"/>
          </a:xfrm>
          <a:prstGeom prst="rect">
            <a:avLst/>
          </a:prstGeom>
          <a:noFill/>
          <a:ln/>
        </p:spPr>
        <p:txBody>
          <a:bodyPr wrap="square" lIns="0" tIns="0" rIns="0" bIns="0" rtlCol="0" anchor="t">
            <a:noAutofit/>
          </a:bodyPr>
          <a:lstStyle/>
          <a:p>
            <a:pPr marL="0" indent="0" algn="l">
              <a:lnSpc>
                <a:spcPct val="110000"/>
              </a:lnSpc>
              <a:buNone/>
            </a:pPr>
            <a:r>
              <a:rPr lang="en-US" sz="1400" b="1">
                <a:solidFill>
                  <a:srgbClr val="012060"/>
                </a:solidFill>
                <a:latin typeface="Segoe UI" pitchFamily="34" charset="0"/>
                <a:ea typeface="Segoe UI" pitchFamily="34" charset="-122"/>
                <a:cs typeface="Segoe UI" pitchFamily="34" charset="-120"/>
              </a:rPr>
              <a:t>Review Output</a:t>
            </a:r>
            <a:endParaRPr lang="en-US" sz="1400"/>
          </a:p>
        </p:txBody>
      </p:sp>
      <p:sp>
        <p:nvSpPr>
          <p:cNvPr id="30" name="Text 28"/>
          <p:cNvSpPr/>
          <p:nvPr/>
        </p:nvSpPr>
        <p:spPr>
          <a:xfrm>
            <a:off x="7243325" y="3079108"/>
            <a:ext cx="1902209" cy="761708"/>
          </a:xfrm>
          <a:prstGeom prst="rect">
            <a:avLst/>
          </a:prstGeom>
          <a:noFill/>
          <a:ln/>
        </p:spPr>
        <p:txBody>
          <a:bodyPr wrap="square" lIns="25400" tIns="25400" rIns="25400" bIns="25400" rtlCol="0" anchor="t">
            <a:noAutofit/>
          </a:bodyPr>
          <a:lstStyle/>
          <a:p>
            <a:pPr marL="0" indent="0" algn="l">
              <a:buNone/>
            </a:pPr>
            <a:r>
              <a:rPr lang="en-US" sz="1400">
                <a:solidFill>
                  <a:srgbClr val="555555"/>
                </a:solidFill>
                <a:latin typeface="Segoe UI" pitchFamily="34" charset="0"/>
                <a:ea typeface="Segoe UI" pitchFamily="34" charset="-122"/>
                <a:cs typeface="Segoe UI" pitchFamily="34" charset="-120"/>
              </a:rPr>
              <a:t>Compare results against the instructions and guardrails.</a:t>
            </a:r>
            <a:endParaRPr lang="en-US" sz="1400"/>
          </a:p>
        </p:txBody>
      </p:sp>
      <p:sp>
        <p:nvSpPr>
          <p:cNvPr id="32" name="Text 30"/>
          <p:cNvSpPr/>
          <p:nvPr/>
        </p:nvSpPr>
        <p:spPr>
          <a:xfrm>
            <a:off x="9081046" y="2481113"/>
            <a:ext cx="269697" cy="526801"/>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33" name="Shape 31"/>
          <p:cNvSpPr/>
          <p:nvPr/>
        </p:nvSpPr>
        <p:spPr>
          <a:xfrm>
            <a:off x="9300121" y="1964977"/>
            <a:ext cx="1920329" cy="3226147"/>
          </a:xfrm>
          <a:prstGeom prst="rect">
            <a:avLst/>
          </a:prstGeom>
          <a:solidFill>
            <a:srgbClr val="FFFFFF"/>
          </a:solidFill>
          <a:ln w="9525">
            <a:solidFill>
              <a:srgbClr val="D5DDEE"/>
            </a:solidFill>
            <a:prstDash val="solid"/>
          </a:ln>
        </p:spPr>
        <p:txBody>
          <a:bodyPr/>
          <a:lstStyle/>
          <a:p>
            <a:endParaRPr lang="en-US"/>
          </a:p>
        </p:txBody>
      </p:sp>
      <p:sp>
        <p:nvSpPr>
          <p:cNvPr id="34" name="Text 32"/>
          <p:cNvSpPr/>
          <p:nvPr/>
        </p:nvSpPr>
        <p:spPr>
          <a:xfrm>
            <a:off x="9462046" y="2145952"/>
            <a:ext cx="1686591" cy="324185"/>
          </a:xfrm>
          <a:prstGeom prst="rect">
            <a:avLst/>
          </a:prstGeom>
          <a:noFill/>
          <a:ln/>
        </p:spPr>
        <p:txBody>
          <a:bodyPr wrap="square" lIns="25400" tIns="25400" rIns="25400" bIns="25400" rtlCol="0" anchor="t">
            <a:normAutofit/>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5</a:t>
            </a:r>
            <a:endParaRPr lang="en-US" sz="825"/>
          </a:p>
        </p:txBody>
      </p:sp>
      <p:sp>
        <p:nvSpPr>
          <p:cNvPr id="35" name="Text 33"/>
          <p:cNvSpPr/>
          <p:nvPr/>
        </p:nvSpPr>
        <p:spPr>
          <a:xfrm>
            <a:off x="9462046" y="2317402"/>
            <a:ext cx="1497663" cy="969519"/>
          </a:xfrm>
          <a:prstGeom prst="rect">
            <a:avLst/>
          </a:prstGeom>
          <a:noFill/>
          <a:ln/>
        </p:spPr>
        <p:txBody>
          <a:bodyPr wrap="square" lIns="0" tIns="0" rIns="0" bIns="0" rtlCol="0" anchor="t">
            <a:normAutofit/>
          </a:bodyPr>
          <a:lstStyle/>
          <a:p>
            <a:pPr marL="0" indent="0" algn="l">
              <a:lnSpc>
                <a:spcPct val="110000"/>
              </a:lnSpc>
              <a:buNone/>
            </a:pPr>
            <a:r>
              <a:rPr lang="en-US" sz="1400" b="1">
                <a:solidFill>
                  <a:srgbClr val="012060"/>
                </a:solidFill>
                <a:latin typeface="Segoe UI" pitchFamily="34" charset="0"/>
                <a:ea typeface="Segoe UI" pitchFamily="34" charset="-122"/>
                <a:cs typeface="Segoe UI" pitchFamily="34" charset="-120"/>
              </a:rPr>
              <a:t>Return Result</a:t>
            </a:r>
            <a:endParaRPr lang="en-US" sz="1400"/>
          </a:p>
        </p:txBody>
      </p:sp>
      <p:sp>
        <p:nvSpPr>
          <p:cNvPr id="37" name="Text 35"/>
          <p:cNvSpPr/>
          <p:nvPr/>
        </p:nvSpPr>
        <p:spPr>
          <a:xfrm>
            <a:off x="9443145" y="3037785"/>
            <a:ext cx="1686591" cy="761708"/>
          </a:xfrm>
          <a:prstGeom prst="rect">
            <a:avLst/>
          </a:prstGeom>
          <a:noFill/>
          <a:ln/>
        </p:spPr>
        <p:txBody>
          <a:bodyPr wrap="square" lIns="25400" tIns="25400" rIns="25400" bIns="25400" rtlCol="0" anchor="t">
            <a:noAutofit/>
          </a:bodyPr>
          <a:lstStyle/>
          <a:p>
            <a:pPr marL="0" indent="0" algn="l">
              <a:buNone/>
            </a:pPr>
            <a:r>
              <a:rPr lang="en-US" sz="1400">
                <a:solidFill>
                  <a:srgbClr val="555555"/>
                </a:solidFill>
                <a:latin typeface="Segoe UI" pitchFamily="34" charset="0"/>
                <a:ea typeface="Segoe UI" pitchFamily="34" charset="-122"/>
                <a:cs typeface="Segoe UI" pitchFamily="34" charset="-120"/>
              </a:rPr>
              <a:t>Structured JSON, feedback to user, write to database.</a:t>
            </a:r>
            <a:endParaRPr lang="en-US" sz="1400"/>
          </a:p>
        </p:txBody>
      </p:sp>
      <p:grpSp>
        <p:nvGrpSpPr>
          <p:cNvPr id="50" name="Group 49">
            <a:extLst>
              <a:ext uri="{FF2B5EF4-FFF2-40B4-BE49-F238E27FC236}">
                <a16:creationId xmlns:a16="http://schemas.microsoft.com/office/drawing/2014/main" id="{BC309939-0253-AC13-D8FE-D35D23CCBE49}"/>
              </a:ext>
            </a:extLst>
          </p:cNvPr>
          <p:cNvGrpSpPr/>
          <p:nvPr/>
        </p:nvGrpSpPr>
        <p:grpSpPr>
          <a:xfrm>
            <a:off x="857250" y="5607211"/>
            <a:ext cx="11004550" cy="577527"/>
            <a:chOff x="895350" y="5355362"/>
            <a:chExt cx="10620375" cy="400050"/>
          </a:xfrm>
        </p:grpSpPr>
        <p:sp>
          <p:nvSpPr>
            <p:cNvPr id="51" name="Shape 36"/>
            <p:cNvSpPr/>
            <p:nvPr/>
          </p:nvSpPr>
          <p:spPr>
            <a:xfrm>
              <a:off x="895350" y="5355362"/>
              <a:ext cx="10477500" cy="400050"/>
            </a:xfrm>
            <a:prstGeom prst="rect">
              <a:avLst/>
            </a:prstGeom>
            <a:solidFill>
              <a:srgbClr val="F4F7FC"/>
            </a:solidFill>
            <a:ln/>
          </p:spPr>
          <p:txBody>
            <a:bodyPr/>
            <a:lstStyle/>
            <a:p>
              <a:endParaRPr lang="en-US"/>
            </a:p>
          </p:txBody>
        </p:sp>
        <p:sp>
          <p:nvSpPr>
            <p:cNvPr id="52" name="Shape 37"/>
            <p:cNvSpPr/>
            <p:nvPr/>
          </p:nvSpPr>
          <p:spPr>
            <a:xfrm>
              <a:off x="895350" y="5355362"/>
              <a:ext cx="38100" cy="400050"/>
            </a:xfrm>
            <a:prstGeom prst="rect">
              <a:avLst/>
            </a:prstGeom>
            <a:solidFill>
              <a:srgbClr val="FAA41A"/>
            </a:solidFill>
            <a:ln/>
          </p:spPr>
          <p:txBody>
            <a:bodyPr/>
            <a:lstStyle/>
            <a:p>
              <a:endParaRPr lang="en-US"/>
            </a:p>
          </p:txBody>
        </p:sp>
        <p:sp>
          <p:nvSpPr>
            <p:cNvPr id="53" name="Text 38"/>
            <p:cNvSpPr/>
            <p:nvPr/>
          </p:nvSpPr>
          <p:spPr>
            <a:xfrm>
              <a:off x="1104900" y="5469662"/>
              <a:ext cx="10410825" cy="209550"/>
            </a:xfrm>
            <a:prstGeom prst="rect">
              <a:avLst/>
            </a:prstGeom>
            <a:noFill/>
            <a:ln/>
          </p:spPr>
          <p:txBody>
            <a:bodyPr wrap="square" lIns="25400" tIns="25400" rIns="25400" bIns="25400" rtlCol="0" anchor="t">
              <a:normAutofit fontScale="55000" lnSpcReduction="20000"/>
            </a:bodyPr>
            <a:lstStyle/>
            <a:p>
              <a:pPr marL="0" indent="0" algn="l">
                <a:lnSpc>
                  <a:spcPct val="150000"/>
                </a:lnSpc>
                <a:buNone/>
              </a:pPr>
              <a:r>
                <a:rPr lang="en-US" sz="2500" b="1">
                  <a:solidFill>
                    <a:srgbClr val="012060"/>
                  </a:solidFill>
                  <a:latin typeface="Segoe UI" pitchFamily="34" charset="0"/>
                  <a:ea typeface="Segoe UI" pitchFamily="34" charset="-122"/>
                  <a:cs typeface="Segoe UI" pitchFamily="34" charset="-120"/>
                </a:rPr>
                <a:t>↑ Iterates when guardrails fail. </a:t>
              </a:r>
              <a:r>
                <a:rPr lang="en-US" sz="2500">
                  <a:solidFill>
                    <a:srgbClr val="444444"/>
                  </a:solidFill>
                  <a:highlight>
                    <a:srgbClr val="F4F7FC"/>
                  </a:highlight>
                  <a:latin typeface="Segoe UI" pitchFamily="34" charset="0"/>
                  <a:ea typeface="Segoe UI" pitchFamily="34" charset="-122"/>
                  <a:cs typeface="Segoe UI" pitchFamily="34" charset="-120"/>
                </a:rPr>
                <a:t>If review rejects the output, the loop tries again with a revised approach — not a single shot</a:t>
              </a:r>
              <a:r>
                <a:rPr lang="en-US" sz="900">
                  <a:solidFill>
                    <a:srgbClr val="444444"/>
                  </a:solidFill>
                  <a:highlight>
                    <a:srgbClr val="F4F7FC"/>
                  </a:highlight>
                  <a:latin typeface="Segoe UI" pitchFamily="34" charset="0"/>
                  <a:ea typeface="Segoe UI" pitchFamily="34" charset="-122"/>
                  <a:cs typeface="Segoe UI" pitchFamily="34" charset="-120"/>
                </a:rPr>
                <a:t>.</a:t>
              </a:r>
              <a:endParaRPr lang="en-US" sz="9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39"/>
          <p:cNvSpPr/>
          <p:nvPr/>
        </p:nvSpPr>
        <p:spPr>
          <a:xfrm>
            <a:off x="880173" y="4393337"/>
            <a:ext cx="10477500" cy="9525"/>
          </a:xfrm>
          <a:prstGeom prst="rect">
            <a:avLst/>
          </a:prstGeom>
          <a:solidFill>
            <a:srgbClr val="D5DDEE"/>
          </a:solidFill>
          <a:ln/>
        </p:spPr>
        <p:txBody>
          <a:bodyPr/>
          <a:lstStyle/>
          <a:p>
            <a:endParaRPr lang="en-US"/>
          </a:p>
        </p:txBody>
      </p:sp>
      <p:sp>
        <p:nvSpPr>
          <p:cNvPr id="42" name="Text 40"/>
          <p:cNvSpPr/>
          <p:nvPr/>
        </p:nvSpPr>
        <p:spPr>
          <a:xfrm>
            <a:off x="845946" y="4799726"/>
            <a:ext cx="471785" cy="495300"/>
          </a:xfrm>
          <a:prstGeom prst="rect">
            <a:avLst/>
          </a:prstGeom>
          <a:noFill/>
          <a:ln/>
        </p:spPr>
        <p:txBody>
          <a:bodyPr wrap="square" lIns="25400" tIns="25400" rIns="25400" bIns="25400" rtlCol="0" anchor="t">
            <a:normAutofit fontScale="92500" lnSpcReduction="20000"/>
          </a:bodyPr>
          <a:lstStyle/>
          <a:p>
            <a:pPr marL="0" indent="0" algn="l">
              <a:lnSpc>
                <a:spcPct val="60000"/>
              </a:lnSpc>
              <a:buNone/>
            </a:pPr>
            <a:r>
              <a:rPr lang="en-US" sz="6000" b="1">
                <a:solidFill>
                  <a:srgbClr val="15A3EB"/>
                </a:solidFill>
                <a:latin typeface="Georgia" pitchFamily="34" charset="0"/>
                <a:ea typeface="Georgia" pitchFamily="34" charset="-122"/>
                <a:cs typeface="Georgia" pitchFamily="34" charset="-120"/>
              </a:rPr>
              <a:t>“</a:t>
            </a:r>
            <a:endParaRPr lang="en-US" sz="6000"/>
          </a:p>
        </p:txBody>
      </p:sp>
      <p:sp>
        <p:nvSpPr>
          <p:cNvPr id="43" name="Text 41"/>
          <p:cNvSpPr/>
          <p:nvPr/>
        </p:nvSpPr>
        <p:spPr>
          <a:xfrm>
            <a:off x="1447208" y="4574312"/>
            <a:ext cx="6631748" cy="500955"/>
          </a:xfrm>
          <a:prstGeom prst="rect">
            <a:avLst/>
          </a:prstGeom>
          <a:noFill/>
          <a:ln/>
        </p:spPr>
        <p:txBody>
          <a:bodyPr wrap="square" lIns="25400" tIns="25400" rIns="25400" bIns="25400" rtlCol="0" anchor="t">
            <a:noAutofit/>
          </a:bodyPr>
          <a:lstStyle/>
          <a:p>
            <a:pPr marL="0" indent="0" algn="l">
              <a:lnSpc>
                <a:spcPct val="135000"/>
              </a:lnSpc>
              <a:buNone/>
            </a:pPr>
            <a:r>
              <a:rPr lang="en-US">
                <a:solidFill>
                  <a:srgbClr val="012060"/>
                </a:solidFill>
                <a:latin typeface="Segoe UI Light" pitchFamily="34" charset="0"/>
                <a:ea typeface="Segoe UI Light" pitchFamily="34" charset="-122"/>
                <a:cs typeface="Segoe UI Light" pitchFamily="34" charset="-120"/>
              </a:rPr>
              <a:t>A chat session ends when the user </a:t>
            </a:r>
            <a:r>
              <a:rPr lang="en-US" b="1">
                <a:solidFill>
                  <a:srgbClr val="012060"/>
                </a:solidFill>
                <a:latin typeface="Segoe UI Light" pitchFamily="34" charset="0"/>
                <a:ea typeface="Segoe UI Light" pitchFamily="34" charset="-122"/>
                <a:cs typeface="Segoe UI Light" pitchFamily="34" charset="-120"/>
              </a:rPr>
              <a:t>stops typing. </a:t>
            </a:r>
            <a:r>
              <a:rPr lang="en-US">
                <a:solidFill>
                  <a:srgbClr val="012060"/>
                </a:solidFill>
                <a:latin typeface="Segoe UI Light" pitchFamily="34" charset="0"/>
                <a:ea typeface="Segoe UI Light" pitchFamily="34" charset="-122"/>
                <a:cs typeface="Segoe UI Light" pitchFamily="34" charset="-120"/>
              </a:rPr>
              <a:t>An agent ends when the </a:t>
            </a:r>
            <a:r>
              <a:rPr lang="en-US" b="1">
                <a:solidFill>
                  <a:srgbClr val="012060"/>
                </a:solidFill>
                <a:latin typeface="Segoe UI Light" pitchFamily="34" charset="0"/>
                <a:ea typeface="Segoe UI Light" pitchFamily="34" charset="-122"/>
                <a:cs typeface="Segoe UI Light" pitchFamily="34" charset="-120"/>
              </a:rPr>
              <a:t>task is done.</a:t>
            </a:r>
            <a:endParaRPr lang="en-US"/>
          </a:p>
        </p:txBody>
      </p:sp>
      <p:grpSp>
        <p:nvGrpSpPr>
          <p:cNvPr id="48" name="Group 47">
            <a:extLst>
              <a:ext uri="{FF2B5EF4-FFF2-40B4-BE49-F238E27FC236}">
                <a16:creationId xmlns:a16="http://schemas.microsoft.com/office/drawing/2014/main" id="{83301FD8-96C9-9842-501D-2FB25DB291DE}"/>
              </a:ext>
            </a:extLst>
          </p:cNvPr>
          <p:cNvGrpSpPr/>
          <p:nvPr/>
        </p:nvGrpSpPr>
        <p:grpSpPr>
          <a:xfrm>
            <a:off x="736270" y="2687526"/>
            <a:ext cx="10621403" cy="1534358"/>
            <a:chOff x="857250" y="3594916"/>
            <a:chExt cx="10477500" cy="1271319"/>
          </a:xfrm>
        </p:grpSpPr>
        <p:sp>
          <p:nvSpPr>
            <p:cNvPr id="70" name="Shape 23">
              <a:extLst>
                <a:ext uri="{FF2B5EF4-FFF2-40B4-BE49-F238E27FC236}">
                  <a16:creationId xmlns:a16="http://schemas.microsoft.com/office/drawing/2014/main" id="{9B99EC5A-F118-58B4-0A75-943BF739BD50}"/>
                </a:ext>
              </a:extLst>
            </p:cNvPr>
            <p:cNvSpPr/>
            <p:nvPr/>
          </p:nvSpPr>
          <p:spPr>
            <a:xfrm>
              <a:off x="857250" y="3594916"/>
              <a:ext cx="10477500" cy="1259565"/>
            </a:xfrm>
            <a:prstGeom prst="rect">
              <a:avLst/>
            </a:prstGeom>
            <a:solidFill>
              <a:srgbClr val="FFFFFF"/>
            </a:solidFill>
            <a:ln w="9525">
              <a:solidFill>
                <a:srgbClr val="D5DDEE"/>
              </a:solidFill>
              <a:prstDash val="solid"/>
            </a:ln>
          </p:spPr>
          <p:txBody>
            <a:bodyPr/>
            <a:lstStyle/>
            <a:p>
              <a:endParaRPr lang="en-US"/>
            </a:p>
          </p:txBody>
        </p:sp>
        <p:sp>
          <p:nvSpPr>
            <p:cNvPr id="71" name="Shape 24">
              <a:extLst>
                <a:ext uri="{FF2B5EF4-FFF2-40B4-BE49-F238E27FC236}">
                  <a16:creationId xmlns:a16="http://schemas.microsoft.com/office/drawing/2014/main" id="{01BD4388-A7EB-2D7F-3EC3-4A2F4AA55B90}"/>
                </a:ext>
              </a:extLst>
            </p:cNvPr>
            <p:cNvSpPr/>
            <p:nvPr/>
          </p:nvSpPr>
          <p:spPr>
            <a:xfrm rot="10800000">
              <a:off x="866773" y="3606671"/>
              <a:ext cx="787587" cy="1259564"/>
            </a:xfrm>
            <a:prstGeom prst="rect">
              <a:avLst/>
            </a:prstGeom>
            <a:solidFill>
              <a:srgbClr val="012060"/>
            </a:solidFill>
            <a:ln/>
          </p:spPr>
          <p:txBody>
            <a:bodyPr/>
            <a:lstStyle/>
            <a:p>
              <a:endParaRPr lang="en-US"/>
            </a:p>
          </p:txBody>
        </p:sp>
        <p:sp>
          <p:nvSpPr>
            <p:cNvPr id="72" name="Text 25">
              <a:extLst>
                <a:ext uri="{FF2B5EF4-FFF2-40B4-BE49-F238E27FC236}">
                  <a16:creationId xmlns:a16="http://schemas.microsoft.com/office/drawing/2014/main" id="{BB234D06-B265-31AF-42FD-DF1FA85532C0}"/>
                </a:ext>
              </a:extLst>
            </p:cNvPr>
            <p:cNvSpPr/>
            <p:nvPr/>
          </p:nvSpPr>
          <p:spPr>
            <a:xfrm>
              <a:off x="862257" y="3740022"/>
              <a:ext cx="787587" cy="1114457"/>
            </a:xfrm>
            <a:prstGeom prst="rect">
              <a:avLst/>
            </a:prstGeom>
            <a:noFill/>
            <a:ln/>
          </p:spPr>
          <p:txBody>
            <a:bodyPr wrap="square" lIns="25400" tIns="25400" rIns="25400" bIns="25400" rtlCol="0" anchor="ctr">
              <a:normAutofit/>
            </a:bodyPr>
            <a:lstStyle/>
            <a:p>
              <a:pPr marL="0" indent="0" algn="ctr">
                <a:buNone/>
              </a:pPr>
              <a:r>
                <a:rPr lang="en-US" sz="1100" b="1" kern="0" spc="182">
                  <a:solidFill>
                    <a:srgbClr val="FFFFFF"/>
                  </a:solidFill>
                  <a:latin typeface="Segoe UI" pitchFamily="34" charset="0"/>
                  <a:ea typeface="Segoe UI" pitchFamily="34" charset="-122"/>
                  <a:cs typeface="Segoe UI" pitchFamily="34" charset="-120"/>
                </a:rPr>
                <a:t>CHAT VS. AGENT</a:t>
              </a:r>
              <a:endParaRPr lang="en-US" sz="1100"/>
            </a:p>
          </p:txBody>
        </p:sp>
        <p:sp>
          <p:nvSpPr>
            <p:cNvPr id="73" name="Text 26">
              <a:extLst>
                <a:ext uri="{FF2B5EF4-FFF2-40B4-BE49-F238E27FC236}">
                  <a16:creationId xmlns:a16="http://schemas.microsoft.com/office/drawing/2014/main" id="{AF46A6FF-771E-09EC-6267-29CB313D5E20}"/>
                </a:ext>
              </a:extLst>
            </p:cNvPr>
            <p:cNvSpPr/>
            <p:nvPr/>
          </p:nvSpPr>
          <p:spPr>
            <a:xfrm>
              <a:off x="1755321" y="3753081"/>
              <a:ext cx="4601641" cy="145592"/>
            </a:xfrm>
            <a:prstGeom prst="rect">
              <a:avLst/>
            </a:prstGeom>
            <a:noFill/>
            <a:ln/>
          </p:spPr>
          <p:txBody>
            <a:bodyPr wrap="square" lIns="25400" tIns="25400" rIns="25400" bIns="25400" rtlCol="0" anchor="t">
              <a:normAutofit lnSpcReduction="10000"/>
            </a:bodyPr>
            <a:lstStyle/>
            <a:p>
              <a:pPr marL="0" indent="0" algn="l">
                <a:buNone/>
              </a:pPr>
              <a:r>
                <a:rPr lang="en-US" sz="900" b="1" kern="0" spc="198">
                  <a:solidFill>
                    <a:srgbClr val="003CB9"/>
                  </a:solidFill>
                  <a:latin typeface="Segoe UI" pitchFamily="34" charset="0"/>
                  <a:ea typeface="Segoe UI" pitchFamily="34" charset="-122"/>
                  <a:cs typeface="Segoe UI" pitchFamily="34" charset="-120"/>
                </a:rPr>
                <a:t>CHAT SESSION</a:t>
              </a:r>
              <a:endParaRPr lang="en-US" sz="900"/>
            </a:p>
          </p:txBody>
        </p:sp>
        <p:sp>
          <p:nvSpPr>
            <p:cNvPr id="74" name="Text 27">
              <a:extLst>
                <a:ext uri="{FF2B5EF4-FFF2-40B4-BE49-F238E27FC236}">
                  <a16:creationId xmlns:a16="http://schemas.microsoft.com/office/drawing/2014/main" id="{11ADE6FD-D1F8-3E47-B86A-789DF7382721}"/>
                </a:ext>
              </a:extLst>
            </p:cNvPr>
            <p:cNvSpPr/>
            <p:nvPr/>
          </p:nvSpPr>
          <p:spPr>
            <a:xfrm>
              <a:off x="1755321" y="3898673"/>
              <a:ext cx="4478303" cy="792361"/>
            </a:xfrm>
            <a:prstGeom prst="rect">
              <a:avLst/>
            </a:prstGeom>
            <a:noFill/>
            <a:ln/>
          </p:spPr>
          <p:txBody>
            <a:bodyPr wrap="square" lIns="25400" tIns="25400" rIns="25400" bIns="25400" rtlCol="0" anchor="t">
              <a:noAutofit/>
            </a:bodyPr>
            <a:lstStyle/>
            <a:p>
              <a:pPr marL="0" indent="0" algn="l">
                <a:buNone/>
              </a:pPr>
              <a:r>
                <a:rPr lang="en-US" sz="1400">
                  <a:solidFill>
                    <a:srgbClr val="444444"/>
                  </a:solidFill>
                  <a:ea typeface="Segoe UI" pitchFamily="34" charset="-122"/>
                  <a:cs typeface="Segoe UI" pitchFamily="34" charset="-120"/>
                </a:rPr>
                <a:t>Interactive — you prompt it</a:t>
              </a:r>
              <a:endParaRPr lang="en-US" sz="1400"/>
            </a:p>
            <a:p>
              <a:pPr marL="0" indent="0" algn="l">
                <a:buNone/>
              </a:pPr>
              <a:r>
                <a:rPr lang="en-US" sz="1400">
                  <a:solidFill>
                    <a:srgbClr val="444444"/>
                  </a:solidFill>
                  <a:ea typeface="Segoe UI" pitchFamily="34" charset="-122"/>
                  <a:cs typeface="Segoe UI" pitchFamily="34" charset="-120"/>
                </a:rPr>
                <a:t>One response, free text</a:t>
              </a:r>
              <a:endParaRPr lang="en-US" sz="1400"/>
            </a:p>
            <a:p>
              <a:pPr marL="0" indent="0" algn="l">
                <a:buNone/>
              </a:pPr>
              <a:r>
                <a:rPr lang="en-US" sz="1400">
                  <a:solidFill>
                    <a:srgbClr val="444444"/>
                  </a:solidFill>
                  <a:ea typeface="Segoe UI" pitchFamily="34" charset="-122"/>
                  <a:cs typeface="Segoe UI" pitchFamily="34" charset="-120"/>
                </a:rPr>
                <a:t>Stateless</a:t>
              </a:r>
              <a:endParaRPr lang="en-US" sz="1400"/>
            </a:p>
            <a:p>
              <a:pPr marL="0" indent="0" algn="l">
                <a:buNone/>
              </a:pPr>
              <a:r>
                <a:rPr lang="en-US" sz="1400">
                  <a:solidFill>
                    <a:srgbClr val="444444"/>
                  </a:solidFill>
                  <a:ea typeface="Segoe UI" pitchFamily="34" charset="-122"/>
                  <a:cs typeface="Segoe UI" pitchFamily="34" charset="-120"/>
                </a:rPr>
                <a:t>You verify the output</a:t>
              </a:r>
              <a:endParaRPr lang="en-US" sz="1400"/>
            </a:p>
          </p:txBody>
        </p:sp>
        <p:sp>
          <p:nvSpPr>
            <p:cNvPr id="75" name="Shape 28">
              <a:extLst>
                <a:ext uri="{FF2B5EF4-FFF2-40B4-BE49-F238E27FC236}">
                  <a16:creationId xmlns:a16="http://schemas.microsoft.com/office/drawing/2014/main" id="{6BEF73F8-9688-A4CD-BDDA-90FA5EEAADF1}"/>
                </a:ext>
              </a:extLst>
            </p:cNvPr>
            <p:cNvSpPr/>
            <p:nvPr/>
          </p:nvSpPr>
          <p:spPr>
            <a:xfrm>
              <a:off x="6338888" y="3604439"/>
              <a:ext cx="45719" cy="1250040"/>
            </a:xfrm>
            <a:prstGeom prst="rect">
              <a:avLst/>
            </a:prstGeom>
            <a:solidFill>
              <a:srgbClr val="D5DDEE"/>
            </a:solidFill>
            <a:ln/>
          </p:spPr>
          <p:txBody>
            <a:bodyPr/>
            <a:lstStyle/>
            <a:p>
              <a:endParaRPr lang="en-US"/>
            </a:p>
          </p:txBody>
        </p:sp>
        <p:sp>
          <p:nvSpPr>
            <p:cNvPr id="76" name="Text 29">
              <a:extLst>
                <a:ext uri="{FF2B5EF4-FFF2-40B4-BE49-F238E27FC236}">
                  <a16:creationId xmlns:a16="http://schemas.microsoft.com/office/drawing/2014/main" id="{F0CE5DC2-8F54-7CDF-3247-DD8FCEC2AACB}"/>
                </a:ext>
              </a:extLst>
            </p:cNvPr>
            <p:cNvSpPr/>
            <p:nvPr/>
          </p:nvSpPr>
          <p:spPr>
            <a:xfrm>
              <a:off x="6538913" y="3737789"/>
              <a:ext cx="4733687" cy="190500"/>
            </a:xfrm>
            <a:prstGeom prst="rect">
              <a:avLst/>
            </a:prstGeom>
            <a:noFill/>
            <a:ln/>
          </p:spPr>
          <p:txBody>
            <a:bodyPr wrap="square" lIns="25400" tIns="25400" rIns="25400" bIns="25400" rtlCol="0" anchor="t">
              <a:normAutofit/>
            </a:bodyPr>
            <a:lstStyle/>
            <a:p>
              <a:pPr marL="0" indent="0" algn="l">
                <a:buNone/>
              </a:pPr>
              <a:r>
                <a:rPr lang="en-US" sz="900" b="1" kern="0" spc="198">
                  <a:solidFill>
                    <a:srgbClr val="FAA41A"/>
                  </a:solidFill>
                  <a:latin typeface="Segoe UI" pitchFamily="34" charset="0"/>
                  <a:ea typeface="Segoe UI" pitchFamily="34" charset="-122"/>
                  <a:cs typeface="Segoe UI" pitchFamily="34" charset="-120"/>
                </a:rPr>
                <a:t>AGENT</a:t>
              </a:r>
              <a:endParaRPr lang="en-US" sz="900"/>
            </a:p>
          </p:txBody>
        </p:sp>
        <p:sp>
          <p:nvSpPr>
            <p:cNvPr id="77" name="Text 30">
              <a:extLst>
                <a:ext uri="{FF2B5EF4-FFF2-40B4-BE49-F238E27FC236}">
                  <a16:creationId xmlns:a16="http://schemas.microsoft.com/office/drawing/2014/main" id="{0FA6CF21-1972-1945-C335-26011D58B59D}"/>
                </a:ext>
              </a:extLst>
            </p:cNvPr>
            <p:cNvSpPr/>
            <p:nvPr/>
          </p:nvSpPr>
          <p:spPr>
            <a:xfrm>
              <a:off x="6538913" y="3901189"/>
              <a:ext cx="4773613" cy="792361"/>
            </a:xfrm>
            <a:prstGeom prst="rect">
              <a:avLst/>
            </a:prstGeom>
            <a:noFill/>
            <a:ln/>
          </p:spPr>
          <p:txBody>
            <a:bodyPr wrap="square" lIns="25400" tIns="25400" rIns="25400" bIns="25400" rtlCol="0" anchor="t">
              <a:noAutofit/>
            </a:bodyPr>
            <a:lstStyle/>
            <a:p>
              <a:pPr marL="0" indent="0" algn="l">
                <a:lnSpc>
                  <a:spcPct val="110000"/>
                </a:lnSpc>
                <a:buNone/>
              </a:pPr>
              <a:r>
                <a:rPr lang="en-US" sz="1400">
                  <a:solidFill>
                    <a:srgbClr val="444444"/>
                  </a:solidFill>
                  <a:latin typeface="Segoe UI" pitchFamily="34" charset="0"/>
                  <a:ea typeface="Segoe UI" pitchFamily="34" charset="-122"/>
                  <a:cs typeface="Segoe UI" pitchFamily="34" charset="-120"/>
                </a:rPr>
                <a:t>Programmatic — it calls tools</a:t>
              </a:r>
              <a:endParaRPr lang="en-US" sz="1400"/>
            </a:p>
            <a:p>
              <a:pPr marL="0" indent="0" algn="l">
                <a:lnSpc>
                  <a:spcPct val="110000"/>
                </a:lnSpc>
                <a:buNone/>
              </a:pPr>
              <a:r>
                <a:rPr lang="en-US" sz="1400">
                  <a:solidFill>
                    <a:srgbClr val="444444"/>
                  </a:solidFill>
                  <a:latin typeface="Segoe UI" pitchFamily="34" charset="0"/>
                  <a:ea typeface="Segoe UI" pitchFamily="34" charset="-122"/>
                  <a:cs typeface="Segoe UI" pitchFamily="34" charset="-120"/>
                </a:rPr>
                <a:t>Multi-step plan, structured output</a:t>
              </a:r>
              <a:endParaRPr lang="en-US" sz="1400"/>
            </a:p>
            <a:p>
              <a:pPr marL="0" indent="0" algn="l">
                <a:lnSpc>
                  <a:spcPct val="110000"/>
                </a:lnSpc>
                <a:buNone/>
              </a:pPr>
              <a:r>
                <a:rPr lang="en-US" sz="1400">
                  <a:solidFill>
                    <a:srgbClr val="444444"/>
                  </a:solidFill>
                  <a:latin typeface="Segoe UI" pitchFamily="34" charset="0"/>
                  <a:ea typeface="Segoe UI" pitchFamily="34" charset="-122"/>
                  <a:cs typeface="Segoe UI" pitchFamily="34" charset="-120"/>
                </a:rPr>
                <a:t>Tracks progress &amp; state</a:t>
              </a:r>
              <a:endParaRPr lang="en-US" sz="1400"/>
            </a:p>
            <a:p>
              <a:pPr marL="0" indent="0" algn="l">
                <a:lnSpc>
                  <a:spcPct val="110000"/>
                </a:lnSpc>
                <a:buNone/>
              </a:pPr>
              <a:r>
                <a:rPr lang="en-US" sz="1400">
                  <a:solidFill>
                    <a:srgbClr val="444444"/>
                  </a:solidFill>
                  <a:latin typeface="Segoe UI" pitchFamily="34" charset="0"/>
                  <a:ea typeface="Segoe UI" pitchFamily="34" charset="-122"/>
                  <a:cs typeface="Segoe UI" pitchFamily="34" charset="-120"/>
                </a:rPr>
                <a:t>Has its own guardrails</a:t>
              </a:r>
              <a:endParaRPr lang="en-US" sz="1400"/>
            </a:p>
          </p:txBody>
        </p:sp>
      </p:grpSp>
      <p:sp>
        <p:nvSpPr>
          <p:cNvPr id="2" name="Title 1">
            <a:extLst>
              <a:ext uri="{FF2B5EF4-FFF2-40B4-BE49-F238E27FC236}">
                <a16:creationId xmlns:a16="http://schemas.microsoft.com/office/drawing/2014/main" id="{E50129C1-69BD-2246-F3EE-9B17098C5A66}"/>
              </a:ext>
            </a:extLst>
          </p:cNvPr>
          <p:cNvSpPr>
            <a:spLocks noGrp="1"/>
          </p:cNvSpPr>
          <p:nvPr>
            <p:ph type="title"/>
          </p:nvPr>
        </p:nvSpPr>
        <p:spPr/>
        <p:txBody>
          <a:bodyPr/>
          <a:lstStyle/>
          <a:p>
            <a:r>
              <a:rPr lang="en-US"/>
              <a:t>Chat vs Agent</a:t>
            </a:r>
          </a:p>
        </p:txBody>
      </p:sp>
    </p:spTree>
    <p:extLst>
      <p:ext uri="{BB962C8B-B14F-4D97-AF65-F5344CB8AC3E}">
        <p14:creationId xmlns:p14="http://schemas.microsoft.com/office/powerpoint/2010/main" val="1185055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6750" y="533400"/>
            <a:ext cx="11184255" cy="180975"/>
          </a:xfrm>
          <a:prstGeom prst="rect">
            <a:avLst/>
          </a:prstGeom>
          <a:noFill/>
          <a:ln/>
        </p:spPr>
        <p:txBody>
          <a:bodyPr wrap="square" lIns="25400" tIns="25400" rIns="25400" bIns="25400" rtlCol="0" anchor="t">
            <a:normAutofit/>
          </a:bodyPr>
          <a:lstStyle/>
          <a:p>
            <a:pPr marL="0" indent="0" algn="l">
              <a:buNone/>
            </a:pPr>
            <a:r>
              <a:rPr lang="en-US" sz="825" b="1" kern="0" spc="206">
                <a:solidFill>
                  <a:srgbClr val="15A3EB"/>
                </a:solidFill>
                <a:latin typeface="Segoe UI" pitchFamily="34" charset="0"/>
                <a:ea typeface="Segoe UI" pitchFamily="34" charset="-122"/>
                <a:cs typeface="Segoe UI" pitchFamily="34" charset="-120"/>
              </a:rPr>
              <a:t>WHERE TO USE AI</a:t>
            </a:r>
            <a:endParaRPr lang="en-US" sz="825"/>
          </a:p>
        </p:txBody>
      </p:sp>
      <p:sp>
        <p:nvSpPr>
          <p:cNvPr id="3" name="Text 1"/>
          <p:cNvSpPr/>
          <p:nvPr/>
        </p:nvSpPr>
        <p:spPr>
          <a:xfrm>
            <a:off x="666750" y="752475"/>
            <a:ext cx="11184255" cy="500000"/>
          </a:xfrm>
          <a:prstGeom prst="rect">
            <a:avLst/>
          </a:prstGeom>
          <a:noFill/>
          <a:ln/>
        </p:spPr>
        <p:txBody>
          <a:bodyPr wrap="square" lIns="25400" tIns="25400" rIns="25400" bIns="25400" rtlCol="0" anchor="t">
            <a:normAutofit/>
          </a:bodyPr>
          <a:lstStyle/>
          <a:p>
            <a:pPr marL="0" indent="0" algn="l">
              <a:lnSpc>
                <a:spcPct val="104000"/>
              </a:lnSpc>
              <a:buNone/>
            </a:pPr>
            <a:r>
              <a:rPr lang="en-US" sz="2850">
                <a:solidFill>
                  <a:srgbClr val="012060"/>
                </a:solidFill>
                <a:latin typeface="Segoe UI Light" pitchFamily="34" charset="0"/>
                <a:ea typeface="Segoe UI Light" pitchFamily="34" charset="-122"/>
                <a:cs typeface="Segoe UI Light" pitchFamily="34" charset="-120"/>
              </a:rPr>
              <a:t>Four quadrants of AI use — </a:t>
            </a:r>
            <a:r>
              <a:rPr lang="en-US" sz="2850" b="1">
                <a:solidFill>
                  <a:srgbClr val="012060"/>
                </a:solidFill>
                <a:latin typeface="Segoe UI Light" pitchFamily="34" charset="0"/>
                <a:ea typeface="Segoe UI Light" pitchFamily="34" charset="-122"/>
                <a:cs typeface="Segoe UI Light" pitchFamily="34" charset="-120"/>
              </a:rPr>
              <a:t>for water engineers.</a:t>
            </a:r>
            <a:endParaRPr lang="en-US" sz="2850"/>
          </a:p>
        </p:txBody>
      </p:sp>
      <p:sp>
        <p:nvSpPr>
          <p:cNvPr id="4" name="Text 2"/>
          <p:cNvSpPr/>
          <p:nvPr/>
        </p:nvSpPr>
        <p:spPr>
          <a:xfrm>
            <a:off x="671133" y="1251406"/>
            <a:ext cx="9025890" cy="397073"/>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050">
                <a:solidFill>
                  <a:srgbClr val="555555"/>
                </a:solidFill>
                <a:latin typeface="Segoe UI" pitchFamily="34" charset="0"/>
                <a:ea typeface="Segoe UI" pitchFamily="34" charset="-122"/>
                <a:cs typeface="Segoe UI" pitchFamily="34" charset="-120"/>
              </a:rPr>
              <a:t>Two questions decide the right human-AI mix: </a:t>
            </a:r>
            <a:r>
              <a:rPr lang="en-US" sz="1050" b="1">
                <a:solidFill>
                  <a:srgbClr val="555555"/>
                </a:solidFill>
                <a:latin typeface="Segoe UI" pitchFamily="34" charset="0"/>
                <a:ea typeface="Segoe UI" pitchFamily="34" charset="-122"/>
                <a:cs typeface="Segoe UI" pitchFamily="34" charset="-120"/>
              </a:rPr>
              <a:t>How explicit is the knowledge? </a:t>
            </a:r>
            <a:r>
              <a:rPr lang="en-US" sz="1050">
                <a:solidFill>
                  <a:srgbClr val="555555"/>
                </a:solidFill>
                <a:latin typeface="Segoe UI" pitchFamily="34" charset="0"/>
                <a:ea typeface="Segoe UI" pitchFamily="34" charset="-122"/>
                <a:cs typeface="Segoe UI" pitchFamily="34" charset="-120"/>
              </a:rPr>
              <a:t>and </a:t>
            </a:r>
            <a:r>
              <a:rPr lang="en-US" sz="1050" b="1">
                <a:solidFill>
                  <a:srgbClr val="555555"/>
                </a:solidFill>
                <a:latin typeface="Segoe UI" pitchFamily="34" charset="0"/>
                <a:ea typeface="Segoe UI" pitchFamily="34" charset="-122"/>
                <a:cs typeface="Segoe UI" pitchFamily="34" charset="-120"/>
              </a:rPr>
              <a:t>How expensive are the mistakes? </a:t>
            </a:r>
            <a:r>
              <a:rPr lang="en-US" sz="1050">
                <a:solidFill>
                  <a:srgbClr val="555555"/>
                </a:solidFill>
                <a:latin typeface="Segoe UI" pitchFamily="34" charset="0"/>
                <a:ea typeface="Segoe UI" pitchFamily="34" charset="-122"/>
                <a:cs typeface="Segoe UI" pitchFamily="34" charset="-120"/>
              </a:rPr>
              <a:t>Each quadrant gets a different playbook.</a:t>
            </a:r>
            <a:endParaRPr lang="en-US" sz="1050"/>
          </a:p>
        </p:txBody>
      </p:sp>
      <p:sp>
        <p:nvSpPr>
          <p:cNvPr id="5" name="Shape 3"/>
          <p:cNvSpPr/>
          <p:nvPr/>
        </p:nvSpPr>
        <p:spPr>
          <a:xfrm>
            <a:off x="1895475" y="1640235"/>
            <a:ext cx="9525" cy="4093815"/>
          </a:xfrm>
          <a:prstGeom prst="rect">
            <a:avLst/>
          </a:prstGeom>
          <a:solidFill>
            <a:srgbClr val="C9D2E6"/>
          </a:solidFill>
          <a:ln/>
        </p:spPr>
        <p:txBody>
          <a:bodyPr/>
          <a:lstStyle/>
          <a:p>
            <a:endParaRPr lang="en-US"/>
          </a:p>
        </p:txBody>
      </p:sp>
      <p:sp>
        <p:nvSpPr>
          <p:cNvPr id="6" name="Text 4"/>
          <p:cNvSpPr/>
          <p:nvPr/>
        </p:nvSpPr>
        <p:spPr>
          <a:xfrm>
            <a:off x="666750" y="1697385"/>
            <a:ext cx="1228725" cy="198983"/>
          </a:xfrm>
          <a:prstGeom prst="rect">
            <a:avLst/>
          </a:prstGeom>
          <a:noFill/>
          <a:ln/>
        </p:spPr>
        <p:txBody>
          <a:bodyPr wrap="square" lIns="25400" tIns="25400" rIns="25400" bIns="25400" rtlCol="0" anchor="t">
            <a:normAutofit fontScale="85000" lnSpcReduction="20000"/>
          </a:bodyPr>
          <a:lstStyle/>
          <a:p>
            <a:pPr marL="0" indent="0" algn="l">
              <a:lnSpc>
                <a:spcPct val="130000"/>
              </a:lnSpc>
              <a:buNone/>
            </a:pPr>
            <a:r>
              <a:rPr lang="en-US" sz="1100" b="1" kern="0" spc="33">
                <a:solidFill>
                  <a:srgbClr val="8B3FA8"/>
                </a:solidFill>
                <a:latin typeface="Segoe UI" pitchFamily="34" charset="0"/>
                <a:ea typeface="Segoe UI" pitchFamily="34" charset="-122"/>
                <a:cs typeface="Segoe UI" pitchFamily="34" charset="-120"/>
              </a:rPr>
              <a:t>Tacit knowledge</a:t>
            </a:r>
            <a:endParaRPr lang="en-US" sz="1100"/>
          </a:p>
        </p:txBody>
      </p:sp>
      <p:sp>
        <p:nvSpPr>
          <p:cNvPr id="7" name="Text 5"/>
          <p:cNvSpPr/>
          <p:nvPr/>
        </p:nvSpPr>
        <p:spPr>
          <a:xfrm>
            <a:off x="666750" y="1886843"/>
            <a:ext cx="1228725" cy="1200000"/>
          </a:xfrm>
          <a:prstGeom prst="rect">
            <a:avLst/>
          </a:prstGeom>
          <a:noFill/>
          <a:ln/>
        </p:spPr>
        <p:txBody>
          <a:bodyPr wrap="square" lIns="25400" tIns="25400" rIns="25400" bIns="25400" rtlCol="0" anchor="t">
            <a:normAutofit/>
          </a:bodyPr>
          <a:lstStyle/>
          <a:p>
            <a:pPr marL="0" indent="0" algn="l">
              <a:lnSpc>
                <a:spcPct val="140000"/>
              </a:lnSpc>
              <a:buNone/>
            </a:pPr>
            <a:r>
              <a:rPr lang="en-US" sz="1100" kern="0" spc="33">
                <a:solidFill>
                  <a:srgbClr val="666666"/>
                </a:solidFill>
                <a:latin typeface="Segoe UI" pitchFamily="34" charset="0"/>
                <a:ea typeface="Segoe UI" pitchFamily="34" charset="-122"/>
                <a:cs typeface="Segoe UI" pitchFamily="34" charset="-120"/>
              </a:rPr>
              <a:t>Instinct, relationships, design trade-offs not in any manual.</a:t>
            </a:r>
            <a:endParaRPr lang="en-US" sz="1100"/>
          </a:p>
        </p:txBody>
      </p:sp>
      <p:sp>
        <p:nvSpPr>
          <p:cNvPr id="8" name="Text 6"/>
          <p:cNvSpPr/>
          <p:nvPr/>
        </p:nvSpPr>
        <p:spPr>
          <a:xfrm>
            <a:off x="544634" y="3505274"/>
            <a:ext cx="1228725" cy="363587"/>
          </a:xfrm>
          <a:prstGeom prst="rect">
            <a:avLst/>
          </a:prstGeom>
          <a:noFill/>
          <a:ln/>
        </p:spPr>
        <p:txBody>
          <a:bodyPr wrap="square" lIns="25400" tIns="25400" rIns="25400" bIns="25400" rtlCol="0" anchor="t">
            <a:noAutofit/>
          </a:bodyPr>
          <a:lstStyle/>
          <a:p>
            <a:pPr marL="0" indent="0" algn="r">
              <a:lnSpc>
                <a:spcPct val="120000"/>
              </a:lnSpc>
              <a:buNone/>
            </a:pPr>
            <a:r>
              <a:rPr lang="en-US" sz="1200" b="1" kern="0" spc="128">
                <a:solidFill>
                  <a:srgbClr val="777777"/>
                </a:solidFill>
                <a:latin typeface="Segoe UI" pitchFamily="34" charset="0"/>
                <a:ea typeface="Segoe UI" pitchFamily="34" charset="-122"/>
                <a:cs typeface="Segoe UI" pitchFamily="34" charset="-120"/>
              </a:rPr>
              <a:t>TYPE OF KNOWLEDGE REQUIRED</a:t>
            </a:r>
            <a:endParaRPr lang="en-US" sz="1200"/>
          </a:p>
        </p:txBody>
      </p:sp>
      <p:sp>
        <p:nvSpPr>
          <p:cNvPr id="9" name="Text 7"/>
          <p:cNvSpPr/>
          <p:nvPr/>
        </p:nvSpPr>
        <p:spPr>
          <a:xfrm>
            <a:off x="666750" y="4508153"/>
            <a:ext cx="1228725" cy="198983"/>
          </a:xfrm>
          <a:prstGeom prst="rect">
            <a:avLst/>
          </a:prstGeom>
          <a:noFill/>
          <a:ln/>
        </p:spPr>
        <p:txBody>
          <a:bodyPr wrap="square" lIns="25400" tIns="25400" rIns="25400" bIns="25400" rtlCol="0" anchor="t">
            <a:normAutofit fontScale="85000" lnSpcReduction="20000"/>
          </a:bodyPr>
          <a:lstStyle/>
          <a:p>
            <a:pPr marL="0" indent="0" algn="l">
              <a:lnSpc>
                <a:spcPct val="130000"/>
              </a:lnSpc>
              <a:buNone/>
            </a:pPr>
            <a:r>
              <a:rPr lang="en-US" sz="1100" b="1" kern="0" spc="33">
                <a:solidFill>
                  <a:srgbClr val="6E4F8E"/>
                </a:solidFill>
                <a:latin typeface="Segoe UI" pitchFamily="34" charset="0"/>
                <a:ea typeface="Segoe UI" pitchFamily="34" charset="-122"/>
                <a:cs typeface="Segoe UI" pitchFamily="34" charset="-120"/>
              </a:rPr>
              <a:t>Explicit data</a:t>
            </a:r>
            <a:endParaRPr lang="en-US" sz="1100"/>
          </a:p>
        </p:txBody>
      </p:sp>
      <p:sp>
        <p:nvSpPr>
          <p:cNvPr id="10" name="Text 8"/>
          <p:cNvSpPr/>
          <p:nvPr/>
        </p:nvSpPr>
        <p:spPr>
          <a:xfrm>
            <a:off x="666750" y="4697611"/>
            <a:ext cx="1228725" cy="1200000"/>
          </a:xfrm>
          <a:prstGeom prst="rect">
            <a:avLst/>
          </a:prstGeom>
          <a:noFill/>
          <a:ln/>
        </p:spPr>
        <p:txBody>
          <a:bodyPr wrap="square" lIns="25400" tIns="25400" rIns="25400" bIns="25400" rtlCol="0" anchor="t">
            <a:normAutofit/>
          </a:bodyPr>
          <a:lstStyle/>
          <a:p>
            <a:pPr marL="0" indent="0" algn="l">
              <a:lnSpc>
                <a:spcPct val="140000"/>
              </a:lnSpc>
              <a:buNone/>
            </a:pPr>
            <a:r>
              <a:rPr lang="en-US" sz="1100" kern="0" spc="33">
                <a:solidFill>
                  <a:srgbClr val="666666"/>
                </a:solidFill>
                <a:latin typeface="Segoe UI" pitchFamily="34" charset="0"/>
                <a:ea typeface="Segoe UI" pitchFamily="34" charset="-122"/>
                <a:cs typeface="Segoe UI" pitchFamily="34" charset="-120"/>
              </a:rPr>
              <a:t>Numbers, codes, SOPs — verifiable against a source.</a:t>
            </a:r>
            <a:endParaRPr lang="en-US" sz="1100"/>
          </a:p>
        </p:txBody>
      </p:sp>
      <p:sp>
        <p:nvSpPr>
          <p:cNvPr id="11" name="Shape 9"/>
          <p:cNvSpPr/>
          <p:nvPr/>
        </p:nvSpPr>
        <p:spPr>
          <a:xfrm>
            <a:off x="1905000" y="1640235"/>
            <a:ext cx="4810125" cy="2046833"/>
          </a:xfrm>
          <a:prstGeom prst="rect">
            <a:avLst/>
          </a:prstGeom>
          <a:solidFill>
            <a:srgbClr val="EADBEF"/>
          </a:solidFill>
          <a:ln w="9525">
            <a:solidFill>
              <a:srgbClr val="D5DDEE"/>
            </a:solidFill>
            <a:prstDash val="solid"/>
          </a:ln>
        </p:spPr>
        <p:txBody>
          <a:bodyPr/>
          <a:lstStyle/>
          <a:p>
            <a:endParaRPr lang="en-US"/>
          </a:p>
        </p:txBody>
      </p:sp>
      <p:sp>
        <p:nvSpPr>
          <p:cNvPr id="12" name="Text 10"/>
          <p:cNvSpPr/>
          <p:nvPr/>
        </p:nvSpPr>
        <p:spPr>
          <a:xfrm>
            <a:off x="5565428" y="1745010"/>
            <a:ext cx="1102072" cy="639154"/>
          </a:xfrm>
          <a:prstGeom prst="rect">
            <a:avLst/>
          </a:prstGeom>
          <a:noFill/>
          <a:ln/>
        </p:spPr>
        <p:txBody>
          <a:bodyPr wrap="square" lIns="25400" tIns="25400" rIns="25400" bIns="25400" rtlCol="0" anchor="t">
            <a:normAutofit/>
          </a:bodyPr>
          <a:lstStyle/>
          <a:p>
            <a:pPr marL="0" indent="0" algn="l">
              <a:buNone/>
            </a:pPr>
            <a:r>
              <a:rPr lang="en-US" sz="1400" b="1" kern="0" spc="122">
                <a:solidFill>
                  <a:srgbClr val="5B3D6E"/>
                </a:solidFill>
                <a:latin typeface="Segoe UI" pitchFamily="34" charset="0"/>
                <a:ea typeface="Segoe UI" pitchFamily="34" charset="-122"/>
                <a:cs typeface="Segoe UI" pitchFamily="34" charset="-120"/>
              </a:rPr>
              <a:t>TACIT · LOW COST</a:t>
            </a:r>
            <a:endParaRPr lang="en-US" sz="1400"/>
          </a:p>
        </p:txBody>
      </p:sp>
      <p:sp>
        <p:nvSpPr>
          <p:cNvPr id="13" name="Text 11"/>
          <p:cNvSpPr/>
          <p:nvPr/>
        </p:nvSpPr>
        <p:spPr>
          <a:xfrm>
            <a:off x="2066925" y="1783110"/>
            <a:ext cx="1399282" cy="226665"/>
          </a:xfrm>
          <a:prstGeom prst="rect">
            <a:avLst/>
          </a:prstGeom>
          <a:noFill/>
          <a:ln/>
        </p:spPr>
        <p:txBody>
          <a:bodyPr wrap="square" lIns="25400" tIns="25400" rIns="25400" bIns="25400" rtlCol="0" anchor="t">
            <a:normAutofit fontScale="77500" lnSpcReduction="20000"/>
          </a:bodyPr>
          <a:lstStyle/>
          <a:p>
            <a:pPr marL="0" indent="0" algn="l">
              <a:lnSpc>
                <a:spcPct val="110000"/>
              </a:lnSpc>
              <a:buNone/>
            </a:pPr>
            <a:r>
              <a:rPr lang="en-US" sz="1500" b="1">
                <a:solidFill>
                  <a:srgbClr val="012060"/>
                </a:solidFill>
                <a:latin typeface="Segoe UI" pitchFamily="34" charset="0"/>
                <a:ea typeface="Segoe UI" pitchFamily="34" charset="-122"/>
                <a:cs typeface="Segoe UI" pitchFamily="34" charset="-120"/>
              </a:rPr>
              <a:t>Creative catalyst</a:t>
            </a:r>
            <a:endParaRPr lang="en-US" sz="1500"/>
          </a:p>
        </p:txBody>
      </p:sp>
      <p:sp>
        <p:nvSpPr>
          <p:cNvPr id="15" name="Text 13"/>
          <p:cNvSpPr/>
          <p:nvPr/>
        </p:nvSpPr>
        <p:spPr>
          <a:xfrm>
            <a:off x="2066925" y="2028825"/>
            <a:ext cx="4620863" cy="185886"/>
          </a:xfrm>
          <a:prstGeom prst="rect">
            <a:avLst/>
          </a:prstGeom>
          <a:noFill/>
          <a:ln/>
        </p:spPr>
        <p:txBody>
          <a:bodyPr wrap="square" lIns="25400" tIns="25400" rIns="25400" bIns="25400" rtlCol="0" anchor="t">
            <a:normAutofit fontScale="70000" lnSpcReduction="20000"/>
          </a:bodyPr>
          <a:lstStyle/>
          <a:p>
            <a:pPr marL="0" indent="0" algn="l">
              <a:lnSpc>
                <a:spcPct val="135000"/>
              </a:lnSpc>
              <a:buNone/>
            </a:pPr>
            <a:r>
              <a:rPr lang="en-US" sz="1100" i="1">
                <a:solidFill>
                  <a:srgbClr val="3D2350"/>
                </a:solidFill>
                <a:latin typeface="Segoe UI" pitchFamily="34" charset="0"/>
                <a:ea typeface="Segoe UI" pitchFamily="34" charset="-122"/>
                <a:cs typeface="Segoe UI" pitchFamily="34" charset="-120"/>
              </a:rPr>
              <a:t>AI proposes, the engineer selects.</a:t>
            </a:r>
            <a:endParaRPr lang="en-US" sz="1100"/>
          </a:p>
        </p:txBody>
      </p:sp>
      <p:sp>
        <p:nvSpPr>
          <p:cNvPr id="16" name="Text 14"/>
          <p:cNvSpPr/>
          <p:nvPr/>
        </p:nvSpPr>
        <p:spPr>
          <a:xfrm>
            <a:off x="1965325" y="2338536"/>
            <a:ext cx="4664075" cy="900000"/>
          </a:xfrm>
          <a:prstGeom prst="rect">
            <a:avLst/>
          </a:prstGeom>
          <a:noFill/>
          <a:ln/>
        </p:spPr>
        <p:txBody>
          <a:bodyPr wrap="square" lIns="25400" tIns="25400" rIns="25400" bIns="25400" rtlCol="0" anchor="t">
            <a:normAutofit/>
          </a:bodyPr>
          <a:lstStyle/>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Brainstorming public outreach messaging</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Outlining a TM or PIP narrative</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Drafting workshop agendas &amp; talking points</a:t>
            </a:r>
            <a:endParaRPr lang="en-US" sz="1200"/>
          </a:p>
        </p:txBody>
      </p:sp>
      <p:sp>
        <p:nvSpPr>
          <p:cNvPr id="17" name="Shape 15"/>
          <p:cNvSpPr/>
          <p:nvPr/>
        </p:nvSpPr>
        <p:spPr>
          <a:xfrm>
            <a:off x="6715125" y="1640235"/>
            <a:ext cx="4810125" cy="2046833"/>
          </a:xfrm>
          <a:prstGeom prst="rect">
            <a:avLst/>
          </a:prstGeom>
          <a:solidFill>
            <a:srgbClr val="A55DBD"/>
          </a:solidFill>
          <a:ln/>
        </p:spPr>
        <p:txBody>
          <a:bodyPr/>
          <a:lstStyle/>
          <a:p>
            <a:endParaRPr lang="en-US"/>
          </a:p>
        </p:txBody>
      </p:sp>
      <p:sp>
        <p:nvSpPr>
          <p:cNvPr id="21" name="Text 19"/>
          <p:cNvSpPr/>
          <p:nvPr/>
        </p:nvSpPr>
        <p:spPr>
          <a:xfrm>
            <a:off x="10375553" y="1745010"/>
            <a:ext cx="1102072" cy="152400"/>
          </a:xfrm>
          <a:prstGeom prst="rect">
            <a:avLst/>
          </a:prstGeom>
          <a:noFill/>
          <a:ln/>
        </p:spPr>
        <p:txBody>
          <a:bodyPr wrap="square" lIns="25400" tIns="25400" rIns="25400" bIns="25400" rtlCol="0" anchor="t">
            <a:noAutofit/>
          </a:bodyPr>
          <a:lstStyle/>
          <a:p>
            <a:pPr marL="0" indent="0" algn="l">
              <a:buNone/>
            </a:pPr>
            <a:r>
              <a:rPr lang="en-US" sz="1400" b="1" kern="0" spc="122">
                <a:solidFill>
                  <a:srgbClr val="F2DFF6"/>
                </a:solidFill>
                <a:latin typeface="Segoe UI" pitchFamily="34" charset="0"/>
                <a:ea typeface="Segoe UI" pitchFamily="34" charset="-122"/>
                <a:cs typeface="Segoe UI" pitchFamily="34" charset="-120"/>
              </a:rPr>
              <a:t>TACIT · HIGH COST</a:t>
            </a:r>
            <a:endParaRPr lang="en-US" sz="1400"/>
          </a:p>
        </p:txBody>
      </p:sp>
      <p:sp>
        <p:nvSpPr>
          <p:cNvPr id="22" name="Text 20"/>
          <p:cNvSpPr/>
          <p:nvPr/>
        </p:nvSpPr>
        <p:spPr>
          <a:xfrm>
            <a:off x="6867525" y="1783110"/>
            <a:ext cx="1059507" cy="226665"/>
          </a:xfrm>
          <a:prstGeom prst="rect">
            <a:avLst/>
          </a:prstGeom>
          <a:noFill/>
          <a:ln/>
        </p:spPr>
        <p:txBody>
          <a:bodyPr wrap="square" lIns="25400" tIns="25400" rIns="25400" bIns="25400" rtlCol="0" anchor="t">
            <a:normAutofit fontScale="77500" lnSpcReduction="20000"/>
          </a:bodyPr>
          <a:lstStyle/>
          <a:p>
            <a:pPr marL="0" indent="0" algn="l">
              <a:lnSpc>
                <a:spcPct val="110000"/>
              </a:lnSpc>
              <a:buNone/>
            </a:pPr>
            <a:r>
              <a:rPr lang="en-US" sz="1500" b="1">
                <a:solidFill>
                  <a:srgbClr val="FFFFFF"/>
                </a:solidFill>
                <a:latin typeface="Segoe UI" pitchFamily="34" charset="0"/>
                <a:ea typeface="Segoe UI" pitchFamily="34" charset="-122"/>
                <a:cs typeface="Segoe UI" pitchFamily="34" charset="-120"/>
              </a:rPr>
              <a:t>Human-first</a:t>
            </a:r>
            <a:endParaRPr lang="en-US" sz="1500"/>
          </a:p>
        </p:txBody>
      </p:sp>
      <p:sp>
        <p:nvSpPr>
          <p:cNvPr id="24" name="Text 22"/>
          <p:cNvSpPr/>
          <p:nvPr/>
        </p:nvSpPr>
        <p:spPr>
          <a:xfrm>
            <a:off x="6867525" y="2028825"/>
            <a:ext cx="4630674" cy="185886"/>
          </a:xfrm>
          <a:prstGeom prst="rect">
            <a:avLst/>
          </a:prstGeom>
          <a:noFill/>
          <a:ln/>
        </p:spPr>
        <p:txBody>
          <a:bodyPr wrap="square" lIns="25400" tIns="25400" rIns="25400" bIns="25400" rtlCol="0" anchor="t">
            <a:normAutofit fontScale="70000" lnSpcReduction="20000"/>
          </a:bodyPr>
          <a:lstStyle/>
          <a:p>
            <a:pPr marL="0" indent="0" algn="l">
              <a:lnSpc>
                <a:spcPct val="135000"/>
              </a:lnSpc>
              <a:buNone/>
            </a:pPr>
            <a:r>
              <a:rPr lang="en-US" sz="1100" i="1">
                <a:solidFill>
                  <a:srgbClr val="F2DFF6"/>
                </a:solidFill>
                <a:latin typeface="Segoe UI" pitchFamily="34" charset="0"/>
                <a:ea typeface="Segoe UI" pitchFamily="34" charset="-122"/>
                <a:cs typeface="Segoe UI" pitchFamily="34" charset="-120"/>
              </a:rPr>
              <a:t>Engineer leads. AI assists with the small stuff.</a:t>
            </a:r>
            <a:endParaRPr lang="en-US" sz="1100"/>
          </a:p>
        </p:txBody>
      </p:sp>
      <p:sp>
        <p:nvSpPr>
          <p:cNvPr id="25" name="Text 23"/>
          <p:cNvSpPr/>
          <p:nvPr/>
        </p:nvSpPr>
        <p:spPr>
          <a:xfrm>
            <a:off x="6765925" y="2338536"/>
            <a:ext cx="4673600" cy="900000"/>
          </a:xfrm>
          <a:prstGeom prst="rect">
            <a:avLst/>
          </a:prstGeom>
          <a:noFill/>
          <a:ln/>
        </p:spPr>
        <p:txBody>
          <a:bodyPr wrap="square" lIns="25400" tIns="25400" rIns="25400" bIns="25400" rtlCol="0" anchor="t">
            <a:normAutofit/>
          </a:bodyPr>
          <a:lstStyle/>
          <a:p>
            <a:pPr marL="0" indent="0" algn="l">
              <a:lnSpc>
                <a:spcPct val="130000"/>
              </a:lnSpc>
              <a:buNone/>
            </a:pPr>
            <a:r>
              <a:rPr lang="en-US" sz="1200">
                <a:solidFill>
                  <a:srgbClr val="FFFFFF"/>
                </a:solidFill>
                <a:latin typeface="Segoe UI" pitchFamily="34" charset="0"/>
                <a:ea typeface="Segoe UI" pitchFamily="34" charset="-122"/>
                <a:cs typeface="Segoe UI" pitchFamily="34" charset="-120"/>
              </a:rPr>
              <a:t>Setting design criteria &amp; sealed deliverables</a:t>
            </a:r>
            <a:endParaRPr lang="en-US" sz="1200"/>
          </a:p>
          <a:p>
            <a:pPr marL="0" indent="0" algn="l">
              <a:lnSpc>
                <a:spcPct val="130000"/>
              </a:lnSpc>
              <a:buNone/>
            </a:pPr>
            <a:r>
              <a:rPr lang="en-US" sz="1200">
                <a:solidFill>
                  <a:srgbClr val="FFFFFF"/>
                </a:solidFill>
                <a:latin typeface="Segoe UI" pitchFamily="34" charset="0"/>
                <a:ea typeface="Segoe UI" pitchFamily="34" charset="-122"/>
                <a:cs typeface="Segoe UI" pitchFamily="34" charset="-120"/>
              </a:rPr>
              <a:t>Regulatory negotiations &amp; rate-case strategy</a:t>
            </a:r>
            <a:endParaRPr lang="en-US" sz="1200"/>
          </a:p>
          <a:p>
            <a:pPr marL="0" indent="0" algn="l">
              <a:lnSpc>
                <a:spcPct val="130000"/>
              </a:lnSpc>
              <a:buNone/>
            </a:pPr>
            <a:r>
              <a:rPr lang="en-US" sz="1200">
                <a:solidFill>
                  <a:srgbClr val="FFFFFF"/>
                </a:solidFill>
                <a:latin typeface="Segoe UI" pitchFamily="34" charset="0"/>
                <a:ea typeface="Segoe UI" pitchFamily="34" charset="-122"/>
                <a:cs typeface="Segoe UI" pitchFamily="34" charset="-120"/>
              </a:rPr>
              <a:t>Real-time operational decisions in upset conditions</a:t>
            </a:r>
            <a:endParaRPr lang="en-US" sz="1200"/>
          </a:p>
        </p:txBody>
      </p:sp>
      <p:sp>
        <p:nvSpPr>
          <p:cNvPr id="26" name="Shape 24"/>
          <p:cNvSpPr/>
          <p:nvPr/>
        </p:nvSpPr>
        <p:spPr>
          <a:xfrm>
            <a:off x="1905000" y="3687068"/>
            <a:ext cx="4810125" cy="2046982"/>
          </a:xfrm>
          <a:prstGeom prst="rect">
            <a:avLst/>
          </a:prstGeom>
          <a:solidFill>
            <a:srgbClr val="E5E7EE"/>
          </a:solidFill>
          <a:ln/>
        </p:spPr>
        <p:txBody>
          <a:bodyPr/>
          <a:lstStyle/>
          <a:p>
            <a:endParaRPr lang="en-US"/>
          </a:p>
        </p:txBody>
      </p:sp>
      <p:sp>
        <p:nvSpPr>
          <p:cNvPr id="29" name="Text 27"/>
          <p:cNvSpPr/>
          <p:nvPr/>
        </p:nvSpPr>
        <p:spPr>
          <a:xfrm>
            <a:off x="5437287" y="3782318"/>
            <a:ext cx="1230213" cy="152400"/>
          </a:xfrm>
          <a:prstGeom prst="rect">
            <a:avLst/>
          </a:prstGeom>
          <a:noFill/>
          <a:ln/>
        </p:spPr>
        <p:txBody>
          <a:bodyPr wrap="square" lIns="25400" tIns="25400" rIns="25400" bIns="25400" rtlCol="0" anchor="t">
            <a:noAutofit/>
          </a:bodyPr>
          <a:lstStyle/>
          <a:p>
            <a:pPr marL="0" indent="0" algn="l">
              <a:buNone/>
            </a:pPr>
            <a:r>
              <a:rPr lang="en-US" sz="1400" b="1" kern="0" spc="122">
                <a:solidFill>
                  <a:srgbClr val="5B3D6E"/>
                </a:solidFill>
                <a:latin typeface="Segoe UI" pitchFamily="34" charset="0"/>
                <a:ea typeface="Segoe UI" pitchFamily="34" charset="-122"/>
                <a:cs typeface="Segoe UI" pitchFamily="34" charset="-120"/>
              </a:rPr>
              <a:t>EXPLICIT · LOW COST</a:t>
            </a:r>
            <a:endParaRPr lang="en-US" sz="1400"/>
          </a:p>
        </p:txBody>
      </p:sp>
      <p:sp>
        <p:nvSpPr>
          <p:cNvPr id="30" name="Text 28"/>
          <p:cNvSpPr/>
          <p:nvPr/>
        </p:nvSpPr>
        <p:spPr>
          <a:xfrm>
            <a:off x="2057400" y="3820418"/>
            <a:ext cx="932706" cy="226665"/>
          </a:xfrm>
          <a:prstGeom prst="rect">
            <a:avLst/>
          </a:prstGeom>
          <a:noFill/>
          <a:ln/>
        </p:spPr>
        <p:txBody>
          <a:bodyPr wrap="square" lIns="25400" tIns="25400" rIns="25400" bIns="25400" rtlCol="0" anchor="t">
            <a:normAutofit fontScale="77500" lnSpcReduction="20000"/>
          </a:bodyPr>
          <a:lstStyle/>
          <a:p>
            <a:pPr marL="0" indent="0" algn="l">
              <a:lnSpc>
                <a:spcPct val="110000"/>
              </a:lnSpc>
              <a:buNone/>
            </a:pPr>
            <a:r>
              <a:rPr lang="en-US" sz="1500" b="1">
                <a:solidFill>
                  <a:srgbClr val="012060"/>
                </a:solidFill>
                <a:latin typeface="Segoe UI" pitchFamily="34" charset="0"/>
                <a:ea typeface="Segoe UI" pitchFamily="34" charset="-122"/>
                <a:cs typeface="Segoe UI" pitchFamily="34" charset="-120"/>
              </a:rPr>
              <a:t>No regrets</a:t>
            </a:r>
            <a:endParaRPr lang="en-US" sz="1500"/>
          </a:p>
        </p:txBody>
      </p:sp>
      <p:sp>
        <p:nvSpPr>
          <p:cNvPr id="32" name="Text 30"/>
          <p:cNvSpPr/>
          <p:nvPr/>
        </p:nvSpPr>
        <p:spPr>
          <a:xfrm>
            <a:off x="2057400" y="4066133"/>
            <a:ext cx="4630674" cy="185886"/>
          </a:xfrm>
          <a:prstGeom prst="rect">
            <a:avLst/>
          </a:prstGeom>
          <a:noFill/>
          <a:ln/>
        </p:spPr>
        <p:txBody>
          <a:bodyPr wrap="square" lIns="25400" tIns="25400" rIns="25400" bIns="25400" rtlCol="0" anchor="t">
            <a:normAutofit fontScale="70000" lnSpcReduction="20000"/>
          </a:bodyPr>
          <a:lstStyle/>
          <a:p>
            <a:pPr marL="0" indent="0" algn="l">
              <a:lnSpc>
                <a:spcPct val="135000"/>
              </a:lnSpc>
              <a:buNone/>
            </a:pPr>
            <a:r>
              <a:rPr lang="en-US" sz="1100" i="1">
                <a:solidFill>
                  <a:srgbClr val="3D2350"/>
                </a:solidFill>
                <a:latin typeface="Segoe UI" pitchFamily="34" charset="0"/>
                <a:ea typeface="Segoe UI" pitchFamily="34" charset="-122"/>
                <a:cs typeface="Segoe UI" pitchFamily="34" charset="-120"/>
              </a:rPr>
              <a:t>AI does most of it. Light human spot-check.</a:t>
            </a:r>
            <a:endParaRPr lang="en-US" sz="1100"/>
          </a:p>
        </p:txBody>
      </p:sp>
      <p:sp>
        <p:nvSpPr>
          <p:cNvPr id="33" name="Text 31"/>
          <p:cNvSpPr/>
          <p:nvPr/>
        </p:nvSpPr>
        <p:spPr>
          <a:xfrm>
            <a:off x="1955800" y="4375845"/>
            <a:ext cx="4673600" cy="900000"/>
          </a:xfrm>
          <a:prstGeom prst="rect">
            <a:avLst/>
          </a:prstGeom>
          <a:noFill/>
          <a:ln/>
        </p:spPr>
        <p:txBody>
          <a:bodyPr wrap="square" lIns="25400" tIns="25400" rIns="25400" bIns="25400" rtlCol="0" anchor="t">
            <a:normAutofit/>
          </a:bodyPr>
          <a:lstStyle/>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Summarizing long reports, specs, or regulations</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Tagging photos &amp; routing field tickets</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Extracting tables from PDFs into a database</a:t>
            </a:r>
            <a:endParaRPr lang="en-US" sz="1200"/>
          </a:p>
        </p:txBody>
      </p:sp>
      <p:sp>
        <p:nvSpPr>
          <p:cNvPr id="34" name="Shape 32"/>
          <p:cNvSpPr/>
          <p:nvPr/>
        </p:nvSpPr>
        <p:spPr>
          <a:xfrm>
            <a:off x="6715125" y="3687068"/>
            <a:ext cx="4810125" cy="2046982"/>
          </a:xfrm>
          <a:prstGeom prst="rect">
            <a:avLst/>
          </a:prstGeom>
          <a:solidFill>
            <a:srgbClr val="DDB8DE"/>
          </a:solidFill>
          <a:ln/>
        </p:spPr>
        <p:txBody>
          <a:bodyPr/>
          <a:lstStyle/>
          <a:p>
            <a:endParaRPr lang="en-US"/>
          </a:p>
        </p:txBody>
      </p:sp>
      <p:sp>
        <p:nvSpPr>
          <p:cNvPr id="37" name="Text 35"/>
          <p:cNvSpPr/>
          <p:nvPr/>
        </p:nvSpPr>
        <p:spPr>
          <a:xfrm>
            <a:off x="10205293" y="3782318"/>
            <a:ext cx="1272332" cy="152400"/>
          </a:xfrm>
          <a:prstGeom prst="rect">
            <a:avLst/>
          </a:prstGeom>
          <a:noFill/>
          <a:ln/>
        </p:spPr>
        <p:txBody>
          <a:bodyPr wrap="square" lIns="25400" tIns="25400" rIns="25400" bIns="25400" rtlCol="0" anchor="t">
            <a:noAutofit/>
          </a:bodyPr>
          <a:lstStyle/>
          <a:p>
            <a:pPr marL="0" indent="0" algn="l">
              <a:buNone/>
            </a:pPr>
            <a:r>
              <a:rPr lang="en-US" sz="1400" b="1" kern="0" spc="122">
                <a:solidFill>
                  <a:srgbClr val="5B3D6E"/>
                </a:solidFill>
                <a:latin typeface="Segoe UI" pitchFamily="34" charset="0"/>
                <a:ea typeface="Segoe UI" pitchFamily="34" charset="-122"/>
                <a:cs typeface="Segoe UI" pitchFamily="34" charset="-120"/>
              </a:rPr>
              <a:t>EXPLICIT · HIGH COST</a:t>
            </a:r>
            <a:endParaRPr lang="en-US" sz="1400"/>
          </a:p>
        </p:txBody>
      </p:sp>
      <p:sp>
        <p:nvSpPr>
          <p:cNvPr id="38" name="Text 36"/>
          <p:cNvSpPr/>
          <p:nvPr/>
        </p:nvSpPr>
        <p:spPr>
          <a:xfrm>
            <a:off x="6867525" y="3820418"/>
            <a:ext cx="1284684" cy="226665"/>
          </a:xfrm>
          <a:prstGeom prst="rect">
            <a:avLst/>
          </a:prstGeom>
          <a:noFill/>
          <a:ln/>
        </p:spPr>
        <p:txBody>
          <a:bodyPr wrap="square" lIns="25400" tIns="25400" rIns="25400" bIns="25400" rtlCol="0" anchor="t">
            <a:normAutofit fontScale="77500" lnSpcReduction="20000"/>
          </a:bodyPr>
          <a:lstStyle/>
          <a:p>
            <a:pPr marL="0" indent="0" algn="l">
              <a:lnSpc>
                <a:spcPct val="110000"/>
              </a:lnSpc>
              <a:buNone/>
            </a:pPr>
            <a:r>
              <a:rPr lang="en-US" sz="1500" b="1">
                <a:solidFill>
                  <a:srgbClr val="012060"/>
                </a:solidFill>
                <a:latin typeface="Segoe UI" pitchFamily="34" charset="0"/>
                <a:ea typeface="Segoe UI" pitchFamily="34" charset="-122"/>
                <a:cs typeface="Segoe UI" pitchFamily="34" charset="-120"/>
              </a:rPr>
              <a:t>Quality control</a:t>
            </a:r>
            <a:endParaRPr lang="en-US" sz="1500"/>
          </a:p>
        </p:txBody>
      </p:sp>
      <p:sp>
        <p:nvSpPr>
          <p:cNvPr id="40" name="Text 38"/>
          <p:cNvSpPr/>
          <p:nvPr/>
        </p:nvSpPr>
        <p:spPr>
          <a:xfrm>
            <a:off x="6867525" y="4066133"/>
            <a:ext cx="4630674" cy="185886"/>
          </a:xfrm>
          <a:prstGeom prst="rect">
            <a:avLst/>
          </a:prstGeom>
          <a:noFill/>
          <a:ln/>
        </p:spPr>
        <p:txBody>
          <a:bodyPr wrap="square" lIns="25400" tIns="25400" rIns="25400" bIns="25400" rtlCol="0" anchor="t">
            <a:normAutofit fontScale="70000" lnSpcReduction="20000"/>
          </a:bodyPr>
          <a:lstStyle/>
          <a:p>
            <a:pPr marL="0" indent="0" algn="l">
              <a:lnSpc>
                <a:spcPct val="135000"/>
              </a:lnSpc>
              <a:buNone/>
            </a:pPr>
            <a:r>
              <a:rPr lang="en-US" sz="1100" i="1">
                <a:solidFill>
                  <a:srgbClr val="3D2350"/>
                </a:solidFill>
                <a:latin typeface="Segoe UI" pitchFamily="34" charset="0"/>
                <a:ea typeface="Segoe UI" pitchFamily="34" charset="-122"/>
                <a:cs typeface="Segoe UI" pitchFamily="34" charset="-120"/>
              </a:rPr>
              <a:t>AI produces the draft. Engineer verifies before it ships.</a:t>
            </a:r>
            <a:endParaRPr lang="en-US" sz="1100"/>
          </a:p>
        </p:txBody>
      </p:sp>
      <p:sp>
        <p:nvSpPr>
          <p:cNvPr id="41" name="Text 39"/>
          <p:cNvSpPr/>
          <p:nvPr/>
        </p:nvSpPr>
        <p:spPr>
          <a:xfrm>
            <a:off x="6765925" y="4375845"/>
            <a:ext cx="4673600" cy="900000"/>
          </a:xfrm>
          <a:prstGeom prst="rect">
            <a:avLst/>
          </a:prstGeom>
          <a:noFill/>
          <a:ln/>
        </p:spPr>
        <p:txBody>
          <a:bodyPr wrap="square" lIns="25400" tIns="25400" rIns="25400" bIns="25400" rtlCol="0" anchor="t">
            <a:normAutofit/>
          </a:bodyPr>
          <a:lstStyle/>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Hydraulic / process calc spot-checks</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Compliance reports &amp; permit submittals</a:t>
            </a:r>
            <a:endParaRPr lang="en-US" sz="1200"/>
          </a:p>
          <a:p>
            <a:pPr marL="0" indent="0" algn="l">
              <a:lnSpc>
                <a:spcPct val="130000"/>
              </a:lnSpc>
              <a:buNone/>
            </a:pPr>
            <a:r>
              <a:rPr lang="en-US" sz="1200">
                <a:solidFill>
                  <a:srgbClr val="222222"/>
                </a:solidFill>
                <a:latin typeface="Segoe UI" pitchFamily="34" charset="0"/>
                <a:ea typeface="Segoe UI" pitchFamily="34" charset="-122"/>
                <a:cs typeface="Segoe UI" pitchFamily="34" charset="-120"/>
              </a:rPr>
              <a:t>Inspection QC (today’s activity)</a:t>
            </a:r>
            <a:endParaRPr lang="en-US" sz="1200"/>
          </a:p>
        </p:txBody>
      </p:sp>
      <p:sp>
        <p:nvSpPr>
          <p:cNvPr id="42" name="Shape 40"/>
          <p:cNvSpPr/>
          <p:nvPr/>
        </p:nvSpPr>
        <p:spPr>
          <a:xfrm>
            <a:off x="1905000" y="5734050"/>
            <a:ext cx="9620250" cy="9525"/>
          </a:xfrm>
          <a:prstGeom prst="rect">
            <a:avLst/>
          </a:prstGeom>
          <a:solidFill>
            <a:srgbClr val="C9D2E6"/>
          </a:solidFill>
          <a:ln/>
        </p:spPr>
        <p:txBody>
          <a:bodyPr/>
          <a:lstStyle/>
          <a:p>
            <a:endParaRPr lang="en-US"/>
          </a:p>
        </p:txBody>
      </p:sp>
      <p:sp>
        <p:nvSpPr>
          <p:cNvPr id="43" name="Text 41"/>
          <p:cNvSpPr/>
          <p:nvPr/>
        </p:nvSpPr>
        <p:spPr>
          <a:xfrm>
            <a:off x="0" y="5931518"/>
            <a:ext cx="4519690" cy="180975"/>
          </a:xfrm>
          <a:prstGeom prst="rect">
            <a:avLst/>
          </a:prstGeom>
          <a:noFill/>
          <a:ln/>
        </p:spPr>
        <p:txBody>
          <a:bodyPr wrap="square" lIns="25400" tIns="25400" rIns="25400" bIns="25400" rtlCol="0" anchor="t">
            <a:normAutofit fontScale="92500" lnSpcReduction="10000"/>
          </a:bodyPr>
          <a:lstStyle/>
          <a:p>
            <a:pPr marL="0" indent="0" algn="r">
              <a:buNone/>
            </a:pPr>
            <a:r>
              <a:rPr lang="en-US" sz="950" b="1" kern="0" spc="33">
                <a:solidFill>
                  <a:srgbClr val="6E4F8E"/>
                </a:solidFill>
                <a:latin typeface="Segoe UI" pitchFamily="34" charset="0"/>
                <a:ea typeface="Segoe UI" pitchFamily="34" charset="-122"/>
                <a:cs typeface="Segoe UI" pitchFamily="34" charset="-120"/>
              </a:rPr>
              <a:t>Low — minor inefficiencies, easy to catch</a:t>
            </a:r>
            <a:endParaRPr lang="en-US" sz="950"/>
          </a:p>
        </p:txBody>
      </p:sp>
      <p:sp>
        <p:nvSpPr>
          <p:cNvPr id="44" name="Text 42"/>
          <p:cNvSpPr/>
          <p:nvPr/>
        </p:nvSpPr>
        <p:spPr>
          <a:xfrm>
            <a:off x="6096000" y="5801145"/>
            <a:ext cx="1228725" cy="400635"/>
          </a:xfrm>
          <a:prstGeom prst="rect">
            <a:avLst/>
          </a:prstGeom>
          <a:noFill/>
          <a:ln/>
        </p:spPr>
        <p:txBody>
          <a:bodyPr wrap="square" lIns="25400" tIns="25400" rIns="25400" bIns="25400" rtlCol="0" anchor="t">
            <a:noAutofit/>
          </a:bodyPr>
          <a:lstStyle/>
          <a:p>
            <a:pPr marL="0" indent="0" algn="ctr">
              <a:lnSpc>
                <a:spcPct val="120000"/>
              </a:lnSpc>
              <a:buNone/>
            </a:pPr>
            <a:r>
              <a:rPr lang="en-US" sz="1200" b="1" kern="0" spc="128">
                <a:solidFill>
                  <a:srgbClr val="777777"/>
                </a:solidFill>
                <a:latin typeface="Segoe UI" pitchFamily="34" charset="0"/>
                <a:ea typeface="Segoe UI" pitchFamily="34" charset="-122"/>
                <a:cs typeface="Segoe UI" pitchFamily="34" charset="-120"/>
              </a:rPr>
              <a:t>COST OF ERRORS →</a:t>
            </a:r>
            <a:endParaRPr lang="en-US" sz="1200"/>
          </a:p>
        </p:txBody>
      </p:sp>
      <p:sp>
        <p:nvSpPr>
          <p:cNvPr id="45" name="Text 43"/>
          <p:cNvSpPr/>
          <p:nvPr/>
        </p:nvSpPr>
        <p:spPr>
          <a:xfrm>
            <a:off x="7397278" y="5926181"/>
            <a:ext cx="4519843" cy="180975"/>
          </a:xfrm>
          <a:prstGeom prst="rect">
            <a:avLst/>
          </a:prstGeom>
          <a:noFill/>
          <a:ln/>
        </p:spPr>
        <p:txBody>
          <a:bodyPr wrap="square" lIns="25400" tIns="25400" rIns="25400" bIns="25400" rtlCol="0" anchor="t">
            <a:normAutofit fontScale="92500" lnSpcReduction="10000"/>
          </a:bodyPr>
          <a:lstStyle/>
          <a:p>
            <a:pPr marL="0" indent="0" algn="l">
              <a:buNone/>
            </a:pPr>
            <a:r>
              <a:rPr lang="en-US" sz="950" b="1" kern="0" spc="33">
                <a:solidFill>
                  <a:srgbClr val="8B3FA8"/>
                </a:solidFill>
                <a:latin typeface="Segoe UI" pitchFamily="34" charset="0"/>
                <a:ea typeface="Segoe UI" pitchFamily="34" charset="-122"/>
                <a:cs typeface="Segoe UI" pitchFamily="34" charset="-120"/>
              </a:rPr>
              <a:t>High — regulatory, financial, or public-safety risk</a:t>
            </a:r>
            <a:endParaRPr lang="en-US" sz="950"/>
          </a:p>
        </p:txBody>
      </p:sp>
      <p:sp>
        <p:nvSpPr>
          <p:cNvPr id="46" name="Text 44"/>
          <p:cNvSpPr/>
          <p:nvPr/>
        </p:nvSpPr>
        <p:spPr>
          <a:xfrm>
            <a:off x="1037272" y="6648450"/>
            <a:ext cx="11184255" cy="152400"/>
          </a:xfrm>
          <a:prstGeom prst="rect">
            <a:avLst/>
          </a:prstGeom>
          <a:noFill/>
          <a:ln/>
        </p:spPr>
        <p:txBody>
          <a:bodyPr wrap="square" lIns="25400" tIns="25400" rIns="25400" bIns="25400" rtlCol="0" anchor="t">
            <a:normAutofit fontScale="92500" lnSpcReduction="10000"/>
          </a:bodyPr>
          <a:lstStyle/>
          <a:p>
            <a:pPr marL="0" indent="0" algn="l">
              <a:buNone/>
            </a:pPr>
            <a:r>
              <a:rPr lang="en-US" sz="750" kern="0" spc="29">
                <a:solidFill>
                  <a:srgbClr val="888888"/>
                </a:solidFill>
                <a:latin typeface="Segoe UI" pitchFamily="34" charset="0"/>
                <a:ea typeface="Segoe UI" pitchFamily="34" charset="-122"/>
                <a:cs typeface="Segoe UI" pitchFamily="34" charset="-120"/>
              </a:rPr>
              <a:t>Framework adapted from Bharat N. Anand &amp; Andy Wu (Harvard Business Review) · examples tailored to water-utility work.</a:t>
            </a:r>
            <a:endParaRPr lang="en-US" sz="7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Text 0"/>
          <p:cNvSpPr/>
          <p:nvPr/>
        </p:nvSpPr>
        <p:spPr>
          <a:xfrm>
            <a:off x="857250" y="704850"/>
            <a:ext cx="10791825" cy="180975"/>
          </a:xfrm>
          <a:prstGeom prst="rect">
            <a:avLst/>
          </a:prstGeom>
          <a:noFill/>
          <a:ln/>
        </p:spPr>
        <p:txBody>
          <a:bodyPr wrap="square" lIns="25400" tIns="25400" rIns="25400" bIns="25400" rtlCol="0" anchor="t">
            <a:normAutofit/>
          </a:bodyPr>
          <a:lstStyle/>
          <a:p>
            <a:pPr marL="0" indent="0" algn="l">
              <a:buNone/>
            </a:pPr>
            <a:r>
              <a:rPr lang="en-US" sz="825" b="1" kern="0" spc="206" dirty="0">
                <a:solidFill>
                  <a:srgbClr val="FAA41A"/>
                </a:solidFill>
                <a:latin typeface="Segoe UI" pitchFamily="34" charset="0"/>
                <a:ea typeface="Segoe UI" pitchFamily="34" charset="-122"/>
                <a:cs typeface="Segoe UI" pitchFamily="34" charset="-120"/>
              </a:rPr>
              <a:t>ONE PRINCIPLE TO TAKE INTO THE ACTIVITY</a:t>
            </a:r>
            <a:endParaRPr lang="en-US" sz="825" dirty="0"/>
          </a:p>
        </p:txBody>
      </p:sp>
      <p:sp>
        <p:nvSpPr>
          <p:cNvPr id="4" name="Text 1"/>
          <p:cNvSpPr/>
          <p:nvPr/>
        </p:nvSpPr>
        <p:spPr>
          <a:xfrm>
            <a:off x="857250" y="1019175"/>
            <a:ext cx="10248412" cy="1973172"/>
          </a:xfrm>
          <a:prstGeom prst="rect">
            <a:avLst/>
          </a:prstGeom>
          <a:noFill/>
          <a:ln/>
        </p:spPr>
        <p:txBody>
          <a:bodyPr wrap="square" lIns="25400" tIns="25400" rIns="25400" bIns="25400" rtlCol="0" anchor="t">
            <a:normAutofit/>
          </a:bodyPr>
          <a:lstStyle/>
          <a:p>
            <a:pPr marL="0" indent="0" algn="l">
              <a:lnSpc>
                <a:spcPct val="110000"/>
              </a:lnSpc>
              <a:buNone/>
            </a:pPr>
            <a:r>
              <a:rPr lang="en-US" sz="3150" dirty="0">
                <a:solidFill>
                  <a:srgbClr val="FFFFFF"/>
                </a:solidFill>
                <a:latin typeface="Segoe UI Light" pitchFamily="34" charset="0"/>
                <a:ea typeface="Segoe UI Light" pitchFamily="34" charset="-122"/>
                <a:cs typeface="Segoe UI Light" pitchFamily="34" charset="-120"/>
              </a:rPr>
              <a:t>Start with a </a:t>
            </a:r>
            <a:r>
              <a:rPr lang="en-US" sz="3150" b="1" dirty="0">
                <a:solidFill>
                  <a:srgbClr val="15A3EB"/>
                </a:solidFill>
                <a:latin typeface="Segoe UI Light" pitchFamily="34" charset="0"/>
                <a:ea typeface="Segoe UI Light" pitchFamily="34" charset="-122"/>
                <a:cs typeface="Segoe UI Light" pitchFamily="34" charset="-120"/>
              </a:rPr>
              <a:t>well-written prompt (aka prompt engineering). </a:t>
            </a:r>
          </a:p>
          <a:p>
            <a:pPr marL="0" indent="0" algn="l">
              <a:lnSpc>
                <a:spcPct val="110000"/>
              </a:lnSpc>
              <a:buNone/>
            </a:pPr>
            <a:r>
              <a:rPr lang="en-US" sz="3150" dirty="0">
                <a:solidFill>
                  <a:srgbClr val="FFFFFF"/>
                </a:solidFill>
                <a:latin typeface="Segoe UI Light" pitchFamily="34" charset="0"/>
                <a:ea typeface="Segoe UI Light" pitchFamily="34" charset="-122"/>
                <a:cs typeface="Segoe UI Light" pitchFamily="34" charset="-120"/>
              </a:rPr>
              <a:t>Add grounding when we need additional data for context. Add additional tools only when needed (less is more).</a:t>
            </a:r>
            <a:endParaRPr lang="en-US" sz="3150" dirty="0"/>
          </a:p>
        </p:txBody>
      </p:sp>
      <p:sp>
        <p:nvSpPr>
          <p:cNvPr id="5" name="Shape 2"/>
          <p:cNvSpPr/>
          <p:nvPr/>
        </p:nvSpPr>
        <p:spPr>
          <a:xfrm>
            <a:off x="857250" y="3011397"/>
            <a:ext cx="3390900" cy="1746647"/>
          </a:xfrm>
          <a:prstGeom prst="rect">
            <a:avLst/>
          </a:prstGeom>
          <a:solidFill>
            <a:srgbClr val="FFFFFF">
              <a:alpha val="4000"/>
            </a:srgbClr>
          </a:solidFill>
          <a:ln/>
        </p:spPr>
        <p:txBody>
          <a:bodyPr/>
          <a:lstStyle/>
          <a:p>
            <a:endParaRPr lang="en-US"/>
          </a:p>
        </p:txBody>
      </p:sp>
      <p:sp>
        <p:nvSpPr>
          <p:cNvPr id="6" name="Shape 3"/>
          <p:cNvSpPr/>
          <p:nvPr/>
        </p:nvSpPr>
        <p:spPr>
          <a:xfrm>
            <a:off x="857250" y="4801791"/>
            <a:ext cx="3390900" cy="9525"/>
          </a:xfrm>
          <a:prstGeom prst="rect">
            <a:avLst/>
          </a:prstGeom>
          <a:solidFill>
            <a:srgbClr val="FFFFFF">
              <a:alpha val="12000"/>
            </a:srgbClr>
          </a:solidFill>
          <a:ln/>
        </p:spPr>
        <p:txBody>
          <a:bodyPr/>
          <a:lstStyle/>
          <a:p>
            <a:endParaRPr lang="en-US"/>
          </a:p>
        </p:txBody>
      </p:sp>
      <p:sp>
        <p:nvSpPr>
          <p:cNvPr id="7" name="Shape 4"/>
          <p:cNvSpPr/>
          <p:nvPr/>
        </p:nvSpPr>
        <p:spPr>
          <a:xfrm>
            <a:off x="857250" y="3064669"/>
            <a:ext cx="3390900" cy="28575"/>
          </a:xfrm>
          <a:prstGeom prst="rect">
            <a:avLst/>
          </a:prstGeom>
          <a:solidFill>
            <a:srgbClr val="15A3EB"/>
          </a:solidFill>
          <a:ln/>
        </p:spPr>
        <p:txBody>
          <a:bodyPr/>
          <a:lstStyle/>
          <a:p>
            <a:endParaRPr lang="en-US"/>
          </a:p>
        </p:txBody>
      </p:sp>
      <p:sp>
        <p:nvSpPr>
          <p:cNvPr id="8" name="Shape 5"/>
          <p:cNvSpPr/>
          <p:nvPr/>
        </p:nvSpPr>
        <p:spPr>
          <a:xfrm>
            <a:off x="857250" y="3064669"/>
            <a:ext cx="9525" cy="1746647"/>
          </a:xfrm>
          <a:prstGeom prst="rect">
            <a:avLst/>
          </a:prstGeom>
          <a:solidFill>
            <a:srgbClr val="FFFFFF">
              <a:alpha val="12000"/>
            </a:srgbClr>
          </a:solidFill>
          <a:ln/>
        </p:spPr>
        <p:txBody>
          <a:bodyPr/>
          <a:lstStyle/>
          <a:p>
            <a:endParaRPr lang="en-US"/>
          </a:p>
        </p:txBody>
      </p:sp>
      <p:sp>
        <p:nvSpPr>
          <p:cNvPr id="9" name="Shape 6"/>
          <p:cNvSpPr/>
          <p:nvPr/>
        </p:nvSpPr>
        <p:spPr>
          <a:xfrm>
            <a:off x="4238625" y="3064669"/>
            <a:ext cx="9525" cy="1746647"/>
          </a:xfrm>
          <a:prstGeom prst="rect">
            <a:avLst/>
          </a:prstGeom>
          <a:solidFill>
            <a:srgbClr val="FFFFFF">
              <a:alpha val="12000"/>
            </a:srgbClr>
          </a:solidFill>
          <a:ln/>
        </p:spPr>
        <p:txBody>
          <a:bodyPr/>
          <a:lstStyle/>
          <a:p>
            <a:endParaRPr lang="en-US"/>
          </a:p>
        </p:txBody>
      </p:sp>
      <p:sp>
        <p:nvSpPr>
          <p:cNvPr id="10" name="Text 7"/>
          <p:cNvSpPr/>
          <p:nvPr/>
        </p:nvSpPr>
        <p:spPr>
          <a:xfrm>
            <a:off x="1076325" y="3302794"/>
            <a:ext cx="3041332"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dirty="0">
                <a:solidFill>
                  <a:srgbClr val="15A3EB"/>
                </a:solidFill>
                <a:latin typeface="Segoe UI Light" pitchFamily="34" charset="0"/>
                <a:ea typeface="Segoe UI Light" pitchFamily="34" charset="-122"/>
                <a:cs typeface="Segoe UI Light" pitchFamily="34" charset="-120"/>
              </a:rPr>
              <a:t>01</a:t>
            </a:r>
            <a:endParaRPr lang="en-US" sz="3150" dirty="0"/>
          </a:p>
        </p:txBody>
      </p:sp>
      <p:sp>
        <p:nvSpPr>
          <p:cNvPr id="11" name="Text 8"/>
          <p:cNvSpPr/>
          <p:nvPr/>
        </p:nvSpPr>
        <p:spPr>
          <a:xfrm>
            <a:off x="1076325" y="3711773"/>
            <a:ext cx="2952750" cy="665560"/>
          </a:xfrm>
          <a:prstGeom prst="rect">
            <a:avLst/>
          </a:prstGeom>
          <a:noFill/>
          <a:ln/>
        </p:spPr>
        <p:txBody>
          <a:bodyPr wrap="square" lIns="25400" tIns="25400" rIns="25400" bIns="25400" rtlCol="0" anchor="t">
            <a:normAutofit/>
          </a:bodyPr>
          <a:lstStyle/>
          <a:p>
            <a:pPr marL="0" indent="0" algn="l">
              <a:lnSpc>
                <a:spcPct val="120000"/>
              </a:lnSpc>
              <a:buNone/>
            </a:pPr>
            <a:r>
              <a:rPr lang="en-US" sz="1200" b="1">
                <a:solidFill>
                  <a:srgbClr val="FFFFFF"/>
                </a:solidFill>
                <a:latin typeface="Segoe UI" pitchFamily="34" charset="0"/>
                <a:ea typeface="Segoe UI" pitchFamily="34" charset="-122"/>
                <a:cs typeface="Segoe UI" pitchFamily="34" charset="-120"/>
              </a:rPr>
              <a:t>Retrieval quality, LLM hallucinations and knowledge limits are the bottlenecks.</a:t>
            </a:r>
            <a:endParaRPr lang="en-US" sz="1200"/>
          </a:p>
        </p:txBody>
      </p:sp>
      <p:sp>
        <p:nvSpPr>
          <p:cNvPr id="12" name="Text 9"/>
          <p:cNvSpPr/>
          <p:nvPr/>
        </p:nvSpPr>
        <p:spPr>
          <a:xfrm>
            <a:off x="1076325" y="4353818"/>
            <a:ext cx="3041332" cy="4095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975" dirty="0">
                <a:solidFill>
                  <a:srgbClr val="CFE1F6"/>
                </a:solidFill>
                <a:latin typeface="Segoe UI" pitchFamily="34" charset="0"/>
                <a:ea typeface="Segoe UI" pitchFamily="34" charset="-122"/>
                <a:cs typeface="Segoe UI" pitchFamily="34" charset="-120"/>
              </a:rPr>
              <a:t>A great LLM with poor chunking beats a small model every time. </a:t>
            </a:r>
            <a:endParaRPr lang="en-US" sz="975" dirty="0"/>
          </a:p>
        </p:txBody>
      </p:sp>
      <p:sp>
        <p:nvSpPr>
          <p:cNvPr id="13" name="Shape 10"/>
          <p:cNvSpPr/>
          <p:nvPr/>
        </p:nvSpPr>
        <p:spPr>
          <a:xfrm>
            <a:off x="4400550" y="3064669"/>
            <a:ext cx="3390900" cy="1746647"/>
          </a:xfrm>
          <a:prstGeom prst="rect">
            <a:avLst/>
          </a:prstGeom>
          <a:solidFill>
            <a:srgbClr val="FFFFFF">
              <a:alpha val="4000"/>
            </a:srgbClr>
          </a:solidFill>
          <a:ln/>
        </p:spPr>
        <p:txBody>
          <a:bodyPr/>
          <a:lstStyle/>
          <a:p>
            <a:endParaRPr lang="en-US"/>
          </a:p>
        </p:txBody>
      </p:sp>
      <p:sp>
        <p:nvSpPr>
          <p:cNvPr id="14" name="Shape 11"/>
          <p:cNvSpPr/>
          <p:nvPr/>
        </p:nvSpPr>
        <p:spPr>
          <a:xfrm>
            <a:off x="4400550" y="4801791"/>
            <a:ext cx="3390900" cy="9525"/>
          </a:xfrm>
          <a:prstGeom prst="rect">
            <a:avLst/>
          </a:prstGeom>
          <a:solidFill>
            <a:srgbClr val="FFFFFF">
              <a:alpha val="12000"/>
            </a:srgbClr>
          </a:solidFill>
          <a:ln/>
        </p:spPr>
        <p:txBody>
          <a:bodyPr/>
          <a:lstStyle/>
          <a:p>
            <a:endParaRPr lang="en-US"/>
          </a:p>
        </p:txBody>
      </p:sp>
      <p:sp>
        <p:nvSpPr>
          <p:cNvPr id="15" name="Shape 12"/>
          <p:cNvSpPr/>
          <p:nvPr/>
        </p:nvSpPr>
        <p:spPr>
          <a:xfrm>
            <a:off x="4400550" y="3064669"/>
            <a:ext cx="3390900" cy="28575"/>
          </a:xfrm>
          <a:prstGeom prst="rect">
            <a:avLst/>
          </a:prstGeom>
          <a:solidFill>
            <a:srgbClr val="FAA41A"/>
          </a:solidFill>
          <a:ln/>
        </p:spPr>
        <p:txBody>
          <a:bodyPr/>
          <a:lstStyle/>
          <a:p>
            <a:endParaRPr lang="en-US"/>
          </a:p>
        </p:txBody>
      </p:sp>
      <p:sp>
        <p:nvSpPr>
          <p:cNvPr id="16" name="Shape 13"/>
          <p:cNvSpPr/>
          <p:nvPr/>
        </p:nvSpPr>
        <p:spPr>
          <a:xfrm>
            <a:off x="4400550" y="3064669"/>
            <a:ext cx="9525" cy="1746647"/>
          </a:xfrm>
          <a:prstGeom prst="rect">
            <a:avLst/>
          </a:prstGeom>
          <a:solidFill>
            <a:srgbClr val="FFFFFF">
              <a:alpha val="12000"/>
            </a:srgbClr>
          </a:solidFill>
          <a:ln/>
        </p:spPr>
        <p:txBody>
          <a:bodyPr/>
          <a:lstStyle/>
          <a:p>
            <a:endParaRPr lang="en-US"/>
          </a:p>
        </p:txBody>
      </p:sp>
      <p:sp>
        <p:nvSpPr>
          <p:cNvPr id="17" name="Shape 14"/>
          <p:cNvSpPr/>
          <p:nvPr/>
        </p:nvSpPr>
        <p:spPr>
          <a:xfrm>
            <a:off x="7781925" y="3064669"/>
            <a:ext cx="9525" cy="1746647"/>
          </a:xfrm>
          <a:prstGeom prst="rect">
            <a:avLst/>
          </a:prstGeom>
          <a:solidFill>
            <a:srgbClr val="FFFFFF">
              <a:alpha val="12000"/>
            </a:srgbClr>
          </a:solidFill>
          <a:ln/>
        </p:spPr>
        <p:txBody>
          <a:bodyPr/>
          <a:lstStyle/>
          <a:p>
            <a:endParaRPr lang="en-US"/>
          </a:p>
        </p:txBody>
      </p:sp>
      <p:sp>
        <p:nvSpPr>
          <p:cNvPr id="18" name="Text 15"/>
          <p:cNvSpPr/>
          <p:nvPr/>
        </p:nvSpPr>
        <p:spPr>
          <a:xfrm>
            <a:off x="4619625" y="3302794"/>
            <a:ext cx="3041332"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a:solidFill>
                  <a:srgbClr val="FAA41A"/>
                </a:solidFill>
                <a:latin typeface="Segoe UI Light" pitchFamily="34" charset="0"/>
                <a:ea typeface="Segoe UI Light" pitchFamily="34" charset="-122"/>
                <a:cs typeface="Segoe UI Light" pitchFamily="34" charset="-120"/>
              </a:rPr>
              <a:t>02</a:t>
            </a:r>
            <a:endParaRPr lang="en-US" sz="3150"/>
          </a:p>
        </p:txBody>
      </p:sp>
      <p:sp>
        <p:nvSpPr>
          <p:cNvPr id="19" name="Text 16"/>
          <p:cNvSpPr/>
          <p:nvPr/>
        </p:nvSpPr>
        <p:spPr>
          <a:xfrm>
            <a:off x="4619625" y="3759993"/>
            <a:ext cx="2914650" cy="591741"/>
          </a:xfrm>
          <a:prstGeom prst="rect">
            <a:avLst/>
          </a:prstGeom>
          <a:noFill/>
          <a:ln/>
        </p:spPr>
        <p:txBody>
          <a:bodyPr wrap="square" lIns="25400" tIns="25400" rIns="25400" bIns="25400" rtlCol="0" anchor="t">
            <a:normAutofit/>
          </a:bodyPr>
          <a:lstStyle/>
          <a:p>
            <a:pPr marL="0" indent="0" algn="l">
              <a:lnSpc>
                <a:spcPct val="120000"/>
              </a:lnSpc>
              <a:buNone/>
            </a:pPr>
            <a:r>
              <a:rPr lang="en-US" sz="1200" b="1">
                <a:solidFill>
                  <a:srgbClr val="FFFFFF"/>
                </a:solidFill>
                <a:latin typeface="Segoe UI" pitchFamily="34" charset="0"/>
                <a:ea typeface="Segoe UI" pitchFamily="34" charset="-122"/>
                <a:cs typeface="Segoe UI" pitchFamily="34" charset="-120"/>
              </a:rPr>
              <a:t>Grounding constraints are non-negotiable.</a:t>
            </a:r>
            <a:endParaRPr lang="en-US" sz="1200"/>
          </a:p>
        </p:txBody>
      </p:sp>
      <p:sp>
        <p:nvSpPr>
          <p:cNvPr id="20" name="Text 17"/>
          <p:cNvSpPr/>
          <p:nvPr/>
        </p:nvSpPr>
        <p:spPr>
          <a:xfrm>
            <a:off x="4616768" y="4348469"/>
            <a:ext cx="3041332" cy="4095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975">
                <a:solidFill>
                  <a:srgbClr val="CFE1F6"/>
                </a:solidFill>
                <a:latin typeface="Segoe UI" pitchFamily="34" charset="0"/>
                <a:ea typeface="Segoe UI" pitchFamily="34" charset="-122"/>
                <a:cs typeface="Segoe UI" pitchFamily="34" charset="-120"/>
              </a:rPr>
              <a:t>In engineering, a </a:t>
            </a:r>
            <a:r>
              <a:rPr lang="en-US" sz="975" b="1">
                <a:solidFill>
                  <a:srgbClr val="FFFFFF"/>
                </a:solidFill>
                <a:latin typeface="Segoe UI" pitchFamily="34" charset="0"/>
                <a:ea typeface="Segoe UI" pitchFamily="34" charset="-122"/>
                <a:cs typeface="Segoe UI" pitchFamily="34" charset="-120"/>
              </a:rPr>
              <a:t>confident wrong answer </a:t>
            </a:r>
            <a:r>
              <a:rPr lang="en-US" sz="975">
                <a:solidFill>
                  <a:srgbClr val="CFE1F6"/>
                </a:solidFill>
                <a:latin typeface="Segoe UI" pitchFamily="34" charset="0"/>
                <a:ea typeface="Segoe UI" pitchFamily="34" charset="-122"/>
                <a:cs typeface="Segoe UI" pitchFamily="34" charset="-120"/>
              </a:rPr>
              <a:t>is worse than no answer at all.</a:t>
            </a:r>
            <a:endParaRPr lang="en-US" sz="975"/>
          </a:p>
        </p:txBody>
      </p:sp>
      <p:sp>
        <p:nvSpPr>
          <p:cNvPr id="21" name="Shape 18"/>
          <p:cNvSpPr/>
          <p:nvPr/>
        </p:nvSpPr>
        <p:spPr>
          <a:xfrm>
            <a:off x="7943850" y="3064669"/>
            <a:ext cx="3390900" cy="1746647"/>
          </a:xfrm>
          <a:prstGeom prst="rect">
            <a:avLst/>
          </a:prstGeom>
          <a:solidFill>
            <a:srgbClr val="FFFFFF">
              <a:alpha val="4000"/>
            </a:srgbClr>
          </a:solidFill>
          <a:ln/>
        </p:spPr>
        <p:txBody>
          <a:bodyPr/>
          <a:lstStyle/>
          <a:p>
            <a:endParaRPr lang="en-US"/>
          </a:p>
        </p:txBody>
      </p:sp>
      <p:sp>
        <p:nvSpPr>
          <p:cNvPr id="22" name="Shape 19"/>
          <p:cNvSpPr/>
          <p:nvPr/>
        </p:nvSpPr>
        <p:spPr>
          <a:xfrm>
            <a:off x="7943850" y="4801791"/>
            <a:ext cx="3390900" cy="9525"/>
          </a:xfrm>
          <a:prstGeom prst="rect">
            <a:avLst/>
          </a:prstGeom>
          <a:solidFill>
            <a:srgbClr val="FFFFFF">
              <a:alpha val="12000"/>
            </a:srgbClr>
          </a:solidFill>
          <a:ln/>
        </p:spPr>
        <p:txBody>
          <a:bodyPr/>
          <a:lstStyle/>
          <a:p>
            <a:endParaRPr lang="en-US"/>
          </a:p>
        </p:txBody>
      </p:sp>
      <p:sp>
        <p:nvSpPr>
          <p:cNvPr id="23" name="Shape 20"/>
          <p:cNvSpPr/>
          <p:nvPr/>
        </p:nvSpPr>
        <p:spPr>
          <a:xfrm>
            <a:off x="7943850" y="3064669"/>
            <a:ext cx="3390900" cy="28575"/>
          </a:xfrm>
          <a:prstGeom prst="rect">
            <a:avLst/>
          </a:prstGeom>
          <a:solidFill>
            <a:srgbClr val="1CBEA8"/>
          </a:solidFill>
          <a:ln/>
        </p:spPr>
        <p:txBody>
          <a:bodyPr/>
          <a:lstStyle/>
          <a:p>
            <a:endParaRPr lang="en-US"/>
          </a:p>
        </p:txBody>
      </p:sp>
      <p:sp>
        <p:nvSpPr>
          <p:cNvPr id="24" name="Shape 21"/>
          <p:cNvSpPr/>
          <p:nvPr/>
        </p:nvSpPr>
        <p:spPr>
          <a:xfrm>
            <a:off x="7943850" y="3064669"/>
            <a:ext cx="9525" cy="1746647"/>
          </a:xfrm>
          <a:prstGeom prst="rect">
            <a:avLst/>
          </a:prstGeom>
          <a:solidFill>
            <a:srgbClr val="FFFFFF">
              <a:alpha val="12000"/>
            </a:srgbClr>
          </a:solidFill>
          <a:ln/>
        </p:spPr>
        <p:txBody>
          <a:bodyPr/>
          <a:lstStyle/>
          <a:p>
            <a:endParaRPr lang="en-US"/>
          </a:p>
        </p:txBody>
      </p:sp>
      <p:sp>
        <p:nvSpPr>
          <p:cNvPr id="25" name="Shape 22"/>
          <p:cNvSpPr/>
          <p:nvPr/>
        </p:nvSpPr>
        <p:spPr>
          <a:xfrm>
            <a:off x="11325225" y="3064669"/>
            <a:ext cx="9525" cy="1746647"/>
          </a:xfrm>
          <a:prstGeom prst="rect">
            <a:avLst/>
          </a:prstGeom>
          <a:solidFill>
            <a:srgbClr val="FFFFFF">
              <a:alpha val="12000"/>
            </a:srgbClr>
          </a:solidFill>
          <a:ln/>
        </p:spPr>
        <p:txBody>
          <a:bodyPr/>
          <a:lstStyle/>
          <a:p>
            <a:endParaRPr lang="en-US"/>
          </a:p>
        </p:txBody>
      </p:sp>
      <p:sp>
        <p:nvSpPr>
          <p:cNvPr id="26" name="Text 23"/>
          <p:cNvSpPr/>
          <p:nvPr/>
        </p:nvSpPr>
        <p:spPr>
          <a:xfrm>
            <a:off x="8162925" y="3302794"/>
            <a:ext cx="3041332"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a:solidFill>
                  <a:srgbClr val="1CBEA8"/>
                </a:solidFill>
                <a:latin typeface="Segoe UI Light" pitchFamily="34" charset="0"/>
                <a:ea typeface="Segoe UI Light" pitchFamily="34" charset="-122"/>
                <a:cs typeface="Segoe UI Light" pitchFamily="34" charset="-120"/>
              </a:rPr>
              <a:t>03</a:t>
            </a:r>
            <a:endParaRPr lang="en-US" sz="3150"/>
          </a:p>
        </p:txBody>
      </p:sp>
      <p:sp>
        <p:nvSpPr>
          <p:cNvPr id="27" name="Text 24"/>
          <p:cNvSpPr/>
          <p:nvPr/>
        </p:nvSpPr>
        <p:spPr>
          <a:xfrm>
            <a:off x="8162925" y="3759994"/>
            <a:ext cx="3041332" cy="591740"/>
          </a:xfrm>
          <a:prstGeom prst="rect">
            <a:avLst/>
          </a:prstGeom>
          <a:noFill/>
          <a:ln/>
        </p:spPr>
        <p:txBody>
          <a:bodyPr wrap="square" lIns="25400" tIns="25400" rIns="25400" bIns="25400" rtlCol="0" anchor="t">
            <a:normAutofit/>
          </a:bodyPr>
          <a:lstStyle/>
          <a:p>
            <a:pPr marL="0" indent="0" algn="l">
              <a:lnSpc>
                <a:spcPct val="120000"/>
              </a:lnSpc>
              <a:buNone/>
            </a:pPr>
            <a:r>
              <a:rPr lang="en-US" sz="1200" b="1">
                <a:solidFill>
                  <a:srgbClr val="FFFFFF"/>
                </a:solidFill>
                <a:latin typeface="Segoe UI" pitchFamily="34" charset="0"/>
                <a:ea typeface="Segoe UI" pitchFamily="34" charset="-122"/>
                <a:cs typeface="Segoe UI" pitchFamily="34" charset="-120"/>
              </a:rPr>
              <a:t>The right agent is the simplest one that works.</a:t>
            </a:r>
            <a:endParaRPr lang="en-US" sz="1200"/>
          </a:p>
        </p:txBody>
      </p:sp>
      <p:sp>
        <p:nvSpPr>
          <p:cNvPr id="28" name="Text 25"/>
          <p:cNvSpPr/>
          <p:nvPr/>
        </p:nvSpPr>
        <p:spPr>
          <a:xfrm>
            <a:off x="8155454" y="4362450"/>
            <a:ext cx="3041332" cy="2238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975">
                <a:solidFill>
                  <a:srgbClr val="CFE1F6"/>
                </a:solidFill>
                <a:latin typeface="Segoe UI" pitchFamily="34" charset="0"/>
                <a:cs typeface="Segoe UI" pitchFamily="34" charset="-120"/>
              </a:rPr>
              <a:t>We don’t always need RAG or an agent or agents.</a:t>
            </a:r>
            <a:endParaRPr lang="en-US" sz="975"/>
          </a:p>
        </p:txBody>
      </p:sp>
      <p:sp>
        <p:nvSpPr>
          <p:cNvPr id="29" name="Shape 26"/>
          <p:cNvSpPr/>
          <p:nvPr/>
        </p:nvSpPr>
        <p:spPr>
          <a:xfrm>
            <a:off x="857250" y="5039916"/>
            <a:ext cx="10477500" cy="9525"/>
          </a:xfrm>
          <a:prstGeom prst="rect">
            <a:avLst/>
          </a:prstGeom>
          <a:solidFill>
            <a:srgbClr val="FFFFFF">
              <a:alpha val="16000"/>
            </a:srgbClr>
          </a:solidFill>
          <a:ln/>
        </p:spPr>
        <p:txBody>
          <a:bodyPr/>
          <a:lstStyle/>
          <a:p>
            <a:endParaRPr lang="en-US"/>
          </a:p>
        </p:txBody>
      </p:sp>
      <p:sp>
        <p:nvSpPr>
          <p:cNvPr id="30" name="Text 27"/>
          <p:cNvSpPr/>
          <p:nvPr/>
        </p:nvSpPr>
        <p:spPr>
          <a:xfrm>
            <a:off x="873888" y="5467197"/>
            <a:ext cx="1579273" cy="386069"/>
          </a:xfrm>
          <a:prstGeom prst="rect">
            <a:avLst/>
          </a:prstGeom>
          <a:noFill/>
          <a:ln/>
        </p:spPr>
        <p:txBody>
          <a:bodyPr wrap="square" lIns="25400" tIns="25400" rIns="25400" bIns="25400" rtlCol="0" anchor="t">
            <a:noAutofit/>
          </a:bodyPr>
          <a:lstStyle/>
          <a:p>
            <a:pPr marL="0" indent="0" algn="l">
              <a:buNone/>
            </a:pPr>
            <a:r>
              <a:rPr lang="en-US" sz="1400">
                <a:solidFill>
                  <a:srgbClr val="CFE1F6"/>
                </a:solidFill>
                <a:latin typeface="Segoe UI" pitchFamily="34" charset="0"/>
                <a:ea typeface="Segoe UI" pitchFamily="34" charset="-122"/>
                <a:cs typeface="Segoe UI" pitchFamily="34" charset="-120"/>
              </a:rPr>
              <a:t>Progression:</a:t>
            </a:r>
            <a:endParaRPr lang="en-US" sz="1400"/>
          </a:p>
        </p:txBody>
      </p:sp>
      <p:grpSp>
        <p:nvGrpSpPr>
          <p:cNvPr id="37" name="Group 36">
            <a:extLst>
              <a:ext uri="{FF2B5EF4-FFF2-40B4-BE49-F238E27FC236}">
                <a16:creationId xmlns:a16="http://schemas.microsoft.com/office/drawing/2014/main" id="{47A45D6B-4610-DE64-8BBE-51083F0DEFB0}"/>
              </a:ext>
            </a:extLst>
          </p:cNvPr>
          <p:cNvGrpSpPr/>
          <p:nvPr/>
        </p:nvGrpSpPr>
        <p:grpSpPr>
          <a:xfrm>
            <a:off x="2214517" y="5391185"/>
            <a:ext cx="5108063" cy="680590"/>
            <a:chOff x="2623805" y="5436174"/>
            <a:chExt cx="5108063" cy="680590"/>
          </a:xfrm>
        </p:grpSpPr>
        <p:sp>
          <p:nvSpPr>
            <p:cNvPr id="31" name="Text 28"/>
            <p:cNvSpPr/>
            <p:nvPr/>
          </p:nvSpPr>
          <p:spPr>
            <a:xfrm>
              <a:off x="2623805" y="5462805"/>
              <a:ext cx="1919297" cy="653959"/>
            </a:xfrm>
            <a:prstGeom prst="rect">
              <a:avLst/>
            </a:prstGeom>
            <a:noFill/>
            <a:ln/>
          </p:spPr>
          <p:txBody>
            <a:bodyPr wrap="square" lIns="25400" tIns="25400" rIns="25400" bIns="25400" rtlCol="0" anchor="t">
              <a:normAutofit/>
            </a:bodyPr>
            <a:lstStyle/>
            <a:p>
              <a:pPr marL="0" indent="0" algn="l">
                <a:buNone/>
              </a:pPr>
              <a:r>
                <a:rPr lang="en-US" b="1" kern="0" spc="176">
                  <a:solidFill>
                    <a:srgbClr val="15A3EB"/>
                  </a:solidFill>
                  <a:latin typeface="Segoe UI" panose="020B0502040204020203" pitchFamily="34" charset="0"/>
                  <a:ea typeface="Arial Narrow" pitchFamily="34" charset="-122"/>
                  <a:cs typeface="Segoe UI" panose="020B0502040204020203" pitchFamily="34" charset="0"/>
                </a:rPr>
                <a:t>PROMPT</a:t>
              </a:r>
              <a:endParaRPr lang="en-US">
                <a:latin typeface="Segoe UI" panose="020B0502040204020203" pitchFamily="34" charset="0"/>
                <a:cs typeface="Segoe UI" panose="020B0502040204020203" pitchFamily="34" charset="0"/>
              </a:endParaRPr>
            </a:p>
          </p:txBody>
        </p:sp>
        <p:sp>
          <p:nvSpPr>
            <p:cNvPr id="32" name="Text 29"/>
            <p:cNvSpPr/>
            <p:nvPr/>
          </p:nvSpPr>
          <p:spPr>
            <a:xfrm>
              <a:off x="3747852" y="5436174"/>
              <a:ext cx="662223" cy="653959"/>
            </a:xfrm>
            <a:prstGeom prst="rect">
              <a:avLst/>
            </a:prstGeom>
            <a:noFill/>
            <a:ln/>
          </p:spPr>
          <p:txBody>
            <a:bodyPr wrap="square" lIns="25400" tIns="25400" rIns="25400" bIns="25400" rtlCol="0" anchor="t">
              <a:normAutofit/>
            </a:bodyPr>
            <a:lstStyle/>
            <a:p>
              <a:pPr marL="0" indent="0" algn="l">
                <a:buNone/>
              </a:pPr>
              <a:r>
                <a:rPr lang="en-US" b="1" kern="0" spc="176">
                  <a:solidFill>
                    <a:srgbClr val="FAA41A"/>
                  </a:solidFill>
                  <a:latin typeface="Arial Narrow" pitchFamily="34" charset="0"/>
                  <a:ea typeface="Arial Narrow" pitchFamily="34" charset="-122"/>
                  <a:cs typeface="Arial Narrow" pitchFamily="34" charset="-120"/>
                </a:rPr>
                <a:t>→</a:t>
              </a:r>
              <a:endParaRPr lang="en-US"/>
            </a:p>
          </p:txBody>
        </p:sp>
        <p:sp>
          <p:nvSpPr>
            <p:cNvPr id="33" name="Text 30"/>
            <p:cNvSpPr/>
            <p:nvPr/>
          </p:nvSpPr>
          <p:spPr>
            <a:xfrm>
              <a:off x="3994130" y="5453988"/>
              <a:ext cx="1097943" cy="653959"/>
            </a:xfrm>
            <a:prstGeom prst="rect">
              <a:avLst/>
            </a:prstGeom>
            <a:noFill/>
            <a:ln/>
          </p:spPr>
          <p:txBody>
            <a:bodyPr wrap="square" lIns="25400" tIns="25400" rIns="25400" bIns="25400" rtlCol="0" anchor="t">
              <a:normAutofit/>
            </a:bodyPr>
            <a:lstStyle/>
            <a:p>
              <a:pPr marL="0" indent="0" algn="l">
                <a:buNone/>
              </a:pPr>
              <a:r>
                <a:rPr lang="en-US" b="1" kern="0" spc="176">
                  <a:solidFill>
                    <a:srgbClr val="15A3EB"/>
                  </a:solidFill>
                  <a:latin typeface="Segoe UI" panose="020B0502040204020203" pitchFamily="34" charset="0"/>
                  <a:ea typeface="Arial Narrow" pitchFamily="34" charset="-122"/>
                  <a:cs typeface="Segoe UI" panose="020B0502040204020203" pitchFamily="34" charset="0"/>
                </a:rPr>
                <a:t>RAG</a:t>
              </a:r>
              <a:endParaRPr lang="en-US">
                <a:latin typeface="Segoe UI" panose="020B0502040204020203" pitchFamily="34" charset="0"/>
                <a:cs typeface="Segoe UI" panose="020B0502040204020203" pitchFamily="34" charset="0"/>
              </a:endParaRPr>
            </a:p>
          </p:txBody>
        </p:sp>
        <p:sp>
          <p:nvSpPr>
            <p:cNvPr id="34" name="Text 31"/>
            <p:cNvSpPr/>
            <p:nvPr/>
          </p:nvSpPr>
          <p:spPr>
            <a:xfrm>
              <a:off x="4543102" y="5436174"/>
              <a:ext cx="662223" cy="653959"/>
            </a:xfrm>
            <a:prstGeom prst="rect">
              <a:avLst/>
            </a:prstGeom>
            <a:noFill/>
            <a:ln/>
          </p:spPr>
          <p:txBody>
            <a:bodyPr wrap="square" lIns="25400" tIns="25400" rIns="25400" bIns="25400" rtlCol="0" anchor="t">
              <a:normAutofit/>
            </a:bodyPr>
            <a:lstStyle/>
            <a:p>
              <a:pPr marL="0" indent="0" algn="l">
                <a:buNone/>
              </a:pPr>
              <a:r>
                <a:rPr lang="en-US" b="1" kern="0" spc="176">
                  <a:solidFill>
                    <a:srgbClr val="FAA41A"/>
                  </a:solidFill>
                  <a:latin typeface="Arial Narrow" pitchFamily="34" charset="0"/>
                  <a:ea typeface="Arial Narrow" pitchFamily="34" charset="-122"/>
                  <a:cs typeface="Arial Narrow" pitchFamily="34" charset="-120"/>
                </a:rPr>
                <a:t>→</a:t>
              </a:r>
              <a:endParaRPr lang="en-US"/>
            </a:p>
          </p:txBody>
        </p:sp>
        <p:sp>
          <p:nvSpPr>
            <p:cNvPr id="35" name="Text 32"/>
            <p:cNvSpPr/>
            <p:nvPr/>
          </p:nvSpPr>
          <p:spPr>
            <a:xfrm>
              <a:off x="4830761" y="5449490"/>
              <a:ext cx="2901107" cy="653959"/>
            </a:xfrm>
            <a:prstGeom prst="rect">
              <a:avLst/>
            </a:prstGeom>
            <a:noFill/>
            <a:ln/>
          </p:spPr>
          <p:txBody>
            <a:bodyPr wrap="square" lIns="25400" tIns="25400" rIns="25400" bIns="25400" rtlCol="0" anchor="t">
              <a:normAutofit/>
            </a:bodyPr>
            <a:lstStyle/>
            <a:p>
              <a:pPr marL="0" indent="0" algn="l">
                <a:buNone/>
              </a:pPr>
              <a:r>
                <a:rPr lang="en-US" b="1" kern="0" spc="176">
                  <a:solidFill>
                    <a:srgbClr val="15A3EB"/>
                  </a:solidFill>
                  <a:latin typeface="Segoe UI" panose="020B0502040204020203" pitchFamily="34" charset="0"/>
                  <a:ea typeface="Arial Narrow" pitchFamily="34" charset="-122"/>
                  <a:cs typeface="Segoe UI" panose="020B0502040204020203" pitchFamily="34" charset="0"/>
                </a:rPr>
                <a:t>MULTIMODAL</a:t>
              </a:r>
              <a:endParaRPr lang="en-US">
                <a:latin typeface="Segoe UI" panose="020B0502040204020203" pitchFamily="34" charset="0"/>
                <a:cs typeface="Segoe UI" panose="020B0502040204020203" pitchFamily="34" charset="0"/>
              </a:endParaRPr>
            </a:p>
          </p:txBody>
        </p:sp>
      </p:grpSp>
      <p:sp>
        <p:nvSpPr>
          <p:cNvPr id="38" name="Text 35"/>
          <p:cNvSpPr/>
          <p:nvPr/>
        </p:nvSpPr>
        <p:spPr>
          <a:xfrm>
            <a:off x="10534352" y="6524625"/>
            <a:ext cx="662434"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FFFFFF"/>
                </a:solidFill>
                <a:latin typeface="Arial Narrow" pitchFamily="34" charset="0"/>
                <a:ea typeface="Arial Narrow" pitchFamily="34" charset="-122"/>
                <a:cs typeface="Arial Narrow" pitchFamily="34" charset="-120"/>
              </a:rPr>
              <a:t>CAROLLO</a:t>
            </a:r>
            <a:endParaRPr lang="en-US" sz="750"/>
          </a:p>
        </p:txBody>
      </p:sp>
      <p:sp>
        <p:nvSpPr>
          <p:cNvPr id="39" name="Text 36"/>
          <p:cNvSpPr/>
          <p:nvPr/>
        </p:nvSpPr>
        <p:spPr>
          <a:xfrm>
            <a:off x="11196786" y="6524625"/>
            <a:ext cx="126504"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15A3EB"/>
                </a:solidFill>
                <a:latin typeface="Arial Narrow" pitchFamily="34" charset="0"/>
                <a:ea typeface="Arial Narrow" pitchFamily="34" charset="-122"/>
                <a:cs typeface="Arial Narrow" pitchFamily="34" charset="-120"/>
              </a:rPr>
              <a:t>/</a:t>
            </a:r>
            <a:endParaRPr lang="en-US" sz="750"/>
          </a:p>
        </p:txBody>
      </p:sp>
      <p:sp>
        <p:nvSpPr>
          <p:cNvPr id="40" name="Text 37"/>
          <p:cNvSpPr/>
          <p:nvPr/>
        </p:nvSpPr>
        <p:spPr>
          <a:xfrm>
            <a:off x="11323290" y="6524625"/>
            <a:ext cx="582960"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15A3EB"/>
                </a:solidFill>
                <a:latin typeface="Arial Narrow" pitchFamily="34" charset="0"/>
                <a:ea typeface="Arial Narrow" pitchFamily="34" charset="-122"/>
                <a:cs typeface="Arial Narrow" pitchFamily="34" charset="-120"/>
              </a:rPr>
              <a:t>DIGITAL</a:t>
            </a:r>
            <a:endParaRPr lang="en-US" sz="7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146816D7-C5A2-0B08-B224-27677AAC9A9E}"/>
              </a:ext>
            </a:extLst>
          </p:cNvPr>
          <p:cNvSpPr>
            <a:spLocks noGrp="1"/>
          </p:cNvSpPr>
          <p:nvPr>
            <p:ph type="title"/>
          </p:nvPr>
        </p:nvSpPr>
        <p:spPr/>
        <p:txBody>
          <a:bodyPr/>
          <a:lstStyle/>
          <a:p>
            <a:r>
              <a:rPr lang="en-US"/>
              <a:t>Hands-on, Field-Data Activity – The Background</a:t>
            </a:r>
          </a:p>
        </p:txBody>
      </p:sp>
      <p:sp>
        <p:nvSpPr>
          <p:cNvPr id="4" name="TextBox 3">
            <a:extLst>
              <a:ext uri="{FF2B5EF4-FFF2-40B4-BE49-F238E27FC236}">
                <a16:creationId xmlns:a16="http://schemas.microsoft.com/office/drawing/2014/main" id="{E9ECA04C-407A-1CC2-F3DD-36196426685B}"/>
              </a:ext>
            </a:extLst>
          </p:cNvPr>
          <p:cNvSpPr txBox="1"/>
          <p:nvPr/>
        </p:nvSpPr>
        <p:spPr>
          <a:xfrm>
            <a:off x="811481" y="1254826"/>
            <a:ext cx="9615054" cy="4985980"/>
          </a:xfrm>
          <a:prstGeom prst="rect">
            <a:avLst/>
          </a:prstGeom>
          <a:noFill/>
        </p:spPr>
        <p:txBody>
          <a:bodyPr wrap="square" rtlCol="0">
            <a:spAutoFit/>
          </a:bodyPr>
          <a:lstStyle/>
          <a:p>
            <a:r>
              <a:rPr lang="en-US" sz="2400" b="1" dirty="0"/>
              <a:t>Why agentic AI here?</a:t>
            </a:r>
            <a:r>
              <a:rPr lang="en-US" sz="2400" dirty="0"/>
              <a:t> </a:t>
            </a:r>
          </a:p>
          <a:p>
            <a:endParaRPr lang="en-US" dirty="0"/>
          </a:p>
          <a:p>
            <a:r>
              <a:rPr lang="en-US" dirty="0"/>
              <a:t>Field data is </a:t>
            </a:r>
            <a:r>
              <a:rPr lang="en-US" u="sng" dirty="0"/>
              <a:t>messy</a:t>
            </a:r>
            <a:r>
              <a:rPr lang="en-US" dirty="0"/>
              <a:t>, correcting requires knowledge. </a:t>
            </a:r>
          </a:p>
          <a:p>
            <a:pPr marL="285750" indent="-285750">
              <a:buFont typeface="Arial" panose="020B0604020202020204" pitchFamily="34" charset="0"/>
              <a:buChar char="•"/>
            </a:pPr>
            <a:r>
              <a:rPr lang="en-US" dirty="0"/>
              <a:t>Humans ‘fat-finger’ on small buttons/screens</a:t>
            </a:r>
            <a:endParaRPr lang="en-US" b="1" dirty="0"/>
          </a:p>
          <a:p>
            <a:pPr marL="285750" indent="-285750">
              <a:buFont typeface="Arial" panose="020B0604020202020204" pitchFamily="34" charset="0"/>
              <a:buChar char="•"/>
            </a:pPr>
            <a:r>
              <a:rPr lang="en-US" dirty="0"/>
              <a:t>Numerical scales can confuse (1-&gt;5, is “1” Good? Bad? It varies!)</a:t>
            </a:r>
          </a:p>
          <a:p>
            <a:pPr marL="285750" indent="-285750">
              <a:buFont typeface="Arial" panose="020B0604020202020204" pitchFamily="34" charset="0"/>
              <a:buChar char="•"/>
            </a:pPr>
            <a:r>
              <a:rPr lang="en-US" dirty="0"/>
              <a:t>We all </a:t>
            </a:r>
            <a:r>
              <a:rPr lang="en-US" dirty="0" err="1"/>
              <a:t>misspel</a:t>
            </a:r>
            <a:r>
              <a:rPr lang="en-US" dirty="0"/>
              <a:t> even with all the time in the world</a:t>
            </a:r>
          </a:p>
          <a:p>
            <a:pPr marL="285750" indent="-285750">
              <a:buFont typeface="Arial" panose="020B0604020202020204" pitchFamily="34" charset="0"/>
              <a:buChar char="•"/>
            </a:pPr>
            <a:r>
              <a:rPr lang="en-US" dirty="0"/>
              <a:t>Correction is </a:t>
            </a:r>
            <a:r>
              <a:rPr lang="en-US" u="sng" dirty="0"/>
              <a:t>time-consuming</a:t>
            </a:r>
            <a:r>
              <a:rPr lang="en-US" dirty="0"/>
              <a:t> – often requires “thinking” and domain knowledge.</a:t>
            </a:r>
          </a:p>
          <a:p>
            <a:endParaRPr lang="en-US" dirty="0"/>
          </a:p>
          <a:p>
            <a:r>
              <a:rPr lang="en-US" b="1" u="sng" dirty="0"/>
              <a:t>Agency</a:t>
            </a:r>
            <a:r>
              <a:rPr lang="en-US" u="sng" dirty="0"/>
              <a:t> is more than a chat</a:t>
            </a:r>
            <a:r>
              <a:rPr lang="en-US" dirty="0"/>
              <a:t>. Some examples:</a:t>
            </a:r>
          </a:p>
          <a:p>
            <a:pPr marL="285750" indent="-285750">
              <a:buFont typeface="Arial" panose="020B0604020202020204" pitchFamily="34" charset="0"/>
              <a:buChar char="•"/>
            </a:pPr>
            <a:r>
              <a:rPr lang="en-US" dirty="0"/>
              <a:t>Autocorrect – think autonomy. </a:t>
            </a:r>
          </a:p>
          <a:p>
            <a:pPr marL="285750" indent="-285750">
              <a:buFont typeface="Arial" panose="020B0604020202020204" pitchFamily="34" charset="0"/>
              <a:buChar char="•"/>
            </a:pPr>
            <a:r>
              <a:rPr lang="en-US" dirty="0"/>
              <a:t>Blocking a human from a ‘mistake’ – requires reasoning &amp; knowledge &amp; access.</a:t>
            </a:r>
          </a:p>
          <a:p>
            <a:pPr marL="285750" indent="-285750">
              <a:buFont typeface="Arial" panose="020B0604020202020204" pitchFamily="34" charset="0"/>
              <a:buChar char="•"/>
            </a:pPr>
            <a:r>
              <a:rPr lang="en-US" dirty="0"/>
              <a:t>Taking the next step – requires tools. </a:t>
            </a:r>
          </a:p>
          <a:p>
            <a:pPr marL="285750" indent="-285750">
              <a:buFont typeface="Arial" panose="020B0604020202020204" pitchFamily="34" charset="0"/>
              <a:buChar char="•"/>
            </a:pPr>
            <a:endParaRPr lang="en-US" u="sng" dirty="0"/>
          </a:p>
          <a:p>
            <a:pPr marL="285750" indent="-285750">
              <a:buFont typeface="Arial" panose="020B0604020202020204" pitchFamily="34" charset="0"/>
              <a:buChar char="•"/>
            </a:pPr>
            <a:endParaRPr lang="en-US" u="sng" dirty="0"/>
          </a:p>
          <a:p>
            <a:r>
              <a:rPr lang="en-US" sz="2000" b="1" dirty="0">
                <a:solidFill>
                  <a:schemeClr val="accent1"/>
                </a:solidFill>
              </a:rPr>
              <a:t>Here’s our scenario: </a:t>
            </a:r>
            <a:r>
              <a:rPr lang="en-US" sz="2000" dirty="0">
                <a:solidFill>
                  <a:schemeClr val="accent1"/>
                </a:solidFill>
              </a:rPr>
              <a:t>You’re an inspector visiting stormwater assets post-disaster. </a:t>
            </a:r>
            <a:r>
              <a:rPr lang="en-US" sz="2000" b="1" dirty="0">
                <a:solidFill>
                  <a:schemeClr val="accent1"/>
                </a:solidFill>
              </a:rPr>
              <a:t>You</a:t>
            </a:r>
            <a:r>
              <a:rPr lang="en-US" sz="2000" dirty="0">
                <a:solidFill>
                  <a:schemeClr val="accent1"/>
                </a:solidFill>
              </a:rPr>
              <a:t> give a simple status score (1 good &lt;-&gt; 5 bad), text description, photo. </a:t>
            </a:r>
          </a:p>
          <a:p>
            <a:r>
              <a:rPr lang="en-US" sz="2000" b="1" dirty="0">
                <a:solidFill>
                  <a:schemeClr val="accent1"/>
                </a:solidFill>
              </a:rPr>
              <a:t>AI</a:t>
            </a:r>
            <a:r>
              <a:rPr lang="en-US" sz="2000" dirty="0">
                <a:solidFill>
                  <a:schemeClr val="accent1"/>
                </a:solidFill>
              </a:rPr>
              <a:t> reviews, asks for clarifications, chooses whether to schedule a follow-up.</a:t>
            </a:r>
            <a:endParaRPr lang="en-US" sz="2000" b="1" dirty="0">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5410A-3E83-035C-4C2D-BEB30D0725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6CC0BD-19CB-07E8-775D-E7B1B283D139}"/>
              </a:ext>
            </a:extLst>
          </p:cNvPr>
          <p:cNvSpPr/>
          <p:nvPr/>
        </p:nvSpPr>
        <p:spPr>
          <a:xfrm>
            <a:off x="857250" y="704850"/>
            <a:ext cx="10791825" cy="180975"/>
          </a:xfrm>
          <a:prstGeom prst="rect">
            <a:avLst/>
          </a:prstGeom>
          <a:noFill/>
          <a:ln/>
        </p:spPr>
        <p:txBody>
          <a:bodyPr wrap="square" lIns="25400" tIns="25400" rIns="25400" bIns="25400" rtlCol="0" anchor="t">
            <a:normAutofit/>
          </a:bodyPr>
          <a:lstStyle/>
          <a:p>
            <a:pPr marL="0" indent="0" algn="l">
              <a:buNone/>
            </a:pPr>
            <a:r>
              <a:rPr lang="en-US" sz="825" b="1" kern="0" spc="206">
                <a:solidFill>
                  <a:srgbClr val="15A3EB"/>
                </a:solidFill>
                <a:latin typeface="Segoe UI" pitchFamily="34" charset="0"/>
                <a:ea typeface="Segoe UI" pitchFamily="34" charset="-122"/>
                <a:cs typeface="Segoe UI" pitchFamily="34" charset="-120"/>
              </a:rPr>
              <a:t>THE LOOP</a:t>
            </a:r>
            <a:endParaRPr lang="en-US" sz="825"/>
          </a:p>
        </p:txBody>
      </p:sp>
      <p:sp>
        <p:nvSpPr>
          <p:cNvPr id="3" name="Text 1">
            <a:extLst>
              <a:ext uri="{FF2B5EF4-FFF2-40B4-BE49-F238E27FC236}">
                <a16:creationId xmlns:a16="http://schemas.microsoft.com/office/drawing/2014/main" id="{1CF02434-7285-0EC5-45DA-190738DFE88C}"/>
              </a:ext>
            </a:extLst>
          </p:cNvPr>
          <p:cNvSpPr/>
          <p:nvPr/>
        </p:nvSpPr>
        <p:spPr>
          <a:xfrm>
            <a:off x="857250" y="962025"/>
            <a:ext cx="10791825" cy="49812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450">
                <a:solidFill>
                  <a:srgbClr val="012060"/>
                </a:solidFill>
                <a:latin typeface="Segoe UI Light" pitchFamily="34" charset="0"/>
                <a:ea typeface="Segoe UI Light" pitchFamily="34" charset="-122"/>
                <a:cs typeface="Segoe UI Light" pitchFamily="34" charset="-120"/>
              </a:rPr>
              <a:t>The </a:t>
            </a:r>
            <a:r>
              <a:rPr lang="en-US" sz="3450" b="1">
                <a:solidFill>
                  <a:srgbClr val="012060"/>
                </a:solidFill>
                <a:latin typeface="Segoe UI Light" pitchFamily="34" charset="0"/>
                <a:ea typeface="Segoe UI Light" pitchFamily="34" charset="-122"/>
                <a:cs typeface="Segoe UI Light" pitchFamily="34" charset="-120"/>
              </a:rPr>
              <a:t>agent loop </a:t>
            </a:r>
            <a:r>
              <a:rPr lang="en-US" sz="3450">
                <a:solidFill>
                  <a:srgbClr val="012060"/>
                </a:solidFill>
                <a:latin typeface="Segoe UI Light" pitchFamily="34" charset="0"/>
                <a:ea typeface="Segoe UI Light" pitchFamily="34" charset="-122"/>
                <a:cs typeface="Segoe UI Light" pitchFamily="34" charset="-120"/>
              </a:rPr>
              <a:t>– what we’re doing today</a:t>
            </a:r>
            <a:endParaRPr lang="en-US" sz="3450"/>
          </a:p>
        </p:txBody>
      </p:sp>
      <p:sp>
        <p:nvSpPr>
          <p:cNvPr id="4" name="Text 2">
            <a:extLst>
              <a:ext uri="{FF2B5EF4-FFF2-40B4-BE49-F238E27FC236}">
                <a16:creationId xmlns:a16="http://schemas.microsoft.com/office/drawing/2014/main" id="{A1810D12-4AD4-9D4B-9606-AFF632395E33}"/>
              </a:ext>
            </a:extLst>
          </p:cNvPr>
          <p:cNvSpPr/>
          <p:nvPr/>
        </p:nvSpPr>
        <p:spPr>
          <a:xfrm>
            <a:off x="857250" y="1479203"/>
            <a:ext cx="10791825" cy="219075"/>
          </a:xfrm>
          <a:prstGeom prst="rect">
            <a:avLst/>
          </a:prstGeom>
          <a:noFill/>
          <a:ln/>
        </p:spPr>
        <p:txBody>
          <a:bodyPr wrap="square" lIns="25400" tIns="25400" rIns="25400" bIns="25400" rtlCol="0" anchor="t">
            <a:normAutofit/>
          </a:bodyPr>
          <a:lstStyle/>
          <a:p>
            <a:pPr marL="0" indent="0" algn="l">
              <a:buNone/>
            </a:pPr>
            <a:r>
              <a:rPr lang="en-US" sz="1050">
                <a:solidFill>
                  <a:srgbClr val="555555"/>
                </a:solidFill>
                <a:latin typeface="Segoe UI" pitchFamily="34" charset="0"/>
                <a:ea typeface="Segoe UI" pitchFamily="34" charset="-122"/>
                <a:cs typeface="Segoe UI" pitchFamily="34" charset="-120"/>
              </a:rPr>
              <a:t>What happens between your request and the answer.</a:t>
            </a:r>
            <a:endParaRPr lang="en-US" sz="1050"/>
          </a:p>
        </p:txBody>
      </p:sp>
      <p:sp>
        <p:nvSpPr>
          <p:cNvPr id="5" name="Shape 3">
            <a:extLst>
              <a:ext uri="{FF2B5EF4-FFF2-40B4-BE49-F238E27FC236}">
                <a16:creationId xmlns:a16="http://schemas.microsoft.com/office/drawing/2014/main" id="{0686561A-9656-3C06-D0CE-4DFA1CD00140}"/>
              </a:ext>
            </a:extLst>
          </p:cNvPr>
          <p:cNvSpPr/>
          <p:nvPr/>
        </p:nvSpPr>
        <p:spPr>
          <a:xfrm>
            <a:off x="857250" y="1964978"/>
            <a:ext cx="2034480" cy="1241822"/>
          </a:xfrm>
          <a:prstGeom prst="rect">
            <a:avLst/>
          </a:prstGeom>
          <a:solidFill>
            <a:srgbClr val="FFFFFF"/>
          </a:solidFill>
          <a:ln w="9525">
            <a:solidFill>
              <a:srgbClr val="D5DDEE"/>
            </a:solidFill>
            <a:prstDash val="solid"/>
          </a:ln>
        </p:spPr>
        <p:txBody>
          <a:bodyPr/>
          <a:lstStyle/>
          <a:p>
            <a:endParaRPr lang="en-US"/>
          </a:p>
        </p:txBody>
      </p:sp>
      <p:sp>
        <p:nvSpPr>
          <p:cNvPr id="6" name="Text 4">
            <a:extLst>
              <a:ext uri="{FF2B5EF4-FFF2-40B4-BE49-F238E27FC236}">
                <a16:creationId xmlns:a16="http://schemas.microsoft.com/office/drawing/2014/main" id="{44BA37EC-0DC7-FD15-1B45-8F46E9C17821}"/>
              </a:ext>
            </a:extLst>
          </p:cNvPr>
          <p:cNvSpPr/>
          <p:nvPr/>
        </p:nvSpPr>
        <p:spPr>
          <a:xfrm>
            <a:off x="1019175" y="2145953"/>
            <a:ext cx="1786830" cy="152400"/>
          </a:xfrm>
          <a:prstGeom prst="rect">
            <a:avLst/>
          </a:prstGeom>
          <a:noFill/>
          <a:ln/>
        </p:spPr>
        <p:txBody>
          <a:bodyPr wrap="square" lIns="25400" tIns="25400" rIns="25400" bIns="25400" rtlCol="0" anchor="t">
            <a:normAutofit fontScale="92500" lnSpcReduction="20000"/>
          </a:bodyPr>
          <a:lstStyle/>
          <a:p>
            <a:r>
              <a:rPr lang="en-US" sz="825" b="1" kern="0" spc="165">
                <a:solidFill>
                  <a:srgbClr val="15A3EB"/>
                </a:solidFill>
                <a:latin typeface="Arial Narrow" pitchFamily="34" charset="0"/>
                <a:ea typeface="Arial Narrow" pitchFamily="34" charset="-122"/>
                <a:cs typeface="Arial Narrow" pitchFamily="34" charset="-120"/>
              </a:rPr>
              <a:t>STEP 1 - </a:t>
            </a:r>
            <a:r>
              <a:rPr lang="en-US" sz="825" b="1" kern="0" spc="165">
                <a:solidFill>
                  <a:srgbClr val="00B050"/>
                </a:solidFill>
                <a:latin typeface="Arial Narrow" pitchFamily="34" charset="0"/>
                <a:ea typeface="Arial Narrow" pitchFamily="34" charset="-122"/>
                <a:cs typeface="Arial Narrow" pitchFamily="34" charset="-120"/>
              </a:rPr>
              <a:t>Full Featured</a:t>
            </a:r>
            <a:endParaRPr lang="en-US" sz="825">
              <a:solidFill>
                <a:srgbClr val="00B050"/>
              </a:solidFill>
            </a:endParaRPr>
          </a:p>
        </p:txBody>
      </p:sp>
      <p:sp>
        <p:nvSpPr>
          <p:cNvPr id="7" name="Text 5">
            <a:extLst>
              <a:ext uri="{FF2B5EF4-FFF2-40B4-BE49-F238E27FC236}">
                <a16:creationId xmlns:a16="http://schemas.microsoft.com/office/drawing/2014/main" id="{C23A52E1-0284-3E2B-B566-0BBEEC5F1DC7}"/>
              </a:ext>
            </a:extLst>
          </p:cNvPr>
          <p:cNvSpPr/>
          <p:nvPr/>
        </p:nvSpPr>
        <p:spPr>
          <a:xfrm>
            <a:off x="1019175" y="2317403"/>
            <a:ext cx="650677" cy="247650"/>
          </a:xfrm>
          <a:prstGeom prst="rect">
            <a:avLst/>
          </a:prstGeom>
          <a:noFill/>
          <a:ln/>
        </p:spPr>
        <p:txBody>
          <a:bodyPr wrap="square" lIns="0" tIns="0" rIns="0" bIns="0" rtlCol="0" anchor="t">
            <a:normAutofit/>
          </a:bodyPr>
          <a:lstStyle/>
          <a:p>
            <a:pPr marL="0" indent="0" algn="l">
              <a:lnSpc>
                <a:spcPct val="110000"/>
              </a:lnSpc>
              <a:buNone/>
            </a:pPr>
            <a:r>
              <a:rPr lang="en-US" sz="1275" b="1">
                <a:solidFill>
                  <a:srgbClr val="012060"/>
                </a:solidFill>
                <a:latin typeface="Segoe UI" pitchFamily="34" charset="0"/>
                <a:ea typeface="Segoe UI" pitchFamily="34" charset="-122"/>
                <a:cs typeface="Segoe UI" pitchFamily="34" charset="-120"/>
              </a:rPr>
              <a:t>Receive</a:t>
            </a:r>
            <a:endParaRPr lang="en-US" sz="1275"/>
          </a:p>
        </p:txBody>
      </p:sp>
      <p:sp>
        <p:nvSpPr>
          <p:cNvPr id="8" name="Text 6">
            <a:extLst>
              <a:ext uri="{FF2B5EF4-FFF2-40B4-BE49-F238E27FC236}">
                <a16:creationId xmlns:a16="http://schemas.microsoft.com/office/drawing/2014/main" id="{F1D5FAA4-2E3C-EEFF-26B8-166EE3E04842}"/>
              </a:ext>
            </a:extLst>
          </p:cNvPr>
          <p:cNvSpPr/>
          <p:nvPr/>
        </p:nvSpPr>
        <p:spPr>
          <a:xfrm>
            <a:off x="1019175" y="2533501"/>
            <a:ext cx="1786830" cy="153293"/>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825" b="1" kern="0" spc="124">
                <a:solidFill>
                  <a:srgbClr val="003CB9"/>
                </a:solidFill>
                <a:latin typeface="Segoe UI" pitchFamily="34" charset="0"/>
                <a:ea typeface="Segoe UI" pitchFamily="34" charset="-122"/>
                <a:cs typeface="Segoe UI" pitchFamily="34" charset="-120"/>
              </a:rPr>
              <a:t>TASK</a:t>
            </a:r>
            <a:endParaRPr lang="en-US" sz="825"/>
          </a:p>
        </p:txBody>
      </p:sp>
      <p:sp>
        <p:nvSpPr>
          <p:cNvPr id="9" name="Text 7">
            <a:extLst>
              <a:ext uri="{FF2B5EF4-FFF2-40B4-BE49-F238E27FC236}">
                <a16:creationId xmlns:a16="http://schemas.microsoft.com/office/drawing/2014/main" id="{3C5DFE58-0AA9-0EEB-2DC3-78F9AE2C1922}"/>
              </a:ext>
            </a:extLst>
          </p:cNvPr>
          <p:cNvSpPr/>
          <p:nvPr/>
        </p:nvSpPr>
        <p:spPr>
          <a:xfrm>
            <a:off x="1019175" y="2724894"/>
            <a:ext cx="1786830"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a:solidFill>
                  <a:srgbClr val="555555"/>
                </a:solidFill>
                <a:latin typeface="Segoe UI" pitchFamily="34" charset="0"/>
                <a:ea typeface="Segoe UI" pitchFamily="34" charset="-122"/>
                <a:cs typeface="Segoe UI" pitchFamily="34" charset="-120"/>
              </a:rPr>
              <a:t>User submits a form or triggers a workflow.</a:t>
            </a:r>
            <a:endParaRPr lang="en-US" sz="900"/>
          </a:p>
        </p:txBody>
      </p:sp>
      <p:sp>
        <p:nvSpPr>
          <p:cNvPr id="10" name="Shape 8">
            <a:extLst>
              <a:ext uri="{FF2B5EF4-FFF2-40B4-BE49-F238E27FC236}">
                <a16:creationId xmlns:a16="http://schemas.microsoft.com/office/drawing/2014/main" id="{5B347341-35BC-8F18-FD69-BF2F5928BCEC}"/>
              </a:ext>
            </a:extLst>
          </p:cNvPr>
          <p:cNvSpPr/>
          <p:nvPr/>
        </p:nvSpPr>
        <p:spPr>
          <a:xfrm>
            <a:off x="2777430" y="2471589"/>
            <a:ext cx="228600" cy="228600"/>
          </a:xfrm>
          <a:prstGeom prst="ellipse">
            <a:avLst/>
          </a:prstGeom>
          <a:solidFill>
            <a:srgbClr val="FFFFFF"/>
          </a:solidFill>
          <a:ln w="9525">
            <a:solidFill>
              <a:srgbClr val="D5DDEE"/>
            </a:solidFill>
            <a:prstDash val="solid"/>
          </a:ln>
        </p:spPr>
        <p:txBody>
          <a:bodyPr/>
          <a:lstStyle/>
          <a:p>
            <a:endParaRPr lang="en-US"/>
          </a:p>
        </p:txBody>
      </p:sp>
      <p:sp>
        <p:nvSpPr>
          <p:cNvPr id="11" name="Text 9">
            <a:extLst>
              <a:ext uri="{FF2B5EF4-FFF2-40B4-BE49-F238E27FC236}">
                <a16:creationId xmlns:a16="http://schemas.microsoft.com/office/drawing/2014/main" id="{BF64BF41-AC9D-CF8B-28C9-EBFA417A3A6B}"/>
              </a:ext>
            </a:extLst>
          </p:cNvPr>
          <p:cNvSpPr/>
          <p:nvPr/>
        </p:nvSpPr>
        <p:spPr>
          <a:xfrm>
            <a:off x="2748855" y="2481114"/>
            <a:ext cx="285750" cy="247650"/>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12" name="Shape 10">
            <a:extLst>
              <a:ext uri="{FF2B5EF4-FFF2-40B4-BE49-F238E27FC236}">
                <a16:creationId xmlns:a16="http://schemas.microsoft.com/office/drawing/2014/main" id="{BFCE9629-F40D-217A-D59F-0E034A752E4D}"/>
              </a:ext>
            </a:extLst>
          </p:cNvPr>
          <p:cNvSpPr/>
          <p:nvPr/>
        </p:nvSpPr>
        <p:spPr>
          <a:xfrm>
            <a:off x="2967930" y="1964978"/>
            <a:ext cx="2034480" cy="2001380"/>
          </a:xfrm>
          <a:prstGeom prst="rect">
            <a:avLst/>
          </a:prstGeom>
          <a:solidFill>
            <a:srgbClr val="FFFFFF"/>
          </a:solidFill>
          <a:ln w="9525">
            <a:solidFill>
              <a:srgbClr val="D5DDEE"/>
            </a:solidFill>
            <a:prstDash val="solid"/>
          </a:ln>
        </p:spPr>
        <p:txBody>
          <a:bodyPr/>
          <a:lstStyle/>
          <a:p>
            <a:endParaRPr lang="en-US"/>
          </a:p>
        </p:txBody>
      </p:sp>
      <p:sp>
        <p:nvSpPr>
          <p:cNvPr id="13" name="Text 11">
            <a:extLst>
              <a:ext uri="{FF2B5EF4-FFF2-40B4-BE49-F238E27FC236}">
                <a16:creationId xmlns:a16="http://schemas.microsoft.com/office/drawing/2014/main" id="{94A2C162-7376-E520-D2DB-4F2241DAF333}"/>
              </a:ext>
            </a:extLst>
          </p:cNvPr>
          <p:cNvSpPr/>
          <p:nvPr/>
        </p:nvSpPr>
        <p:spPr>
          <a:xfrm>
            <a:off x="3129855" y="2145953"/>
            <a:ext cx="1786830"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2 – </a:t>
            </a:r>
            <a:r>
              <a:rPr lang="en-US" sz="825" b="1" kern="0" spc="165">
                <a:solidFill>
                  <a:schemeClr val="accent4"/>
                </a:solidFill>
                <a:latin typeface="Arial Narrow" pitchFamily="34" charset="0"/>
                <a:ea typeface="Arial Narrow" pitchFamily="34" charset="-122"/>
                <a:cs typeface="Arial Narrow" pitchFamily="34" charset="-120"/>
              </a:rPr>
              <a:t>Event-Limited</a:t>
            </a:r>
            <a:endParaRPr lang="en-US" sz="825">
              <a:solidFill>
                <a:schemeClr val="accent4"/>
              </a:solidFill>
            </a:endParaRPr>
          </a:p>
        </p:txBody>
      </p:sp>
      <p:sp>
        <p:nvSpPr>
          <p:cNvPr id="14" name="Text 12">
            <a:extLst>
              <a:ext uri="{FF2B5EF4-FFF2-40B4-BE49-F238E27FC236}">
                <a16:creationId xmlns:a16="http://schemas.microsoft.com/office/drawing/2014/main" id="{979F22AA-A0DA-5898-C602-212C1F9EFD61}"/>
              </a:ext>
            </a:extLst>
          </p:cNvPr>
          <p:cNvSpPr/>
          <p:nvPr/>
        </p:nvSpPr>
        <p:spPr>
          <a:xfrm>
            <a:off x="3129855" y="2317403"/>
            <a:ext cx="406896" cy="247650"/>
          </a:xfrm>
          <a:prstGeom prst="rect">
            <a:avLst/>
          </a:prstGeom>
          <a:noFill/>
          <a:ln/>
        </p:spPr>
        <p:txBody>
          <a:bodyPr wrap="square" lIns="0" tIns="0" rIns="0" bIns="0" rtlCol="0" anchor="t">
            <a:normAutofit/>
          </a:bodyPr>
          <a:lstStyle/>
          <a:p>
            <a:pPr marL="0" indent="0" algn="l">
              <a:lnSpc>
                <a:spcPct val="110000"/>
              </a:lnSpc>
              <a:buNone/>
            </a:pPr>
            <a:r>
              <a:rPr lang="en-US" sz="1275" b="1">
                <a:solidFill>
                  <a:srgbClr val="012060"/>
                </a:solidFill>
                <a:latin typeface="Segoe UI" pitchFamily="34" charset="0"/>
                <a:ea typeface="Segoe UI" pitchFamily="34" charset="-122"/>
                <a:cs typeface="Segoe UI" pitchFamily="34" charset="-120"/>
              </a:rPr>
              <a:t>Plan</a:t>
            </a:r>
            <a:endParaRPr lang="en-US" sz="1275"/>
          </a:p>
        </p:txBody>
      </p:sp>
      <p:sp>
        <p:nvSpPr>
          <p:cNvPr id="15" name="Text 13">
            <a:extLst>
              <a:ext uri="{FF2B5EF4-FFF2-40B4-BE49-F238E27FC236}">
                <a16:creationId xmlns:a16="http://schemas.microsoft.com/office/drawing/2014/main" id="{BBFA7E58-1CCB-76B7-A000-161DC3CC6D30}"/>
              </a:ext>
            </a:extLst>
          </p:cNvPr>
          <p:cNvSpPr/>
          <p:nvPr/>
        </p:nvSpPr>
        <p:spPr>
          <a:xfrm>
            <a:off x="3129855" y="2533501"/>
            <a:ext cx="1786830" cy="153293"/>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825" b="1" kern="0" spc="124">
                <a:solidFill>
                  <a:srgbClr val="003CB9"/>
                </a:solidFill>
                <a:latin typeface="Segoe UI" pitchFamily="34" charset="0"/>
                <a:ea typeface="Segoe UI" pitchFamily="34" charset="-122"/>
                <a:cs typeface="Segoe UI" pitchFamily="34" charset="-120"/>
              </a:rPr>
              <a:t>STEPS</a:t>
            </a:r>
            <a:endParaRPr lang="en-US" sz="825"/>
          </a:p>
        </p:txBody>
      </p:sp>
      <p:sp>
        <p:nvSpPr>
          <p:cNvPr id="17" name="Shape 15">
            <a:extLst>
              <a:ext uri="{FF2B5EF4-FFF2-40B4-BE49-F238E27FC236}">
                <a16:creationId xmlns:a16="http://schemas.microsoft.com/office/drawing/2014/main" id="{34ADAEE6-9B90-EAA4-E47F-F37939607429}"/>
              </a:ext>
            </a:extLst>
          </p:cNvPr>
          <p:cNvSpPr/>
          <p:nvPr/>
        </p:nvSpPr>
        <p:spPr>
          <a:xfrm>
            <a:off x="4888111" y="2471589"/>
            <a:ext cx="228600" cy="228600"/>
          </a:xfrm>
          <a:prstGeom prst="ellipse">
            <a:avLst/>
          </a:prstGeom>
          <a:solidFill>
            <a:srgbClr val="FFFFFF"/>
          </a:solidFill>
          <a:ln w="9525">
            <a:solidFill>
              <a:srgbClr val="D5DDEE"/>
            </a:solidFill>
            <a:prstDash val="solid"/>
          </a:ln>
        </p:spPr>
        <p:txBody>
          <a:bodyPr/>
          <a:lstStyle/>
          <a:p>
            <a:endParaRPr lang="en-US"/>
          </a:p>
        </p:txBody>
      </p:sp>
      <p:sp>
        <p:nvSpPr>
          <p:cNvPr id="16" name="Text 14">
            <a:extLst>
              <a:ext uri="{FF2B5EF4-FFF2-40B4-BE49-F238E27FC236}">
                <a16:creationId xmlns:a16="http://schemas.microsoft.com/office/drawing/2014/main" id="{3272960D-214C-6CF9-2BDF-09E844108D59}"/>
              </a:ext>
            </a:extLst>
          </p:cNvPr>
          <p:cNvSpPr/>
          <p:nvPr/>
        </p:nvSpPr>
        <p:spPr>
          <a:xfrm>
            <a:off x="3129855" y="2724894"/>
            <a:ext cx="1786830" cy="1344384"/>
          </a:xfrm>
          <a:prstGeom prst="rect">
            <a:avLst/>
          </a:prstGeom>
          <a:noFill/>
          <a:ln/>
        </p:spPr>
        <p:txBody>
          <a:bodyPr wrap="square" lIns="25400" tIns="25400" rIns="25400" bIns="25400" rtlCol="0" anchor="t">
            <a:normAutofit/>
          </a:bodyPr>
          <a:lstStyle/>
          <a:p>
            <a:pPr marL="0" indent="0" algn="l">
              <a:lnSpc>
                <a:spcPct val="140000"/>
              </a:lnSpc>
              <a:buNone/>
            </a:pPr>
            <a:r>
              <a:rPr lang="en-US" sz="800">
                <a:solidFill>
                  <a:srgbClr val="555555"/>
                </a:solidFill>
                <a:latin typeface="Segoe UI" pitchFamily="34" charset="0"/>
                <a:ea typeface="Segoe UI" pitchFamily="34" charset="-122"/>
                <a:cs typeface="Segoe UI" pitchFamily="34" charset="-120"/>
              </a:rPr>
              <a:t>LLM reasons about what to check and in what order.</a:t>
            </a:r>
          </a:p>
          <a:p>
            <a:pPr marL="0" indent="0" algn="l">
              <a:lnSpc>
                <a:spcPct val="140000"/>
              </a:lnSpc>
              <a:buNone/>
            </a:pPr>
            <a:endParaRPr lang="en-US" sz="800">
              <a:solidFill>
                <a:srgbClr val="555555"/>
              </a:solidFill>
              <a:latin typeface="Segoe UI" pitchFamily="34" charset="0"/>
              <a:ea typeface="Segoe UI" pitchFamily="34" charset="-122"/>
              <a:cs typeface="Segoe UI" pitchFamily="34" charset="-120"/>
            </a:endParaRPr>
          </a:p>
          <a:p>
            <a:pPr marL="0" indent="0" algn="l">
              <a:lnSpc>
                <a:spcPct val="140000"/>
              </a:lnSpc>
              <a:buNone/>
            </a:pPr>
            <a:r>
              <a:rPr lang="en-US" sz="800" b="1">
                <a:solidFill>
                  <a:srgbClr val="555555"/>
                </a:solidFill>
                <a:latin typeface="Segoe UI" pitchFamily="34" charset="0"/>
                <a:ea typeface="Segoe UI" pitchFamily="34" charset="-122"/>
                <a:cs typeface="Segoe UI" pitchFamily="34" charset="-120"/>
              </a:rPr>
              <a:t>For this event – preprogrammed per-layer prompts representing a refined workflow</a:t>
            </a:r>
          </a:p>
          <a:p>
            <a:pPr marL="0" indent="0" algn="l">
              <a:lnSpc>
                <a:spcPct val="140000"/>
              </a:lnSpc>
              <a:buNone/>
            </a:pPr>
            <a:endParaRPr lang="en-US" sz="800"/>
          </a:p>
        </p:txBody>
      </p:sp>
      <p:sp>
        <p:nvSpPr>
          <p:cNvPr id="18" name="Text 16">
            <a:extLst>
              <a:ext uri="{FF2B5EF4-FFF2-40B4-BE49-F238E27FC236}">
                <a16:creationId xmlns:a16="http://schemas.microsoft.com/office/drawing/2014/main" id="{C284746B-BA50-5D2A-03BF-64CB46E3804F}"/>
              </a:ext>
            </a:extLst>
          </p:cNvPr>
          <p:cNvSpPr/>
          <p:nvPr/>
        </p:nvSpPr>
        <p:spPr>
          <a:xfrm>
            <a:off x="4859536" y="2481114"/>
            <a:ext cx="285750" cy="247650"/>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19" name="Shape 17">
            <a:extLst>
              <a:ext uri="{FF2B5EF4-FFF2-40B4-BE49-F238E27FC236}">
                <a16:creationId xmlns:a16="http://schemas.microsoft.com/office/drawing/2014/main" id="{38062863-9503-40D2-F2DF-1FD905B7B007}"/>
              </a:ext>
            </a:extLst>
          </p:cNvPr>
          <p:cNvSpPr/>
          <p:nvPr/>
        </p:nvSpPr>
        <p:spPr>
          <a:xfrm>
            <a:off x="5078611" y="1964978"/>
            <a:ext cx="2034629" cy="2001380"/>
          </a:xfrm>
          <a:prstGeom prst="rect">
            <a:avLst/>
          </a:prstGeom>
          <a:solidFill>
            <a:schemeClr val="bg1"/>
          </a:solidFill>
          <a:ln w="9525">
            <a:solidFill>
              <a:srgbClr val="D5DDEE"/>
            </a:solidFill>
            <a:prstDash val="solid"/>
          </a:ln>
        </p:spPr>
        <p:txBody>
          <a:bodyPr/>
          <a:lstStyle/>
          <a:p>
            <a:endParaRPr lang="en-US"/>
          </a:p>
        </p:txBody>
      </p:sp>
      <p:sp>
        <p:nvSpPr>
          <p:cNvPr id="20" name="Text 18">
            <a:extLst>
              <a:ext uri="{FF2B5EF4-FFF2-40B4-BE49-F238E27FC236}">
                <a16:creationId xmlns:a16="http://schemas.microsoft.com/office/drawing/2014/main" id="{74FE2987-90E1-36D4-7855-F07889D17495}"/>
              </a:ext>
            </a:extLst>
          </p:cNvPr>
          <p:cNvSpPr/>
          <p:nvPr/>
        </p:nvSpPr>
        <p:spPr>
          <a:xfrm>
            <a:off x="5240536" y="2145953"/>
            <a:ext cx="1786979" cy="152400"/>
          </a:xfrm>
          <a:prstGeom prst="rect">
            <a:avLst/>
          </a:prstGeom>
          <a:noFill/>
          <a:ln/>
        </p:spPr>
        <p:txBody>
          <a:bodyPr wrap="square" lIns="25400" tIns="25400" rIns="25400" bIns="25400" rtlCol="0" anchor="t">
            <a:normAutofit fontScale="92500" lnSpcReduction="20000"/>
          </a:bodyPr>
          <a:lstStyle/>
          <a:p>
            <a:r>
              <a:rPr lang="en-US" sz="825" b="1" kern="0" spc="165">
                <a:solidFill>
                  <a:schemeClr val="accent2"/>
                </a:solidFill>
                <a:latin typeface="Arial Narrow" pitchFamily="34" charset="0"/>
                <a:ea typeface="Arial Narrow" pitchFamily="34" charset="-122"/>
                <a:cs typeface="Arial Narrow" pitchFamily="34" charset="-120"/>
              </a:rPr>
              <a:t>STEP 3 </a:t>
            </a:r>
            <a:r>
              <a:rPr lang="en-US" sz="825" b="1" kern="0" spc="165">
                <a:solidFill>
                  <a:srgbClr val="15A3EB"/>
                </a:solidFill>
                <a:latin typeface="Arial Narrow" pitchFamily="34" charset="0"/>
                <a:ea typeface="Arial Narrow" pitchFamily="34" charset="-122"/>
                <a:cs typeface="Arial Narrow" pitchFamily="34" charset="-120"/>
              </a:rPr>
              <a:t>– </a:t>
            </a:r>
            <a:r>
              <a:rPr lang="en-US" sz="825" b="1" kern="0" spc="165">
                <a:solidFill>
                  <a:schemeClr val="accent4"/>
                </a:solidFill>
                <a:latin typeface="Arial Narrow" pitchFamily="34" charset="0"/>
                <a:ea typeface="Arial Narrow" pitchFamily="34" charset="-122"/>
                <a:cs typeface="Arial Narrow" pitchFamily="34" charset="-120"/>
              </a:rPr>
              <a:t>Event-Limited</a:t>
            </a:r>
            <a:endParaRPr lang="en-US" sz="825">
              <a:solidFill>
                <a:schemeClr val="accent2"/>
              </a:solidFill>
            </a:endParaRPr>
          </a:p>
        </p:txBody>
      </p:sp>
      <p:sp>
        <p:nvSpPr>
          <p:cNvPr id="21" name="Text 19">
            <a:extLst>
              <a:ext uri="{FF2B5EF4-FFF2-40B4-BE49-F238E27FC236}">
                <a16:creationId xmlns:a16="http://schemas.microsoft.com/office/drawing/2014/main" id="{BD644A0D-7CB8-4C6F-F759-CDC86F5C1047}"/>
              </a:ext>
            </a:extLst>
          </p:cNvPr>
          <p:cNvSpPr/>
          <p:nvPr/>
        </p:nvSpPr>
        <p:spPr>
          <a:xfrm>
            <a:off x="5240536" y="2317403"/>
            <a:ext cx="356443" cy="247650"/>
          </a:xfrm>
          <a:prstGeom prst="rect">
            <a:avLst/>
          </a:prstGeom>
          <a:noFill/>
          <a:ln/>
        </p:spPr>
        <p:txBody>
          <a:bodyPr wrap="square" lIns="0" tIns="0" rIns="0" bIns="0" rtlCol="0" anchor="t">
            <a:normAutofit/>
          </a:bodyPr>
          <a:lstStyle/>
          <a:p>
            <a:pPr marL="0" indent="0" algn="l">
              <a:lnSpc>
                <a:spcPct val="110000"/>
              </a:lnSpc>
              <a:buNone/>
            </a:pPr>
            <a:r>
              <a:rPr lang="en-US" sz="1275" b="1">
                <a:latin typeface="Segoe UI" pitchFamily="34" charset="0"/>
                <a:ea typeface="Segoe UI" pitchFamily="34" charset="-122"/>
                <a:cs typeface="Segoe UI" pitchFamily="34" charset="-120"/>
              </a:rPr>
              <a:t>Call</a:t>
            </a:r>
            <a:endParaRPr lang="en-US" sz="1275"/>
          </a:p>
        </p:txBody>
      </p:sp>
      <p:sp>
        <p:nvSpPr>
          <p:cNvPr id="22" name="Text 20">
            <a:extLst>
              <a:ext uri="{FF2B5EF4-FFF2-40B4-BE49-F238E27FC236}">
                <a16:creationId xmlns:a16="http://schemas.microsoft.com/office/drawing/2014/main" id="{0FBA13D5-C25C-21AE-0562-496C906BD26C}"/>
              </a:ext>
            </a:extLst>
          </p:cNvPr>
          <p:cNvSpPr/>
          <p:nvPr/>
        </p:nvSpPr>
        <p:spPr>
          <a:xfrm>
            <a:off x="5240536" y="2533501"/>
            <a:ext cx="1786979" cy="153293"/>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825" b="1" kern="0" spc="124">
                <a:solidFill>
                  <a:schemeClr val="accent1"/>
                </a:solidFill>
                <a:latin typeface="Segoe UI" pitchFamily="34" charset="0"/>
                <a:ea typeface="Segoe UI" pitchFamily="34" charset="-122"/>
                <a:cs typeface="Segoe UI" pitchFamily="34" charset="-120"/>
              </a:rPr>
              <a:t>TOOLS</a:t>
            </a:r>
            <a:endParaRPr lang="en-US" sz="825">
              <a:solidFill>
                <a:schemeClr val="accent1"/>
              </a:solidFill>
            </a:endParaRPr>
          </a:p>
        </p:txBody>
      </p:sp>
      <p:sp>
        <p:nvSpPr>
          <p:cNvPr id="23" name="Text 21">
            <a:extLst>
              <a:ext uri="{FF2B5EF4-FFF2-40B4-BE49-F238E27FC236}">
                <a16:creationId xmlns:a16="http://schemas.microsoft.com/office/drawing/2014/main" id="{0B79D574-3A04-3242-91D1-6284EF683832}"/>
              </a:ext>
            </a:extLst>
          </p:cNvPr>
          <p:cNvSpPr/>
          <p:nvPr/>
        </p:nvSpPr>
        <p:spPr>
          <a:xfrm>
            <a:off x="5240536" y="2724894"/>
            <a:ext cx="1786979" cy="1166254"/>
          </a:xfrm>
          <a:prstGeom prst="rect">
            <a:avLst/>
          </a:prstGeom>
          <a:noFill/>
          <a:ln/>
        </p:spPr>
        <p:txBody>
          <a:bodyPr wrap="square" lIns="25400" tIns="25400" rIns="25400" bIns="25400" rtlCol="0" anchor="t">
            <a:normAutofit/>
          </a:bodyPr>
          <a:lstStyle/>
          <a:p>
            <a:pPr marL="0" indent="0" algn="l">
              <a:lnSpc>
                <a:spcPct val="140000"/>
              </a:lnSpc>
              <a:buNone/>
            </a:pPr>
            <a:r>
              <a:rPr lang="en-US" sz="800">
                <a:solidFill>
                  <a:srgbClr val="555555"/>
                </a:solidFill>
                <a:latin typeface="Segoe UI" pitchFamily="34" charset="0"/>
                <a:ea typeface="Segoe UI" pitchFamily="34" charset="-122"/>
                <a:cs typeface="Segoe UI" pitchFamily="34" charset="-120"/>
              </a:rPr>
              <a:t>RAG, database, vision, APIs — whatever the step needs.</a:t>
            </a:r>
          </a:p>
          <a:p>
            <a:pPr marL="0" indent="0" algn="l">
              <a:lnSpc>
                <a:spcPct val="140000"/>
              </a:lnSpc>
              <a:buNone/>
            </a:pPr>
            <a:endParaRPr lang="en-US" sz="800">
              <a:solidFill>
                <a:srgbClr val="555555"/>
              </a:solidFill>
              <a:latin typeface="Segoe UI" pitchFamily="34" charset="0"/>
              <a:cs typeface="Segoe UI" pitchFamily="34" charset="-120"/>
            </a:endParaRPr>
          </a:p>
          <a:p>
            <a:pPr>
              <a:lnSpc>
                <a:spcPct val="140000"/>
              </a:lnSpc>
            </a:pPr>
            <a:r>
              <a:rPr lang="en-US" sz="800" b="1">
                <a:solidFill>
                  <a:srgbClr val="555555"/>
                </a:solidFill>
                <a:latin typeface="Segoe UI" pitchFamily="34" charset="0"/>
                <a:ea typeface="Segoe UI" pitchFamily="34" charset="-122"/>
                <a:cs typeface="Segoe UI" pitchFamily="34" charset="-120"/>
              </a:rPr>
              <a:t>For this event – restricted to inputs + local copy of database, no web search for clarifications</a:t>
            </a:r>
          </a:p>
          <a:p>
            <a:pPr marL="0" indent="0" algn="l">
              <a:lnSpc>
                <a:spcPct val="140000"/>
              </a:lnSpc>
              <a:buNone/>
            </a:pPr>
            <a:endParaRPr lang="en-US" sz="800">
              <a:solidFill>
                <a:srgbClr val="555555"/>
              </a:solidFill>
            </a:endParaRPr>
          </a:p>
        </p:txBody>
      </p:sp>
      <p:sp>
        <p:nvSpPr>
          <p:cNvPr id="24" name="Shape 22">
            <a:extLst>
              <a:ext uri="{FF2B5EF4-FFF2-40B4-BE49-F238E27FC236}">
                <a16:creationId xmlns:a16="http://schemas.microsoft.com/office/drawing/2014/main" id="{8A9E57FC-9D0F-3D6D-0A35-7672E95518B5}"/>
              </a:ext>
            </a:extLst>
          </p:cNvPr>
          <p:cNvSpPr/>
          <p:nvPr/>
        </p:nvSpPr>
        <p:spPr>
          <a:xfrm>
            <a:off x="6998940" y="2471589"/>
            <a:ext cx="228600" cy="228600"/>
          </a:xfrm>
          <a:prstGeom prst="ellipse">
            <a:avLst/>
          </a:prstGeom>
          <a:solidFill>
            <a:srgbClr val="FFFFFF"/>
          </a:solidFill>
          <a:ln w="9525">
            <a:solidFill>
              <a:srgbClr val="D5DDEE"/>
            </a:solidFill>
            <a:prstDash val="solid"/>
          </a:ln>
        </p:spPr>
        <p:txBody>
          <a:bodyPr/>
          <a:lstStyle/>
          <a:p>
            <a:endParaRPr lang="en-US"/>
          </a:p>
        </p:txBody>
      </p:sp>
      <p:sp>
        <p:nvSpPr>
          <p:cNvPr id="25" name="Text 23">
            <a:extLst>
              <a:ext uri="{FF2B5EF4-FFF2-40B4-BE49-F238E27FC236}">
                <a16:creationId xmlns:a16="http://schemas.microsoft.com/office/drawing/2014/main" id="{61CD3B3F-5C40-8893-9E1B-CAD7A6FA7061}"/>
              </a:ext>
            </a:extLst>
          </p:cNvPr>
          <p:cNvSpPr/>
          <p:nvPr/>
        </p:nvSpPr>
        <p:spPr>
          <a:xfrm>
            <a:off x="6970365" y="2481114"/>
            <a:ext cx="285750" cy="247650"/>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26" name="Shape 24">
            <a:extLst>
              <a:ext uri="{FF2B5EF4-FFF2-40B4-BE49-F238E27FC236}">
                <a16:creationId xmlns:a16="http://schemas.microsoft.com/office/drawing/2014/main" id="{911588A1-4F49-E157-0D54-755AEB168749}"/>
              </a:ext>
            </a:extLst>
          </p:cNvPr>
          <p:cNvSpPr/>
          <p:nvPr/>
        </p:nvSpPr>
        <p:spPr>
          <a:xfrm>
            <a:off x="7189440" y="1964978"/>
            <a:ext cx="2034480" cy="1241822"/>
          </a:xfrm>
          <a:prstGeom prst="rect">
            <a:avLst/>
          </a:prstGeom>
          <a:solidFill>
            <a:srgbClr val="FFFFFF"/>
          </a:solidFill>
          <a:ln w="9525">
            <a:solidFill>
              <a:srgbClr val="D5DDEE"/>
            </a:solidFill>
            <a:prstDash val="solid"/>
          </a:ln>
        </p:spPr>
        <p:txBody>
          <a:bodyPr/>
          <a:lstStyle/>
          <a:p>
            <a:endParaRPr lang="en-US"/>
          </a:p>
        </p:txBody>
      </p:sp>
      <p:sp>
        <p:nvSpPr>
          <p:cNvPr id="27" name="Text 25">
            <a:extLst>
              <a:ext uri="{FF2B5EF4-FFF2-40B4-BE49-F238E27FC236}">
                <a16:creationId xmlns:a16="http://schemas.microsoft.com/office/drawing/2014/main" id="{ED560DB4-933F-1218-FF33-E1D3F4EBA2BD}"/>
              </a:ext>
            </a:extLst>
          </p:cNvPr>
          <p:cNvSpPr/>
          <p:nvPr/>
        </p:nvSpPr>
        <p:spPr>
          <a:xfrm>
            <a:off x="7351365" y="2145953"/>
            <a:ext cx="1786830"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65">
                <a:solidFill>
                  <a:srgbClr val="15A3EB"/>
                </a:solidFill>
                <a:latin typeface="Arial Narrow" pitchFamily="34" charset="0"/>
                <a:ea typeface="Arial Narrow" pitchFamily="34" charset="-122"/>
                <a:cs typeface="Arial Narrow" pitchFamily="34" charset="-120"/>
              </a:rPr>
              <a:t>STEP 4 - </a:t>
            </a:r>
            <a:r>
              <a:rPr lang="en-US" sz="825" b="1" kern="0" spc="165">
                <a:solidFill>
                  <a:srgbClr val="00B050"/>
                </a:solidFill>
                <a:latin typeface="Arial Narrow" pitchFamily="34" charset="0"/>
                <a:ea typeface="Arial Narrow" pitchFamily="34" charset="-122"/>
                <a:cs typeface="Arial Narrow" pitchFamily="34" charset="-120"/>
              </a:rPr>
              <a:t>Full Featured</a:t>
            </a:r>
            <a:endParaRPr lang="en-US" sz="825">
              <a:solidFill>
                <a:srgbClr val="00B050"/>
              </a:solidFill>
            </a:endParaRPr>
          </a:p>
        </p:txBody>
      </p:sp>
      <p:sp>
        <p:nvSpPr>
          <p:cNvPr id="28" name="Text 26">
            <a:extLst>
              <a:ext uri="{FF2B5EF4-FFF2-40B4-BE49-F238E27FC236}">
                <a16:creationId xmlns:a16="http://schemas.microsoft.com/office/drawing/2014/main" id="{5B8B128C-E8C3-1AAE-F9EB-3F6D60E10D44}"/>
              </a:ext>
            </a:extLst>
          </p:cNvPr>
          <p:cNvSpPr/>
          <p:nvPr/>
        </p:nvSpPr>
        <p:spPr>
          <a:xfrm>
            <a:off x="7351365" y="2317403"/>
            <a:ext cx="616000" cy="247650"/>
          </a:xfrm>
          <a:prstGeom prst="rect">
            <a:avLst/>
          </a:prstGeom>
          <a:noFill/>
          <a:ln/>
        </p:spPr>
        <p:txBody>
          <a:bodyPr wrap="square" lIns="0" tIns="0" rIns="0" bIns="0" rtlCol="0" anchor="t">
            <a:normAutofit/>
          </a:bodyPr>
          <a:lstStyle/>
          <a:p>
            <a:pPr marL="0" indent="0" algn="l">
              <a:lnSpc>
                <a:spcPct val="110000"/>
              </a:lnSpc>
              <a:buNone/>
            </a:pPr>
            <a:r>
              <a:rPr lang="en-US" sz="1275" b="1">
                <a:solidFill>
                  <a:srgbClr val="012060"/>
                </a:solidFill>
                <a:latin typeface="Segoe UI" pitchFamily="34" charset="0"/>
                <a:ea typeface="Segoe UI" pitchFamily="34" charset="-122"/>
                <a:cs typeface="Segoe UI" pitchFamily="34" charset="-120"/>
              </a:rPr>
              <a:t>Review</a:t>
            </a:r>
            <a:endParaRPr lang="en-US" sz="1275"/>
          </a:p>
        </p:txBody>
      </p:sp>
      <p:sp>
        <p:nvSpPr>
          <p:cNvPr id="29" name="Text 27">
            <a:extLst>
              <a:ext uri="{FF2B5EF4-FFF2-40B4-BE49-F238E27FC236}">
                <a16:creationId xmlns:a16="http://schemas.microsoft.com/office/drawing/2014/main" id="{DB775BE3-9F3D-4BF9-15A1-D6E215D58E72}"/>
              </a:ext>
            </a:extLst>
          </p:cNvPr>
          <p:cNvSpPr/>
          <p:nvPr/>
        </p:nvSpPr>
        <p:spPr>
          <a:xfrm>
            <a:off x="7351365" y="2533501"/>
            <a:ext cx="1786830" cy="153293"/>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825" b="1" kern="0" spc="124">
                <a:solidFill>
                  <a:srgbClr val="003CB9"/>
                </a:solidFill>
                <a:latin typeface="Segoe UI" pitchFamily="34" charset="0"/>
                <a:ea typeface="Segoe UI" pitchFamily="34" charset="-122"/>
                <a:cs typeface="Segoe UI" pitchFamily="34" charset="-120"/>
              </a:rPr>
              <a:t>OUTPUT</a:t>
            </a:r>
            <a:endParaRPr lang="en-US" sz="825"/>
          </a:p>
        </p:txBody>
      </p:sp>
      <p:sp>
        <p:nvSpPr>
          <p:cNvPr id="30" name="Text 28">
            <a:extLst>
              <a:ext uri="{FF2B5EF4-FFF2-40B4-BE49-F238E27FC236}">
                <a16:creationId xmlns:a16="http://schemas.microsoft.com/office/drawing/2014/main" id="{03AE9AA9-D5B0-5389-ED70-FC6531B55027}"/>
              </a:ext>
            </a:extLst>
          </p:cNvPr>
          <p:cNvSpPr/>
          <p:nvPr/>
        </p:nvSpPr>
        <p:spPr>
          <a:xfrm>
            <a:off x="7351365" y="2724894"/>
            <a:ext cx="1786830"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a:solidFill>
                  <a:srgbClr val="555555"/>
                </a:solidFill>
                <a:latin typeface="Segoe UI" pitchFamily="34" charset="0"/>
                <a:ea typeface="Segoe UI" pitchFamily="34" charset="-122"/>
                <a:cs typeface="Segoe UI" pitchFamily="34" charset="-120"/>
              </a:rPr>
              <a:t>Compare results against the instructions and guardrails.</a:t>
            </a:r>
            <a:endParaRPr lang="en-US" sz="900"/>
          </a:p>
        </p:txBody>
      </p:sp>
      <p:sp>
        <p:nvSpPr>
          <p:cNvPr id="31" name="Shape 29">
            <a:extLst>
              <a:ext uri="{FF2B5EF4-FFF2-40B4-BE49-F238E27FC236}">
                <a16:creationId xmlns:a16="http://schemas.microsoft.com/office/drawing/2014/main" id="{F747510B-9CBA-D122-D954-BC8E2E8C54AA}"/>
              </a:ext>
            </a:extLst>
          </p:cNvPr>
          <p:cNvSpPr/>
          <p:nvPr/>
        </p:nvSpPr>
        <p:spPr>
          <a:xfrm>
            <a:off x="9109621" y="2471589"/>
            <a:ext cx="228600" cy="228600"/>
          </a:xfrm>
          <a:prstGeom prst="ellipse">
            <a:avLst/>
          </a:prstGeom>
          <a:solidFill>
            <a:srgbClr val="FFFFFF"/>
          </a:solidFill>
          <a:ln w="9525">
            <a:solidFill>
              <a:srgbClr val="D5DDEE"/>
            </a:solidFill>
            <a:prstDash val="solid"/>
          </a:ln>
        </p:spPr>
        <p:txBody>
          <a:bodyPr/>
          <a:lstStyle/>
          <a:p>
            <a:endParaRPr lang="en-US"/>
          </a:p>
        </p:txBody>
      </p:sp>
      <p:sp>
        <p:nvSpPr>
          <p:cNvPr id="32" name="Text 30">
            <a:extLst>
              <a:ext uri="{FF2B5EF4-FFF2-40B4-BE49-F238E27FC236}">
                <a16:creationId xmlns:a16="http://schemas.microsoft.com/office/drawing/2014/main" id="{84BF5B88-3F9A-C217-C7D2-A4FDB505D9E0}"/>
              </a:ext>
            </a:extLst>
          </p:cNvPr>
          <p:cNvSpPr/>
          <p:nvPr/>
        </p:nvSpPr>
        <p:spPr>
          <a:xfrm>
            <a:off x="9081046" y="2481114"/>
            <a:ext cx="285750" cy="247650"/>
          </a:xfrm>
          <a:prstGeom prst="rect">
            <a:avLst/>
          </a:prstGeom>
          <a:noFill/>
          <a:ln/>
        </p:spPr>
        <p:txBody>
          <a:bodyPr wrap="square" lIns="25400" tIns="25400" rIns="25400" bIns="25400" rtlCol="0" anchor="ctr">
            <a:normAutofit/>
          </a:bodyPr>
          <a:lstStyle/>
          <a:p>
            <a:pPr marL="0" indent="0" algn="ctr">
              <a:buNone/>
            </a:pPr>
            <a:r>
              <a:rPr lang="en-US" sz="975" b="1">
                <a:solidFill>
                  <a:srgbClr val="003CB9"/>
                </a:solidFill>
                <a:latin typeface="Segoe UI" pitchFamily="34" charset="0"/>
                <a:ea typeface="Segoe UI" pitchFamily="34" charset="-122"/>
                <a:cs typeface="Segoe UI" pitchFamily="34" charset="-120"/>
              </a:rPr>
              <a:t>→</a:t>
            </a:r>
            <a:endParaRPr lang="en-US" sz="975"/>
          </a:p>
        </p:txBody>
      </p:sp>
      <p:sp>
        <p:nvSpPr>
          <p:cNvPr id="33" name="Shape 31">
            <a:extLst>
              <a:ext uri="{FF2B5EF4-FFF2-40B4-BE49-F238E27FC236}">
                <a16:creationId xmlns:a16="http://schemas.microsoft.com/office/drawing/2014/main" id="{27C57A29-D9BB-AD19-4744-37F57C2FE9CA}"/>
              </a:ext>
            </a:extLst>
          </p:cNvPr>
          <p:cNvSpPr/>
          <p:nvPr/>
        </p:nvSpPr>
        <p:spPr>
          <a:xfrm>
            <a:off x="9300121" y="1964978"/>
            <a:ext cx="2034629" cy="1241822"/>
          </a:xfrm>
          <a:prstGeom prst="rect">
            <a:avLst/>
          </a:prstGeom>
          <a:solidFill>
            <a:srgbClr val="FFFFFF"/>
          </a:solidFill>
          <a:ln w="9525">
            <a:solidFill>
              <a:srgbClr val="D5DDEE"/>
            </a:solidFill>
            <a:prstDash val="solid"/>
          </a:ln>
        </p:spPr>
        <p:txBody>
          <a:bodyPr/>
          <a:lstStyle/>
          <a:p>
            <a:endParaRPr lang="en-US"/>
          </a:p>
        </p:txBody>
      </p:sp>
      <p:sp>
        <p:nvSpPr>
          <p:cNvPr id="34" name="Text 32">
            <a:extLst>
              <a:ext uri="{FF2B5EF4-FFF2-40B4-BE49-F238E27FC236}">
                <a16:creationId xmlns:a16="http://schemas.microsoft.com/office/drawing/2014/main" id="{4C160EDE-36DF-9A12-57BE-CEEA95E62AD3}"/>
              </a:ext>
            </a:extLst>
          </p:cNvPr>
          <p:cNvSpPr/>
          <p:nvPr/>
        </p:nvSpPr>
        <p:spPr>
          <a:xfrm>
            <a:off x="9462046" y="2145953"/>
            <a:ext cx="1786979" cy="152400"/>
          </a:xfrm>
          <a:prstGeom prst="rect">
            <a:avLst/>
          </a:prstGeom>
          <a:noFill/>
          <a:ln/>
        </p:spPr>
        <p:txBody>
          <a:bodyPr wrap="square" lIns="25400" tIns="25400" rIns="25400" bIns="25400" rtlCol="0" anchor="t">
            <a:normAutofit fontScale="92500" lnSpcReduction="20000"/>
          </a:bodyPr>
          <a:lstStyle/>
          <a:p>
            <a:r>
              <a:rPr lang="en-US" sz="825" b="1" kern="0" spc="165">
                <a:solidFill>
                  <a:srgbClr val="15A3EB"/>
                </a:solidFill>
                <a:latin typeface="Arial Narrow" pitchFamily="34" charset="0"/>
                <a:ea typeface="Arial Narrow" pitchFamily="34" charset="-122"/>
                <a:cs typeface="Arial Narrow" pitchFamily="34" charset="-120"/>
              </a:rPr>
              <a:t>STEP 5 - </a:t>
            </a:r>
            <a:r>
              <a:rPr lang="en-US" sz="825" b="1" kern="0" spc="165">
                <a:solidFill>
                  <a:srgbClr val="00B050"/>
                </a:solidFill>
                <a:latin typeface="Arial Narrow" pitchFamily="34" charset="0"/>
                <a:ea typeface="Arial Narrow" pitchFamily="34" charset="-122"/>
                <a:cs typeface="Arial Narrow" pitchFamily="34" charset="-120"/>
              </a:rPr>
              <a:t>Full Featured</a:t>
            </a:r>
            <a:endParaRPr lang="en-US" sz="825"/>
          </a:p>
        </p:txBody>
      </p:sp>
      <p:sp>
        <p:nvSpPr>
          <p:cNvPr id="35" name="Text 33">
            <a:extLst>
              <a:ext uri="{FF2B5EF4-FFF2-40B4-BE49-F238E27FC236}">
                <a16:creationId xmlns:a16="http://schemas.microsoft.com/office/drawing/2014/main" id="{F6D30F2B-294F-1AD4-B9A2-97654A283042}"/>
              </a:ext>
            </a:extLst>
          </p:cNvPr>
          <p:cNvSpPr/>
          <p:nvPr/>
        </p:nvSpPr>
        <p:spPr>
          <a:xfrm>
            <a:off x="9462046" y="2317403"/>
            <a:ext cx="589359" cy="247650"/>
          </a:xfrm>
          <a:prstGeom prst="rect">
            <a:avLst/>
          </a:prstGeom>
          <a:noFill/>
          <a:ln/>
        </p:spPr>
        <p:txBody>
          <a:bodyPr wrap="square" lIns="0" tIns="0" rIns="0" bIns="0" rtlCol="0" anchor="t">
            <a:normAutofit/>
          </a:bodyPr>
          <a:lstStyle/>
          <a:p>
            <a:pPr marL="0" indent="0" algn="l">
              <a:lnSpc>
                <a:spcPct val="110000"/>
              </a:lnSpc>
              <a:buNone/>
            </a:pPr>
            <a:r>
              <a:rPr lang="en-US" sz="1275" b="1">
                <a:solidFill>
                  <a:srgbClr val="012060"/>
                </a:solidFill>
                <a:latin typeface="Segoe UI" pitchFamily="34" charset="0"/>
                <a:ea typeface="Segoe UI" pitchFamily="34" charset="-122"/>
                <a:cs typeface="Segoe UI" pitchFamily="34" charset="-120"/>
              </a:rPr>
              <a:t>Return</a:t>
            </a:r>
            <a:endParaRPr lang="en-US" sz="1275"/>
          </a:p>
        </p:txBody>
      </p:sp>
      <p:sp>
        <p:nvSpPr>
          <p:cNvPr id="36" name="Text 34">
            <a:extLst>
              <a:ext uri="{FF2B5EF4-FFF2-40B4-BE49-F238E27FC236}">
                <a16:creationId xmlns:a16="http://schemas.microsoft.com/office/drawing/2014/main" id="{D11B0D5B-DC1C-8C40-250D-43A37DF5C9CC}"/>
              </a:ext>
            </a:extLst>
          </p:cNvPr>
          <p:cNvSpPr/>
          <p:nvPr/>
        </p:nvSpPr>
        <p:spPr>
          <a:xfrm>
            <a:off x="9462046" y="2533501"/>
            <a:ext cx="1786979" cy="153293"/>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825" b="1" kern="0" spc="124">
                <a:solidFill>
                  <a:srgbClr val="003CB9"/>
                </a:solidFill>
                <a:latin typeface="Segoe UI" pitchFamily="34" charset="0"/>
                <a:ea typeface="Segoe UI" pitchFamily="34" charset="-122"/>
                <a:cs typeface="Segoe UI" pitchFamily="34" charset="-120"/>
              </a:rPr>
              <a:t>RESULT</a:t>
            </a:r>
            <a:endParaRPr lang="en-US" sz="825"/>
          </a:p>
        </p:txBody>
      </p:sp>
      <p:sp>
        <p:nvSpPr>
          <p:cNvPr id="37" name="Text 35">
            <a:extLst>
              <a:ext uri="{FF2B5EF4-FFF2-40B4-BE49-F238E27FC236}">
                <a16:creationId xmlns:a16="http://schemas.microsoft.com/office/drawing/2014/main" id="{27E80AC1-6AC6-BB91-8AA9-0861BBD1EDC4}"/>
              </a:ext>
            </a:extLst>
          </p:cNvPr>
          <p:cNvSpPr/>
          <p:nvPr/>
        </p:nvSpPr>
        <p:spPr>
          <a:xfrm>
            <a:off x="9462046" y="2724894"/>
            <a:ext cx="1786979"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a:solidFill>
                  <a:srgbClr val="555555"/>
                </a:solidFill>
                <a:latin typeface="Segoe UI" pitchFamily="34" charset="0"/>
                <a:ea typeface="Segoe UI" pitchFamily="34" charset="-122"/>
                <a:cs typeface="Segoe UI" pitchFamily="34" charset="-120"/>
              </a:rPr>
              <a:t>Structured JSON, feedback to user, </a:t>
            </a:r>
            <a:r>
              <a:rPr lang="en-US" sz="900" b="1">
                <a:solidFill>
                  <a:srgbClr val="555555"/>
                </a:solidFill>
                <a:latin typeface="Segoe UI" pitchFamily="34" charset="0"/>
                <a:ea typeface="Segoe UI" pitchFamily="34" charset="-122"/>
                <a:cs typeface="Segoe UI" pitchFamily="34" charset="-120"/>
              </a:rPr>
              <a:t>OR approve and send on to production</a:t>
            </a:r>
            <a:endParaRPr lang="en-US" sz="900" b="1"/>
          </a:p>
        </p:txBody>
      </p:sp>
      <p:pic>
        <p:nvPicPr>
          <p:cNvPr id="39" name="Picture 2">
            <a:extLst>
              <a:ext uri="{FF2B5EF4-FFF2-40B4-BE49-F238E27FC236}">
                <a16:creationId xmlns:a16="http://schemas.microsoft.com/office/drawing/2014/main" id="{C4FAB3EA-3560-D6D9-86C3-75918878B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3259187"/>
            <a:ext cx="1638923" cy="3553291"/>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14A1A2B5-7340-D132-7F82-900D11E3DB49}"/>
              </a:ext>
            </a:extLst>
          </p:cNvPr>
          <p:cNvPicPr>
            <a:picLocks noChangeAspect="1"/>
          </p:cNvPicPr>
          <p:nvPr/>
        </p:nvPicPr>
        <p:blipFill>
          <a:blip r:embed="rId4"/>
          <a:stretch>
            <a:fillRect/>
          </a:stretch>
        </p:blipFill>
        <p:spPr>
          <a:xfrm>
            <a:off x="2967929" y="4093983"/>
            <a:ext cx="3307110" cy="2342443"/>
          </a:xfrm>
          <a:prstGeom prst="rect">
            <a:avLst/>
          </a:prstGeom>
          <a:ln>
            <a:solidFill>
              <a:schemeClr val="accent1"/>
            </a:solidFill>
          </a:ln>
        </p:spPr>
      </p:pic>
      <p:pic>
        <p:nvPicPr>
          <p:cNvPr id="45" name="Picture 4">
            <a:extLst>
              <a:ext uri="{FF2B5EF4-FFF2-40B4-BE49-F238E27FC236}">
                <a16:creationId xmlns:a16="http://schemas.microsoft.com/office/drawing/2014/main" id="{28FF91C2-7537-47D8-2FC2-92AB87CF1E6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3463"/>
          <a:stretch>
            <a:fillRect/>
          </a:stretch>
        </p:blipFill>
        <p:spPr bwMode="auto">
          <a:xfrm>
            <a:off x="9528884" y="3327734"/>
            <a:ext cx="1607349" cy="2974105"/>
          </a:xfrm>
          <a:prstGeom prst="rect">
            <a:avLst/>
          </a:prstGeom>
          <a:noFill/>
          <a:ln>
            <a:solidFill>
              <a:schemeClr val="accent1"/>
            </a:solid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1C56ECB8-D9F5-F866-01DC-A4D2B3186F11}"/>
              </a:ext>
            </a:extLst>
          </p:cNvPr>
          <p:cNvPicPr>
            <a:picLocks noChangeAspect="1"/>
          </p:cNvPicPr>
          <p:nvPr/>
        </p:nvPicPr>
        <p:blipFill>
          <a:blip r:embed="rId6"/>
          <a:srcRect b="15386"/>
          <a:stretch>
            <a:fillRect/>
          </a:stretch>
        </p:blipFill>
        <p:spPr>
          <a:xfrm>
            <a:off x="7262827" y="3308021"/>
            <a:ext cx="1986856" cy="3274867"/>
          </a:xfrm>
          <a:prstGeom prst="rect">
            <a:avLst/>
          </a:prstGeom>
          <a:ln>
            <a:solidFill>
              <a:schemeClr val="accent1"/>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86160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66775" y="966788"/>
            <a:ext cx="10791825" cy="478036"/>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a:solidFill>
                  <a:srgbClr val="012060"/>
                </a:solidFill>
                <a:latin typeface="Segoe UI Light" pitchFamily="34" charset="0"/>
                <a:ea typeface="Segoe UI Light" pitchFamily="34" charset="-122"/>
                <a:cs typeface="Segoe UI Light" pitchFamily="34" charset="-120"/>
              </a:rPr>
              <a:t>Three </a:t>
            </a:r>
            <a:r>
              <a:rPr lang="en-US" sz="3300" b="1">
                <a:solidFill>
                  <a:srgbClr val="012060"/>
                </a:solidFill>
                <a:latin typeface="Segoe UI Light" pitchFamily="34" charset="0"/>
                <a:ea typeface="Segoe UI Light" pitchFamily="34" charset="-122"/>
                <a:cs typeface="Segoe UI Light" pitchFamily="34" charset="-120"/>
              </a:rPr>
              <a:t>layers </a:t>
            </a:r>
            <a:r>
              <a:rPr lang="en-US" sz="3300">
                <a:solidFill>
                  <a:srgbClr val="012060"/>
                </a:solidFill>
                <a:latin typeface="Segoe UI Light" pitchFamily="34" charset="0"/>
                <a:ea typeface="Segoe UI Light" pitchFamily="34" charset="-122"/>
                <a:cs typeface="Segoe UI Light" pitchFamily="34" charset="-120"/>
              </a:rPr>
              <a:t>of QC agent capability</a:t>
            </a:r>
            <a:endParaRPr lang="en-US" sz="3300"/>
          </a:p>
        </p:txBody>
      </p:sp>
      <p:sp>
        <p:nvSpPr>
          <p:cNvPr id="4" name="Text 2"/>
          <p:cNvSpPr/>
          <p:nvPr/>
        </p:nvSpPr>
        <p:spPr>
          <a:xfrm>
            <a:off x="857250" y="1459111"/>
            <a:ext cx="10791825" cy="219075"/>
          </a:xfrm>
          <a:prstGeom prst="rect">
            <a:avLst/>
          </a:prstGeom>
          <a:noFill/>
          <a:ln/>
        </p:spPr>
        <p:txBody>
          <a:bodyPr wrap="square" lIns="25400" tIns="25400" rIns="25400" bIns="25400" rtlCol="0" anchor="t">
            <a:normAutofit/>
          </a:bodyPr>
          <a:lstStyle/>
          <a:p>
            <a:pPr marL="0" indent="0" algn="l">
              <a:buNone/>
            </a:pPr>
            <a:r>
              <a:rPr lang="en-US" sz="1050">
                <a:solidFill>
                  <a:srgbClr val="555555"/>
                </a:solidFill>
                <a:latin typeface="Segoe UI" pitchFamily="34" charset="0"/>
                <a:ea typeface="Segoe UI" pitchFamily="34" charset="-122"/>
                <a:cs typeface="Segoe UI" pitchFamily="34" charset="-120"/>
              </a:rPr>
              <a:t>You’ll switch between these layers in today’s activity — start simple, add capability only when you need it.</a:t>
            </a:r>
            <a:endParaRPr lang="en-US" sz="1050"/>
          </a:p>
        </p:txBody>
      </p:sp>
      <p:grpSp>
        <p:nvGrpSpPr>
          <p:cNvPr id="61" name="Group 60">
            <a:extLst>
              <a:ext uri="{FF2B5EF4-FFF2-40B4-BE49-F238E27FC236}">
                <a16:creationId xmlns:a16="http://schemas.microsoft.com/office/drawing/2014/main" id="{39D08C94-3B37-612D-C890-5A71F687EA6B}"/>
              </a:ext>
            </a:extLst>
          </p:cNvPr>
          <p:cNvGrpSpPr/>
          <p:nvPr/>
        </p:nvGrpSpPr>
        <p:grpSpPr>
          <a:xfrm>
            <a:off x="857250" y="1868686"/>
            <a:ext cx="10494087" cy="4244731"/>
            <a:chOff x="857250" y="1868686"/>
            <a:chExt cx="8830611" cy="3571875"/>
          </a:xfrm>
        </p:grpSpPr>
        <p:sp>
          <p:nvSpPr>
            <p:cNvPr id="5" name="Shape 3"/>
            <p:cNvSpPr/>
            <p:nvPr/>
          </p:nvSpPr>
          <p:spPr>
            <a:xfrm>
              <a:off x="857250" y="1868686"/>
              <a:ext cx="8830611" cy="1119188"/>
            </a:xfrm>
            <a:prstGeom prst="rect">
              <a:avLst/>
            </a:prstGeom>
            <a:solidFill>
              <a:srgbClr val="FFFFFF"/>
            </a:solidFill>
            <a:ln w="9525">
              <a:solidFill>
                <a:srgbClr val="D5DDEE"/>
              </a:solidFill>
              <a:prstDash val="solid"/>
            </a:ln>
          </p:spPr>
          <p:txBody>
            <a:bodyPr/>
            <a:lstStyle/>
            <a:p>
              <a:endParaRPr lang="en-US"/>
            </a:p>
          </p:txBody>
        </p:sp>
        <p:sp>
          <p:nvSpPr>
            <p:cNvPr id="6" name="Shape 4"/>
            <p:cNvSpPr/>
            <p:nvPr/>
          </p:nvSpPr>
          <p:spPr>
            <a:xfrm>
              <a:off x="866775" y="1878211"/>
              <a:ext cx="838200" cy="1100138"/>
            </a:xfrm>
            <a:prstGeom prst="rect">
              <a:avLst/>
            </a:prstGeom>
            <a:solidFill>
              <a:srgbClr val="012060"/>
            </a:solidFill>
            <a:ln/>
          </p:spPr>
          <p:txBody>
            <a:bodyPr/>
            <a:lstStyle/>
            <a:p>
              <a:endParaRPr lang="en-US"/>
            </a:p>
          </p:txBody>
        </p:sp>
        <p:sp>
          <p:nvSpPr>
            <p:cNvPr id="7" name="Shape 5"/>
            <p:cNvSpPr/>
            <p:nvPr/>
          </p:nvSpPr>
          <p:spPr>
            <a:xfrm>
              <a:off x="1666875" y="1878211"/>
              <a:ext cx="38100" cy="1100138"/>
            </a:xfrm>
            <a:prstGeom prst="rect">
              <a:avLst/>
            </a:prstGeom>
            <a:solidFill>
              <a:srgbClr val="FAA41A"/>
            </a:solidFill>
            <a:ln/>
          </p:spPr>
          <p:txBody>
            <a:bodyPr/>
            <a:lstStyle/>
            <a:p>
              <a:endParaRPr lang="en-US"/>
            </a:p>
          </p:txBody>
        </p:sp>
        <p:sp>
          <p:nvSpPr>
            <p:cNvPr id="8" name="Text 6"/>
            <p:cNvSpPr/>
            <p:nvPr/>
          </p:nvSpPr>
          <p:spPr>
            <a:xfrm>
              <a:off x="865265" y="2013942"/>
              <a:ext cx="801610" cy="723900"/>
            </a:xfrm>
            <a:prstGeom prst="rect">
              <a:avLst/>
            </a:prstGeom>
            <a:noFill/>
            <a:ln/>
          </p:spPr>
          <p:txBody>
            <a:bodyPr wrap="square" lIns="0" tIns="0" rIns="0" bIns="0" rtlCol="0" anchor="t">
              <a:normAutofit/>
            </a:bodyPr>
            <a:lstStyle/>
            <a:p>
              <a:pPr marL="0" indent="0" algn="ctr">
                <a:lnSpc>
                  <a:spcPct val="100000"/>
                </a:lnSpc>
                <a:buNone/>
              </a:pPr>
              <a:r>
                <a:rPr lang="en-US" sz="4050" b="1">
                  <a:solidFill>
                    <a:srgbClr val="FFFFFF"/>
                  </a:solidFill>
                  <a:latin typeface="Segoe UI Light" pitchFamily="34" charset="0"/>
                  <a:ea typeface="Segoe UI Light" pitchFamily="34" charset="-122"/>
                  <a:cs typeface="Segoe UI Light" pitchFamily="34" charset="-120"/>
                </a:rPr>
                <a:t>1</a:t>
              </a:r>
              <a:endParaRPr lang="en-US" sz="4050" b="1"/>
            </a:p>
          </p:txBody>
        </p:sp>
        <p:sp>
          <p:nvSpPr>
            <p:cNvPr id="9" name="Text 7"/>
            <p:cNvSpPr/>
            <p:nvPr/>
          </p:nvSpPr>
          <p:spPr>
            <a:xfrm>
              <a:off x="1071561" y="2670282"/>
              <a:ext cx="385763" cy="123825"/>
            </a:xfrm>
            <a:prstGeom prst="rect">
              <a:avLst/>
            </a:prstGeom>
            <a:noFill/>
            <a:ln/>
          </p:spPr>
          <p:txBody>
            <a:bodyPr wrap="square" lIns="25400" tIns="25400" rIns="25400" bIns="25400" rtlCol="0" anchor="t">
              <a:noAutofit/>
            </a:bodyPr>
            <a:lstStyle/>
            <a:p>
              <a:pPr marL="0" indent="0" algn="ctr">
                <a:lnSpc>
                  <a:spcPct val="100000"/>
                </a:lnSpc>
                <a:buNone/>
              </a:pPr>
              <a:r>
                <a:rPr lang="en-US" sz="800" b="1" kern="0" spc="135">
                  <a:solidFill>
                    <a:srgbClr val="15A3EB"/>
                  </a:solidFill>
                  <a:latin typeface="Segoe UI Light" pitchFamily="34" charset="0"/>
                  <a:ea typeface="Segoe UI Light" pitchFamily="34" charset="-122"/>
                  <a:cs typeface="Segoe UI Light" pitchFamily="34" charset="-120"/>
                </a:rPr>
                <a:t>LAYER</a:t>
              </a:r>
              <a:endParaRPr lang="en-US" sz="800"/>
            </a:p>
          </p:txBody>
        </p:sp>
        <p:sp>
          <p:nvSpPr>
            <p:cNvPr id="10" name="Shape 8"/>
            <p:cNvSpPr/>
            <p:nvPr/>
          </p:nvSpPr>
          <p:spPr>
            <a:xfrm>
              <a:off x="4066623" y="1878211"/>
              <a:ext cx="9525" cy="1100138"/>
            </a:xfrm>
            <a:prstGeom prst="rect">
              <a:avLst/>
            </a:prstGeom>
            <a:solidFill>
              <a:srgbClr val="D5DDEE"/>
            </a:solidFill>
            <a:ln/>
          </p:spPr>
          <p:txBody>
            <a:bodyPr/>
            <a:lstStyle/>
            <a:p>
              <a:endParaRPr lang="en-US"/>
            </a:p>
          </p:txBody>
        </p:sp>
        <p:sp>
          <p:nvSpPr>
            <p:cNvPr id="11" name="Text 9"/>
            <p:cNvSpPr/>
            <p:nvPr/>
          </p:nvSpPr>
          <p:spPr>
            <a:xfrm>
              <a:off x="2005283" y="1900326"/>
              <a:ext cx="3687156" cy="235148"/>
            </a:xfrm>
            <a:prstGeom prst="rect">
              <a:avLst/>
            </a:prstGeom>
            <a:noFill/>
            <a:ln/>
          </p:spPr>
          <p:txBody>
            <a:bodyPr wrap="square" lIns="25400" tIns="25400" rIns="25400" bIns="25400" rtlCol="0" anchor="t">
              <a:normAutofit/>
            </a:bodyPr>
            <a:lstStyle/>
            <a:p>
              <a:pPr marL="0" indent="0" algn="l">
                <a:lnSpc>
                  <a:spcPct val="115000"/>
                </a:lnSpc>
                <a:buNone/>
              </a:pPr>
              <a:r>
                <a:rPr lang="en-US" sz="1350" b="1">
                  <a:solidFill>
                    <a:srgbClr val="012060"/>
                  </a:solidFill>
                  <a:latin typeface="Segoe UI" pitchFamily="34" charset="0"/>
                  <a:ea typeface="Segoe UI" pitchFamily="34" charset="-122"/>
                  <a:cs typeface="Segoe UI" pitchFamily="34" charset="-120"/>
                </a:rPr>
                <a:t>Prompt-Only</a:t>
              </a:r>
              <a:endParaRPr lang="en-US" sz="1350"/>
            </a:p>
          </p:txBody>
        </p:sp>
        <p:sp>
          <p:nvSpPr>
            <p:cNvPr id="13" name="Text 11"/>
            <p:cNvSpPr/>
            <p:nvPr/>
          </p:nvSpPr>
          <p:spPr>
            <a:xfrm>
              <a:off x="2005283" y="2445587"/>
              <a:ext cx="1965374" cy="235962"/>
            </a:xfrm>
            <a:prstGeom prst="rect">
              <a:avLst/>
            </a:prstGeom>
            <a:solidFill>
              <a:schemeClr val="accent3">
                <a:lumMod val="10000"/>
                <a:lumOff val="90000"/>
              </a:schemeClr>
            </a:solidFill>
            <a:ln/>
          </p:spPr>
          <p:txBody>
            <a:bodyPr wrap="square" lIns="25400" tIns="25400" rIns="25400" bIns="25400" rtlCol="0" anchor="ctr" anchorCtr="0">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Content clarity</a:t>
              </a:r>
              <a:endParaRPr lang="en-US" sz="1200">
                <a:solidFill>
                  <a:schemeClr val="accent1"/>
                </a:solidFill>
              </a:endParaRPr>
            </a:p>
          </p:txBody>
        </p:sp>
        <p:sp>
          <p:nvSpPr>
            <p:cNvPr id="15" name="Text 13"/>
            <p:cNvSpPr/>
            <p:nvPr/>
          </p:nvSpPr>
          <p:spPr>
            <a:xfrm>
              <a:off x="2008647" y="2169849"/>
              <a:ext cx="1962009" cy="235962"/>
            </a:xfrm>
            <a:prstGeom prst="rect">
              <a:avLst/>
            </a:prstGeom>
            <a:solidFill>
              <a:schemeClr val="accent3">
                <a:lumMod val="10000"/>
                <a:lumOff val="90000"/>
              </a:schemeClr>
            </a:solidFill>
            <a:ln/>
          </p:spPr>
          <p:txBody>
            <a:bodyPr wrap="square" lIns="25400" tIns="25400" rIns="25400" bIns="25400" rtlCol="0" anchor="ctr" anchorCtr="0">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Internal consistency</a:t>
              </a:r>
              <a:endParaRPr lang="en-US" sz="1200">
                <a:solidFill>
                  <a:schemeClr val="accent1"/>
                </a:solidFill>
              </a:endParaRPr>
            </a:p>
          </p:txBody>
        </p:sp>
        <p:sp>
          <p:nvSpPr>
            <p:cNvPr id="17" name="Text 15"/>
            <p:cNvSpPr/>
            <p:nvPr/>
          </p:nvSpPr>
          <p:spPr>
            <a:xfrm>
              <a:off x="2005282" y="2721325"/>
              <a:ext cx="1965375" cy="235962"/>
            </a:xfrm>
            <a:prstGeom prst="rect">
              <a:avLst/>
            </a:prstGeom>
            <a:solidFill>
              <a:schemeClr val="accent3">
                <a:lumMod val="10000"/>
                <a:lumOff val="90000"/>
              </a:schemeClr>
            </a:solidFill>
            <a:ln/>
          </p:spPr>
          <p:txBody>
            <a:bodyPr wrap="square" lIns="25400" tIns="25400" rIns="25400" bIns="25400" rtlCol="0" anchor="ctr" anchorCtr="0">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Language handling</a:t>
              </a:r>
              <a:endParaRPr lang="en-US" sz="1200">
                <a:solidFill>
                  <a:schemeClr val="accent1"/>
                </a:solidFill>
              </a:endParaRPr>
            </a:p>
          </p:txBody>
        </p:sp>
        <p:sp>
          <p:nvSpPr>
            <p:cNvPr id="18" name="Shape 16"/>
            <p:cNvSpPr/>
            <p:nvPr/>
          </p:nvSpPr>
          <p:spPr>
            <a:xfrm>
              <a:off x="4076148" y="1878211"/>
              <a:ext cx="5611713" cy="1100138"/>
            </a:xfrm>
            <a:prstGeom prst="rect">
              <a:avLst/>
            </a:prstGeom>
            <a:solidFill>
              <a:srgbClr val="F4F7FC"/>
            </a:solidFill>
            <a:ln/>
          </p:spPr>
          <p:txBody>
            <a:bodyPr/>
            <a:lstStyle/>
            <a:p>
              <a:endParaRPr lang="en-US"/>
            </a:p>
          </p:txBody>
        </p:sp>
        <p:sp>
          <p:nvSpPr>
            <p:cNvPr id="19" name="Text 17"/>
            <p:cNvSpPr/>
            <p:nvPr/>
          </p:nvSpPr>
          <p:spPr>
            <a:xfrm>
              <a:off x="4285698" y="2049661"/>
              <a:ext cx="5348392" cy="180975"/>
            </a:xfrm>
            <a:prstGeom prst="rect">
              <a:avLst/>
            </a:prstGeom>
            <a:noFill/>
            <a:ln/>
          </p:spPr>
          <p:txBody>
            <a:bodyPr wrap="square" lIns="25400" tIns="25400" rIns="25400" bIns="25400" rtlCol="0" anchor="t">
              <a:normAutofit/>
            </a:bodyPr>
            <a:lstStyle/>
            <a:p>
              <a:pPr marL="0" indent="0" algn="l">
                <a:lnSpc>
                  <a:spcPct val="150000"/>
                </a:lnSpc>
                <a:buNone/>
              </a:pPr>
              <a:r>
                <a:rPr lang="en-US" sz="750" b="1" kern="0" spc="165">
                  <a:solidFill>
                    <a:srgbClr val="003CB9"/>
                  </a:solidFill>
                  <a:latin typeface="Segoe UI" pitchFamily="34" charset="0"/>
                  <a:ea typeface="Segoe UI" pitchFamily="34" charset="-122"/>
                  <a:cs typeface="Segoe UI" pitchFamily="34" charset="-120"/>
                </a:rPr>
                <a:t>EXAMPLE</a:t>
              </a:r>
              <a:endParaRPr lang="en-US" sz="750"/>
            </a:p>
          </p:txBody>
        </p:sp>
        <p:sp>
          <p:nvSpPr>
            <p:cNvPr id="20" name="Text 18"/>
            <p:cNvSpPr/>
            <p:nvPr/>
          </p:nvSpPr>
          <p:spPr>
            <a:xfrm>
              <a:off x="4285698" y="2259211"/>
              <a:ext cx="5348392" cy="676274"/>
            </a:xfrm>
            <a:prstGeom prst="rect">
              <a:avLst/>
            </a:prstGeom>
            <a:noFill/>
            <a:ln/>
          </p:spPr>
          <p:txBody>
            <a:bodyPr wrap="square" lIns="0" tIns="0" rIns="0" bIns="0" rtlCol="0" anchor="t">
              <a:normAutofit/>
            </a:bodyPr>
            <a:lstStyle/>
            <a:p>
              <a:pPr marL="0" indent="0" algn="l">
                <a:lnSpc>
                  <a:spcPct val="150000"/>
                </a:lnSpc>
                <a:buNone/>
              </a:pPr>
              <a:r>
                <a:rPr lang="en-US" sz="975">
                  <a:solidFill>
                    <a:srgbClr val="555555"/>
                  </a:solidFill>
                  <a:latin typeface="Segoe UI" pitchFamily="34" charset="0"/>
                  <a:ea typeface="Segoe UI" pitchFamily="34" charset="-122"/>
                  <a:cs typeface="Segoe UI" pitchFamily="34" charset="-120"/>
                </a:rPr>
                <a:t>“Looks rough” → flagged for vagueness.</a:t>
              </a:r>
            </a:p>
            <a:p>
              <a:pPr>
                <a:lnSpc>
                  <a:spcPct val="150000"/>
                </a:lnSpc>
              </a:pPr>
              <a:r>
                <a:rPr lang="en-US" sz="975">
                  <a:solidFill>
                    <a:srgbClr val="555555"/>
                  </a:solidFill>
                  <a:latin typeface="Segoe UI" pitchFamily="34" charset="0"/>
                  <a:ea typeface="Segoe UI" pitchFamily="34" charset="-122"/>
                  <a:cs typeface="Segoe UI" pitchFamily="34" charset="-120"/>
                </a:rPr>
                <a:t>Rating of </a:t>
              </a:r>
              <a:r>
                <a:rPr lang="en-US" sz="975" b="1">
                  <a:solidFill>
                    <a:srgbClr val="555555"/>
                  </a:solidFill>
                  <a:latin typeface="Segoe UI" pitchFamily="34" charset="0"/>
                  <a:ea typeface="Segoe UI" pitchFamily="34" charset="-122"/>
                  <a:cs typeface="Segoe UI" pitchFamily="34" charset="-120"/>
                </a:rPr>
                <a:t>1</a:t>
              </a:r>
              <a:r>
                <a:rPr lang="en-US" sz="975">
                  <a:solidFill>
                    <a:srgbClr val="555555"/>
                  </a:solidFill>
                  <a:latin typeface="Segoe UI" pitchFamily="34" charset="0"/>
                  <a:ea typeface="Segoe UI" pitchFamily="34" charset="-122"/>
                  <a:cs typeface="Segoe UI" pitchFamily="34" charset="-120"/>
                </a:rPr>
                <a:t> (good condition) with text about </a:t>
              </a:r>
              <a:r>
                <a:rPr lang="en-US" sz="975" b="1">
                  <a:solidFill>
                    <a:srgbClr val="555555"/>
                  </a:solidFill>
                  <a:latin typeface="Segoe UI" pitchFamily="34" charset="0"/>
                  <a:ea typeface="Segoe UI" pitchFamily="34" charset="-122"/>
                  <a:cs typeface="Segoe UI" pitchFamily="34" charset="-120"/>
                </a:rPr>
                <a:t>damage </a:t>
              </a:r>
              <a:r>
                <a:rPr lang="en-US" sz="975">
                  <a:solidFill>
                    <a:srgbClr val="555555"/>
                  </a:solidFill>
                  <a:latin typeface="Segoe UI" pitchFamily="34" charset="0"/>
                  <a:ea typeface="Segoe UI" pitchFamily="34" charset="-122"/>
                  <a:cs typeface="Segoe UI" pitchFamily="34" charset="-120"/>
                </a:rPr>
                <a:t>→ flagged for contradiction</a:t>
              </a:r>
            </a:p>
            <a:p>
              <a:pPr>
                <a:lnSpc>
                  <a:spcPct val="150000"/>
                </a:lnSpc>
              </a:pPr>
              <a:r>
                <a:rPr lang="en-US" sz="975">
                  <a:solidFill>
                    <a:srgbClr val="555555"/>
                  </a:solidFill>
                  <a:latin typeface="Segoe UI" pitchFamily="34" charset="0"/>
                  <a:ea typeface="Segoe UI" pitchFamily="34" charset="-122"/>
                  <a:cs typeface="Segoe UI" pitchFamily="34" charset="-120"/>
                </a:rPr>
                <a:t>Autocorrect / </a:t>
              </a:r>
              <a:r>
                <a:rPr lang="en-US" sz="975" err="1">
                  <a:solidFill>
                    <a:srgbClr val="555555"/>
                  </a:solidFill>
                  <a:latin typeface="Segoe UI" pitchFamily="34" charset="0"/>
                  <a:ea typeface="Segoe UI" pitchFamily="34" charset="-122"/>
                  <a:cs typeface="Segoe UI" pitchFamily="34" charset="-120"/>
                </a:rPr>
                <a:t>Autotranslation</a:t>
              </a:r>
              <a:r>
                <a:rPr lang="en-US" sz="975">
                  <a:solidFill>
                    <a:srgbClr val="555555"/>
                  </a:solidFill>
                  <a:latin typeface="Segoe UI" pitchFamily="34" charset="0"/>
                  <a:ea typeface="Segoe UI" pitchFamily="34" charset="-122"/>
                  <a:cs typeface="Segoe UI" pitchFamily="34" charset="-120"/>
                </a:rPr>
                <a:t> – still agency, it is independent action. </a:t>
              </a:r>
              <a:endParaRPr lang="en-US" sz="975"/>
            </a:p>
          </p:txBody>
        </p:sp>
        <p:sp>
          <p:nvSpPr>
            <p:cNvPr id="21" name="Text 19"/>
            <p:cNvSpPr/>
            <p:nvPr/>
          </p:nvSpPr>
          <p:spPr>
            <a:xfrm>
              <a:off x="4285698" y="2435423"/>
              <a:ext cx="5348392" cy="223838"/>
            </a:xfrm>
            <a:prstGeom prst="rect">
              <a:avLst/>
            </a:prstGeom>
            <a:noFill/>
            <a:ln/>
          </p:spPr>
          <p:txBody>
            <a:bodyPr wrap="square" lIns="25400" tIns="25400" rIns="25400" bIns="25400" rtlCol="0" anchor="t">
              <a:normAutofit/>
            </a:bodyPr>
            <a:lstStyle/>
            <a:p>
              <a:pPr>
                <a:lnSpc>
                  <a:spcPct val="150000"/>
                </a:lnSpc>
              </a:pPr>
              <a:endParaRPr lang="en-US" sz="975"/>
            </a:p>
          </p:txBody>
        </p:sp>
        <p:sp>
          <p:nvSpPr>
            <p:cNvPr id="22" name="Text 20"/>
            <p:cNvSpPr/>
            <p:nvPr/>
          </p:nvSpPr>
          <p:spPr>
            <a:xfrm>
              <a:off x="4285698" y="2630686"/>
              <a:ext cx="5055142" cy="200025"/>
            </a:xfrm>
            <a:prstGeom prst="rect">
              <a:avLst/>
            </a:prstGeom>
            <a:noFill/>
            <a:ln/>
          </p:spPr>
          <p:txBody>
            <a:bodyPr wrap="square" lIns="0" tIns="0" rIns="0" bIns="0" rtlCol="0" anchor="t">
              <a:normAutofit/>
            </a:bodyPr>
            <a:lstStyle/>
            <a:p>
              <a:pPr marL="0" indent="0" algn="l">
                <a:lnSpc>
                  <a:spcPct val="150000"/>
                </a:lnSpc>
                <a:buNone/>
              </a:pPr>
              <a:endParaRPr lang="en-US" sz="975"/>
            </a:p>
          </p:txBody>
        </p:sp>
        <p:sp>
          <p:nvSpPr>
            <p:cNvPr id="23" name="Shape 21"/>
            <p:cNvSpPr/>
            <p:nvPr/>
          </p:nvSpPr>
          <p:spPr>
            <a:xfrm>
              <a:off x="857250" y="3083123"/>
              <a:ext cx="8830611" cy="1143000"/>
            </a:xfrm>
            <a:prstGeom prst="rect">
              <a:avLst/>
            </a:prstGeom>
            <a:solidFill>
              <a:srgbClr val="FFFFFF"/>
            </a:solidFill>
            <a:ln w="9525">
              <a:solidFill>
                <a:srgbClr val="D5DDEE"/>
              </a:solidFill>
              <a:prstDash val="solid"/>
            </a:ln>
          </p:spPr>
          <p:txBody>
            <a:bodyPr/>
            <a:lstStyle/>
            <a:p>
              <a:endParaRPr lang="en-US"/>
            </a:p>
          </p:txBody>
        </p:sp>
        <p:sp>
          <p:nvSpPr>
            <p:cNvPr id="24" name="Shape 22"/>
            <p:cNvSpPr/>
            <p:nvPr/>
          </p:nvSpPr>
          <p:spPr>
            <a:xfrm>
              <a:off x="866774" y="3092648"/>
              <a:ext cx="838200" cy="1123950"/>
            </a:xfrm>
            <a:prstGeom prst="rect">
              <a:avLst/>
            </a:prstGeom>
            <a:solidFill>
              <a:srgbClr val="003CB9"/>
            </a:solidFill>
            <a:ln/>
          </p:spPr>
          <p:txBody>
            <a:bodyPr/>
            <a:lstStyle/>
            <a:p>
              <a:endParaRPr lang="en-US"/>
            </a:p>
          </p:txBody>
        </p:sp>
        <p:sp>
          <p:nvSpPr>
            <p:cNvPr id="25" name="Shape 23"/>
            <p:cNvSpPr/>
            <p:nvPr/>
          </p:nvSpPr>
          <p:spPr>
            <a:xfrm>
              <a:off x="1666875" y="3092648"/>
              <a:ext cx="38100" cy="1123950"/>
            </a:xfrm>
            <a:prstGeom prst="rect">
              <a:avLst/>
            </a:prstGeom>
            <a:solidFill>
              <a:srgbClr val="FAA41A"/>
            </a:solidFill>
            <a:ln/>
          </p:spPr>
          <p:txBody>
            <a:bodyPr/>
            <a:lstStyle/>
            <a:p>
              <a:endParaRPr lang="en-US"/>
            </a:p>
          </p:txBody>
        </p:sp>
        <p:sp>
          <p:nvSpPr>
            <p:cNvPr id="26" name="Text 24"/>
            <p:cNvSpPr/>
            <p:nvPr/>
          </p:nvSpPr>
          <p:spPr>
            <a:xfrm>
              <a:off x="865265" y="3240286"/>
              <a:ext cx="801609" cy="723900"/>
            </a:xfrm>
            <a:prstGeom prst="rect">
              <a:avLst/>
            </a:prstGeom>
            <a:noFill/>
            <a:ln/>
          </p:spPr>
          <p:txBody>
            <a:bodyPr wrap="square" lIns="0" tIns="0" rIns="0" bIns="0" rtlCol="0" anchor="t">
              <a:normAutofit/>
            </a:bodyPr>
            <a:lstStyle/>
            <a:p>
              <a:pPr marL="0" indent="0" algn="ctr">
                <a:lnSpc>
                  <a:spcPct val="100000"/>
                </a:lnSpc>
                <a:buNone/>
              </a:pPr>
              <a:r>
                <a:rPr lang="en-US" sz="4050" b="1">
                  <a:solidFill>
                    <a:srgbClr val="FFFFFF"/>
                  </a:solidFill>
                  <a:latin typeface="Segoe UI Light" pitchFamily="34" charset="0"/>
                  <a:ea typeface="Segoe UI Light" pitchFamily="34" charset="-122"/>
                  <a:cs typeface="Segoe UI Light" pitchFamily="34" charset="-120"/>
                </a:rPr>
                <a:t>2</a:t>
              </a:r>
              <a:endParaRPr lang="en-US" sz="4050" b="1"/>
            </a:p>
          </p:txBody>
        </p:sp>
        <p:sp>
          <p:nvSpPr>
            <p:cNvPr id="27" name="Text 25"/>
            <p:cNvSpPr/>
            <p:nvPr/>
          </p:nvSpPr>
          <p:spPr>
            <a:xfrm>
              <a:off x="1071561" y="3900681"/>
              <a:ext cx="385763" cy="123825"/>
            </a:xfrm>
            <a:prstGeom prst="rect">
              <a:avLst/>
            </a:prstGeom>
            <a:noFill/>
            <a:ln/>
          </p:spPr>
          <p:txBody>
            <a:bodyPr wrap="square" lIns="25400" tIns="25400" rIns="25400" bIns="25400" rtlCol="0" anchor="t">
              <a:noAutofit/>
            </a:bodyPr>
            <a:lstStyle/>
            <a:p>
              <a:pPr marL="0" indent="0" algn="ctr">
                <a:lnSpc>
                  <a:spcPct val="100000"/>
                </a:lnSpc>
                <a:buNone/>
              </a:pPr>
              <a:r>
                <a:rPr lang="en-US" sz="800" b="1" kern="0" spc="135">
                  <a:solidFill>
                    <a:srgbClr val="15A3EB"/>
                  </a:solidFill>
                  <a:latin typeface="Segoe UI Light" pitchFamily="34" charset="0"/>
                  <a:ea typeface="Segoe UI Light" pitchFamily="34" charset="-122"/>
                  <a:cs typeface="Segoe UI Light" pitchFamily="34" charset="-120"/>
                </a:rPr>
                <a:t>LAYER</a:t>
              </a:r>
              <a:endParaRPr lang="en-US" sz="800"/>
            </a:p>
          </p:txBody>
        </p:sp>
        <p:sp>
          <p:nvSpPr>
            <p:cNvPr id="28" name="Shape 26"/>
            <p:cNvSpPr/>
            <p:nvPr/>
          </p:nvSpPr>
          <p:spPr>
            <a:xfrm>
              <a:off x="4066623" y="3092648"/>
              <a:ext cx="9525" cy="1123950"/>
            </a:xfrm>
            <a:prstGeom prst="rect">
              <a:avLst/>
            </a:prstGeom>
            <a:solidFill>
              <a:srgbClr val="D5DDEE"/>
            </a:solidFill>
            <a:ln/>
          </p:spPr>
          <p:txBody>
            <a:bodyPr/>
            <a:lstStyle/>
            <a:p>
              <a:endParaRPr lang="en-US"/>
            </a:p>
          </p:txBody>
        </p:sp>
        <p:sp>
          <p:nvSpPr>
            <p:cNvPr id="29" name="Text 27"/>
            <p:cNvSpPr/>
            <p:nvPr/>
          </p:nvSpPr>
          <p:spPr>
            <a:xfrm>
              <a:off x="2008959" y="3140530"/>
              <a:ext cx="3687156" cy="235148"/>
            </a:xfrm>
            <a:prstGeom prst="rect">
              <a:avLst/>
            </a:prstGeom>
            <a:noFill/>
            <a:ln/>
          </p:spPr>
          <p:txBody>
            <a:bodyPr wrap="square" lIns="25400" tIns="25400" rIns="25400" bIns="25400" rtlCol="0" anchor="t">
              <a:normAutofit/>
            </a:bodyPr>
            <a:lstStyle/>
            <a:p>
              <a:pPr marL="0" indent="0" algn="l">
                <a:lnSpc>
                  <a:spcPct val="115000"/>
                </a:lnSpc>
                <a:buNone/>
              </a:pPr>
              <a:r>
                <a:rPr lang="en-US" sz="1350" b="1">
                  <a:solidFill>
                    <a:srgbClr val="012060"/>
                  </a:solidFill>
                  <a:latin typeface="Segoe UI" pitchFamily="34" charset="0"/>
                  <a:ea typeface="Segoe UI" pitchFamily="34" charset="-122"/>
                  <a:cs typeface="Segoe UI" pitchFamily="34" charset="-120"/>
                </a:rPr>
                <a:t>+ RAG / Database lookup</a:t>
              </a:r>
              <a:endParaRPr lang="en-US" sz="1350"/>
            </a:p>
          </p:txBody>
        </p:sp>
        <p:sp>
          <p:nvSpPr>
            <p:cNvPr id="31" name="Text 29"/>
            <p:cNvSpPr/>
            <p:nvPr/>
          </p:nvSpPr>
          <p:spPr>
            <a:xfrm>
              <a:off x="1997272" y="3688731"/>
              <a:ext cx="1979275" cy="237744"/>
            </a:xfrm>
            <a:prstGeom prst="rect">
              <a:avLst/>
            </a:prstGeom>
            <a:solidFill>
              <a:schemeClr val="accent1">
                <a:lumMod val="20000"/>
                <a:lumOff val="80000"/>
              </a:schemeClr>
            </a:solidFill>
            <a:ln/>
          </p:spPr>
          <p:txBody>
            <a:bodyPr wrap="square" lIns="25400" tIns="25400" rIns="25400" bIns="25400" rtlCol="0" anchor="ctr" anchorCtr="1">
              <a:spAutoFit/>
            </a:bodyPr>
            <a:lstStyle/>
            <a:p>
              <a:pPr marL="0" indent="0" algn="l">
                <a:buNone/>
              </a:pPr>
              <a:r>
                <a:rPr lang="en-US" sz="1200" b="1" kern="0" spc="38">
                  <a:solidFill>
                    <a:schemeClr val="accent1"/>
                  </a:solidFill>
                  <a:latin typeface="Segoe UI" pitchFamily="34" charset="0"/>
                  <a:cs typeface="Segoe UI" pitchFamily="34" charset="-120"/>
                </a:rPr>
                <a:t>Standards application</a:t>
              </a:r>
              <a:endParaRPr lang="en-US" sz="1200">
                <a:solidFill>
                  <a:schemeClr val="accent1"/>
                </a:solidFill>
              </a:endParaRPr>
            </a:p>
          </p:txBody>
        </p:sp>
        <p:sp>
          <p:nvSpPr>
            <p:cNvPr id="33" name="Text 31"/>
            <p:cNvSpPr/>
            <p:nvPr/>
          </p:nvSpPr>
          <p:spPr>
            <a:xfrm>
              <a:off x="1994360" y="3416065"/>
              <a:ext cx="1976297" cy="237744"/>
            </a:xfrm>
            <a:prstGeom prst="rect">
              <a:avLst/>
            </a:prstGeom>
            <a:solidFill>
              <a:schemeClr val="accent1">
                <a:lumMod val="20000"/>
                <a:lumOff val="80000"/>
              </a:schemeClr>
            </a:solidFill>
            <a:ln/>
          </p:spPr>
          <p:txBody>
            <a:bodyPr wrap="square" lIns="25400" tIns="25400" rIns="25400" bIns="25400" rtlCol="0" anchor="ctr" anchorCtr="1">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Spatial plausibility</a:t>
              </a:r>
              <a:endParaRPr lang="en-US" sz="1200">
                <a:solidFill>
                  <a:schemeClr val="accent1"/>
                </a:solidFill>
              </a:endParaRPr>
            </a:p>
          </p:txBody>
        </p:sp>
        <p:sp>
          <p:nvSpPr>
            <p:cNvPr id="35" name="Text 33"/>
            <p:cNvSpPr/>
            <p:nvPr/>
          </p:nvSpPr>
          <p:spPr>
            <a:xfrm>
              <a:off x="1996975" y="3962594"/>
              <a:ext cx="1973683" cy="237744"/>
            </a:xfrm>
            <a:prstGeom prst="rect">
              <a:avLst/>
            </a:prstGeom>
            <a:solidFill>
              <a:schemeClr val="accent1">
                <a:lumMod val="20000"/>
                <a:lumOff val="80000"/>
              </a:schemeClr>
            </a:solidFill>
            <a:ln/>
          </p:spPr>
          <p:txBody>
            <a:bodyPr wrap="square" lIns="25400" tIns="25400" rIns="25400" bIns="25400" rtlCol="0" anchor="ctr" anchorCtr="1">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Reasoning comparison </a:t>
              </a:r>
              <a:endParaRPr lang="en-US" sz="1200">
                <a:solidFill>
                  <a:schemeClr val="accent1"/>
                </a:solidFill>
              </a:endParaRPr>
            </a:p>
          </p:txBody>
        </p:sp>
        <p:sp>
          <p:nvSpPr>
            <p:cNvPr id="36" name="Shape 34"/>
            <p:cNvSpPr/>
            <p:nvPr/>
          </p:nvSpPr>
          <p:spPr>
            <a:xfrm>
              <a:off x="4076148" y="3083123"/>
              <a:ext cx="5611713" cy="1123950"/>
            </a:xfrm>
            <a:prstGeom prst="rect">
              <a:avLst/>
            </a:prstGeom>
            <a:solidFill>
              <a:srgbClr val="F4F7FC"/>
            </a:solidFill>
            <a:ln/>
          </p:spPr>
          <p:txBody>
            <a:bodyPr/>
            <a:lstStyle/>
            <a:p>
              <a:endParaRPr lang="en-US"/>
            </a:p>
          </p:txBody>
        </p:sp>
        <p:sp>
          <p:nvSpPr>
            <p:cNvPr id="37" name="Text 35"/>
            <p:cNvSpPr/>
            <p:nvPr/>
          </p:nvSpPr>
          <p:spPr>
            <a:xfrm>
              <a:off x="4285698" y="3264098"/>
              <a:ext cx="5348392" cy="180975"/>
            </a:xfrm>
            <a:prstGeom prst="rect">
              <a:avLst/>
            </a:prstGeom>
            <a:noFill/>
            <a:ln/>
          </p:spPr>
          <p:txBody>
            <a:bodyPr wrap="square" lIns="25400" tIns="25400" rIns="25400" bIns="25400" rtlCol="0" anchor="t">
              <a:normAutofit/>
            </a:bodyPr>
            <a:lstStyle/>
            <a:p>
              <a:pPr marL="0" indent="0" algn="l">
                <a:lnSpc>
                  <a:spcPct val="150000"/>
                </a:lnSpc>
                <a:buNone/>
              </a:pPr>
              <a:r>
                <a:rPr lang="en-US" sz="750" b="1" kern="0" spc="165">
                  <a:solidFill>
                    <a:srgbClr val="003CB9"/>
                  </a:solidFill>
                  <a:latin typeface="Segoe UI" pitchFamily="34" charset="0"/>
                  <a:ea typeface="Segoe UI" pitchFamily="34" charset="-122"/>
                  <a:cs typeface="Segoe UI" pitchFamily="34" charset="-120"/>
                </a:rPr>
                <a:t>EXAMPLE</a:t>
              </a:r>
              <a:endParaRPr lang="en-US" sz="750"/>
            </a:p>
          </p:txBody>
        </p:sp>
        <p:sp>
          <p:nvSpPr>
            <p:cNvPr id="38" name="Text 36"/>
            <p:cNvSpPr/>
            <p:nvPr/>
          </p:nvSpPr>
          <p:spPr>
            <a:xfrm>
              <a:off x="4285697" y="3473648"/>
              <a:ext cx="5348391" cy="676275"/>
            </a:xfrm>
            <a:prstGeom prst="rect">
              <a:avLst/>
            </a:prstGeom>
            <a:noFill/>
            <a:ln/>
          </p:spPr>
          <p:txBody>
            <a:bodyPr wrap="square" lIns="0" tIns="0" rIns="0" bIns="0" rtlCol="0" anchor="t">
              <a:normAutofit/>
            </a:bodyPr>
            <a:lstStyle/>
            <a:p>
              <a:pPr marL="0" indent="0" algn="l">
                <a:lnSpc>
                  <a:spcPct val="150000"/>
                </a:lnSpc>
                <a:buNone/>
              </a:pPr>
              <a:r>
                <a:rPr lang="en-US" sz="975">
                  <a:solidFill>
                    <a:srgbClr val="555555"/>
                  </a:solidFill>
                  <a:latin typeface="Segoe UI" pitchFamily="34" charset="0"/>
                  <a:ea typeface="Segoe UI" pitchFamily="34" charset="-122"/>
                  <a:cs typeface="Segoe UI" pitchFamily="34" charset="-120"/>
                </a:rPr>
                <a:t>“Storm drain” gets corrected to “</a:t>
              </a:r>
              <a:r>
                <a:rPr lang="sv-SE" sz="975">
                  <a:solidFill>
                    <a:srgbClr val="555555"/>
                  </a:solidFill>
                  <a:latin typeface="Segoe UI" pitchFamily="34" charset="0"/>
                  <a:ea typeface="Segoe UI" pitchFamily="34" charset="-122"/>
                  <a:cs typeface="Segoe UI" pitchFamily="34" charset="-120"/>
                </a:rPr>
                <a:t>Catch Basin Inlet Type II”</a:t>
              </a:r>
            </a:p>
            <a:p>
              <a:pPr marL="0" indent="0" algn="l">
                <a:lnSpc>
                  <a:spcPct val="150000"/>
                </a:lnSpc>
                <a:buNone/>
              </a:pPr>
              <a:r>
                <a:rPr lang="sv-SE" sz="975">
                  <a:solidFill>
                    <a:srgbClr val="555555"/>
                  </a:solidFill>
                  <a:latin typeface="Segoe UI" pitchFamily="34" charset="0"/>
                  <a:ea typeface="Segoe UI" pitchFamily="34" charset="-122"/>
                  <a:cs typeface="Segoe UI" pitchFamily="34" charset="-120"/>
                </a:rPr>
                <a:t>”Are you in the right location” </a:t>
              </a:r>
              <a:r>
                <a:rPr lang="sv-SE" sz="975" u="sng">
                  <a:solidFill>
                    <a:srgbClr val="555555"/>
                  </a:solidFill>
                  <a:latin typeface="Segoe UI" pitchFamily="34" charset="0"/>
                  <a:ea typeface="Segoe UI" pitchFamily="34" charset="-122"/>
                  <a:cs typeface="Segoe UI" pitchFamily="34" charset="-120"/>
                </a:rPr>
                <a:t>– not used for workshop</a:t>
              </a:r>
              <a:r>
                <a:rPr lang="sv-SE" sz="975">
                  <a:solidFill>
                    <a:srgbClr val="555555"/>
                  </a:solidFill>
                  <a:latin typeface="Segoe UI" pitchFamily="34" charset="0"/>
                  <a:ea typeface="Segoe UI" pitchFamily="34" charset="-122"/>
                  <a:cs typeface="Segoe UI" pitchFamily="34" charset="-120"/>
                </a:rPr>
                <a:t>, but doable with geospatial access</a:t>
              </a:r>
            </a:p>
            <a:p>
              <a:pPr marL="0" indent="0" algn="l">
                <a:lnSpc>
                  <a:spcPct val="150000"/>
                </a:lnSpc>
                <a:buNone/>
              </a:pPr>
              <a:r>
                <a:rPr lang="sv-SE" sz="975">
                  <a:solidFill>
                    <a:srgbClr val="555555"/>
                  </a:solidFill>
                  <a:latin typeface="Segoe UI" pitchFamily="34" charset="0"/>
                  <a:ea typeface="Segoe UI" pitchFamily="34" charset="-122"/>
                  <a:cs typeface="Segoe UI" pitchFamily="34" charset="-120"/>
                </a:rPr>
                <a:t>Can compare description to something like an O&amp;M manual – </a:t>
              </a:r>
              <a:r>
                <a:rPr lang="sv-SE" sz="975" u="sng">
                  <a:solidFill>
                    <a:srgbClr val="555555"/>
                  </a:solidFill>
                  <a:latin typeface="Segoe UI" pitchFamily="34" charset="0"/>
                  <a:ea typeface="Segoe UI" pitchFamily="34" charset="-122"/>
                  <a:cs typeface="Segoe UI" pitchFamily="34" charset="-120"/>
                </a:rPr>
                <a:t>also not used, but possible!</a:t>
              </a:r>
            </a:p>
            <a:p>
              <a:pPr marL="0" indent="0" algn="l">
                <a:lnSpc>
                  <a:spcPct val="150000"/>
                </a:lnSpc>
                <a:buNone/>
              </a:pPr>
              <a:endParaRPr lang="sv-SE" sz="975">
                <a:solidFill>
                  <a:srgbClr val="555555"/>
                </a:solidFill>
                <a:latin typeface="Segoe UI" pitchFamily="34" charset="0"/>
                <a:ea typeface="Segoe UI" pitchFamily="34" charset="-122"/>
                <a:cs typeface="Segoe UI" pitchFamily="34" charset="-120"/>
              </a:endParaRPr>
            </a:p>
          </p:txBody>
        </p:sp>
        <p:sp>
          <p:nvSpPr>
            <p:cNvPr id="40" name="Text 38"/>
            <p:cNvSpPr/>
            <p:nvPr/>
          </p:nvSpPr>
          <p:spPr>
            <a:xfrm>
              <a:off x="4352373" y="3668911"/>
              <a:ext cx="5215042" cy="209550"/>
            </a:xfrm>
            <a:prstGeom prst="rect">
              <a:avLst/>
            </a:prstGeom>
            <a:noFill/>
            <a:ln/>
          </p:spPr>
          <p:txBody>
            <a:bodyPr wrap="square" lIns="25400" tIns="25400" rIns="25400" bIns="25400" rtlCol="0" anchor="t">
              <a:normAutofit/>
            </a:bodyPr>
            <a:lstStyle/>
            <a:p>
              <a:pPr marL="0" indent="0" algn="l">
                <a:lnSpc>
                  <a:spcPct val="150000"/>
                </a:lnSpc>
                <a:buNone/>
              </a:pPr>
              <a:endParaRPr lang="en-US" sz="900"/>
            </a:p>
          </p:txBody>
        </p:sp>
        <p:sp>
          <p:nvSpPr>
            <p:cNvPr id="41" name="Text 39"/>
            <p:cNvSpPr/>
            <p:nvPr/>
          </p:nvSpPr>
          <p:spPr>
            <a:xfrm>
              <a:off x="4285698" y="3868936"/>
              <a:ext cx="3967529" cy="200025"/>
            </a:xfrm>
            <a:prstGeom prst="rect">
              <a:avLst/>
            </a:prstGeom>
            <a:noFill/>
            <a:ln/>
          </p:spPr>
          <p:txBody>
            <a:bodyPr wrap="square" lIns="0" tIns="0" rIns="0" bIns="0" rtlCol="0" anchor="t">
              <a:normAutofit/>
            </a:bodyPr>
            <a:lstStyle/>
            <a:p>
              <a:pPr marL="0" indent="0" algn="l">
                <a:lnSpc>
                  <a:spcPct val="150000"/>
                </a:lnSpc>
                <a:buNone/>
              </a:pPr>
              <a:endParaRPr lang="en-US" sz="975"/>
            </a:p>
          </p:txBody>
        </p:sp>
        <p:sp>
          <p:nvSpPr>
            <p:cNvPr id="42" name="Shape 40"/>
            <p:cNvSpPr/>
            <p:nvPr/>
          </p:nvSpPr>
          <p:spPr>
            <a:xfrm>
              <a:off x="857250" y="4321373"/>
              <a:ext cx="8830611" cy="1119188"/>
            </a:xfrm>
            <a:prstGeom prst="rect">
              <a:avLst/>
            </a:prstGeom>
            <a:solidFill>
              <a:srgbClr val="FFFFFF"/>
            </a:solidFill>
            <a:ln w="9525">
              <a:solidFill>
                <a:srgbClr val="D5DDEE"/>
              </a:solidFill>
              <a:prstDash val="solid"/>
            </a:ln>
          </p:spPr>
          <p:txBody>
            <a:bodyPr/>
            <a:lstStyle/>
            <a:p>
              <a:endParaRPr lang="en-US"/>
            </a:p>
          </p:txBody>
        </p:sp>
        <p:sp>
          <p:nvSpPr>
            <p:cNvPr id="43" name="Shape 41"/>
            <p:cNvSpPr/>
            <p:nvPr/>
          </p:nvSpPr>
          <p:spPr>
            <a:xfrm>
              <a:off x="866775" y="4330898"/>
              <a:ext cx="838200" cy="1100138"/>
            </a:xfrm>
            <a:prstGeom prst="rect">
              <a:avLst/>
            </a:prstGeom>
            <a:solidFill>
              <a:schemeClr val="tx1"/>
            </a:solidFill>
            <a:ln/>
          </p:spPr>
          <p:txBody>
            <a:bodyPr/>
            <a:lstStyle/>
            <a:p>
              <a:endParaRPr lang="en-US"/>
            </a:p>
          </p:txBody>
        </p:sp>
        <p:sp>
          <p:nvSpPr>
            <p:cNvPr id="44" name="Shape 42"/>
            <p:cNvSpPr/>
            <p:nvPr/>
          </p:nvSpPr>
          <p:spPr>
            <a:xfrm>
              <a:off x="1666875" y="4330898"/>
              <a:ext cx="38100" cy="1100138"/>
            </a:xfrm>
            <a:prstGeom prst="rect">
              <a:avLst/>
            </a:prstGeom>
            <a:solidFill>
              <a:srgbClr val="FAA41A"/>
            </a:solidFill>
            <a:ln/>
          </p:spPr>
          <p:txBody>
            <a:bodyPr/>
            <a:lstStyle/>
            <a:p>
              <a:endParaRPr lang="en-US"/>
            </a:p>
          </p:txBody>
        </p:sp>
        <p:sp>
          <p:nvSpPr>
            <p:cNvPr id="45" name="Text 43"/>
            <p:cNvSpPr/>
            <p:nvPr/>
          </p:nvSpPr>
          <p:spPr>
            <a:xfrm>
              <a:off x="872771" y="4466630"/>
              <a:ext cx="794103" cy="723900"/>
            </a:xfrm>
            <a:prstGeom prst="rect">
              <a:avLst/>
            </a:prstGeom>
            <a:noFill/>
            <a:ln/>
          </p:spPr>
          <p:txBody>
            <a:bodyPr wrap="square" lIns="0" tIns="0" rIns="0" bIns="0" rtlCol="0" anchor="t">
              <a:normAutofit/>
            </a:bodyPr>
            <a:lstStyle/>
            <a:p>
              <a:pPr marL="0" indent="0" algn="ctr">
                <a:lnSpc>
                  <a:spcPct val="100000"/>
                </a:lnSpc>
                <a:buNone/>
              </a:pPr>
              <a:r>
                <a:rPr lang="en-US" sz="4050" b="1">
                  <a:solidFill>
                    <a:srgbClr val="FFFFFF"/>
                  </a:solidFill>
                  <a:latin typeface="Segoe UI Light" pitchFamily="34" charset="0"/>
                  <a:ea typeface="Segoe UI Light" pitchFamily="34" charset="-122"/>
                  <a:cs typeface="Segoe UI Light" pitchFamily="34" charset="-120"/>
                </a:rPr>
                <a:t>3</a:t>
              </a:r>
              <a:endParaRPr lang="en-US" sz="4050" b="1"/>
            </a:p>
          </p:txBody>
        </p:sp>
        <p:sp>
          <p:nvSpPr>
            <p:cNvPr id="46" name="Text 44"/>
            <p:cNvSpPr/>
            <p:nvPr/>
          </p:nvSpPr>
          <p:spPr>
            <a:xfrm>
              <a:off x="1071561" y="5125045"/>
              <a:ext cx="385763" cy="123825"/>
            </a:xfrm>
            <a:prstGeom prst="rect">
              <a:avLst/>
            </a:prstGeom>
            <a:noFill/>
            <a:ln/>
          </p:spPr>
          <p:txBody>
            <a:bodyPr wrap="square" lIns="25400" tIns="25400" rIns="25400" bIns="25400" rtlCol="0" anchor="t">
              <a:noAutofit/>
            </a:bodyPr>
            <a:lstStyle/>
            <a:p>
              <a:pPr marL="0" indent="0" algn="ctr">
                <a:lnSpc>
                  <a:spcPct val="100000"/>
                </a:lnSpc>
                <a:buNone/>
              </a:pPr>
              <a:r>
                <a:rPr lang="en-US" sz="800" b="1" kern="0" spc="135">
                  <a:solidFill>
                    <a:srgbClr val="15A3EB"/>
                  </a:solidFill>
                  <a:latin typeface="Segoe UI Light" pitchFamily="34" charset="0"/>
                  <a:ea typeface="Segoe UI Light" pitchFamily="34" charset="-122"/>
                  <a:cs typeface="Segoe UI Light" pitchFamily="34" charset="-120"/>
                </a:rPr>
                <a:t>LAYER</a:t>
              </a:r>
              <a:endParaRPr lang="en-US" sz="800"/>
            </a:p>
          </p:txBody>
        </p:sp>
        <p:sp>
          <p:nvSpPr>
            <p:cNvPr id="47" name="Shape 45"/>
            <p:cNvSpPr/>
            <p:nvPr/>
          </p:nvSpPr>
          <p:spPr>
            <a:xfrm>
              <a:off x="4066623" y="4330898"/>
              <a:ext cx="9525" cy="1100138"/>
            </a:xfrm>
            <a:prstGeom prst="rect">
              <a:avLst/>
            </a:prstGeom>
            <a:solidFill>
              <a:srgbClr val="D5DDEE"/>
            </a:solidFill>
            <a:ln/>
          </p:spPr>
          <p:txBody>
            <a:bodyPr/>
            <a:lstStyle/>
            <a:p>
              <a:endParaRPr lang="en-US"/>
            </a:p>
          </p:txBody>
        </p:sp>
        <p:sp>
          <p:nvSpPr>
            <p:cNvPr id="48" name="Text 46"/>
            <p:cNvSpPr/>
            <p:nvPr/>
          </p:nvSpPr>
          <p:spPr>
            <a:xfrm>
              <a:off x="1990725" y="4376700"/>
              <a:ext cx="3687156" cy="235148"/>
            </a:xfrm>
            <a:prstGeom prst="rect">
              <a:avLst/>
            </a:prstGeom>
            <a:noFill/>
            <a:ln/>
          </p:spPr>
          <p:txBody>
            <a:bodyPr wrap="square" lIns="25400" tIns="25400" rIns="25400" bIns="25400" rtlCol="0" anchor="t">
              <a:normAutofit/>
            </a:bodyPr>
            <a:lstStyle/>
            <a:p>
              <a:pPr marL="0" indent="0" algn="l">
                <a:lnSpc>
                  <a:spcPct val="115000"/>
                </a:lnSpc>
                <a:buNone/>
              </a:pPr>
              <a:r>
                <a:rPr lang="en-US" sz="1350" b="1">
                  <a:solidFill>
                    <a:srgbClr val="012060"/>
                  </a:solidFill>
                  <a:latin typeface="Segoe UI" pitchFamily="34" charset="0"/>
                  <a:ea typeface="Segoe UI" pitchFamily="34" charset="-122"/>
                  <a:cs typeface="Segoe UI" pitchFamily="34" charset="-120"/>
                </a:rPr>
                <a:t>+ Multimodal Vision</a:t>
              </a:r>
              <a:endParaRPr lang="en-US" sz="1350"/>
            </a:p>
          </p:txBody>
        </p:sp>
        <p:sp>
          <p:nvSpPr>
            <p:cNvPr id="50" name="Text 48"/>
            <p:cNvSpPr/>
            <p:nvPr/>
          </p:nvSpPr>
          <p:spPr>
            <a:xfrm>
              <a:off x="1987599" y="4637349"/>
              <a:ext cx="1976510" cy="237744"/>
            </a:xfrm>
            <a:prstGeom prst="rect">
              <a:avLst/>
            </a:prstGeom>
            <a:solidFill>
              <a:schemeClr val="bg1">
                <a:lumMod val="95000"/>
              </a:schemeClr>
            </a:solidFill>
            <a:ln/>
          </p:spPr>
          <p:txBody>
            <a:bodyPr wrap="square" lIns="25400" tIns="25400" rIns="25400" bIns="25400" rtlCol="0" anchor="ctr" anchorCtr="1">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Photo analysis</a:t>
              </a:r>
              <a:endParaRPr lang="en-US" sz="1200">
                <a:solidFill>
                  <a:schemeClr val="accent1"/>
                </a:solidFill>
              </a:endParaRPr>
            </a:p>
          </p:txBody>
        </p:sp>
        <p:sp>
          <p:nvSpPr>
            <p:cNvPr id="52" name="Text 50"/>
            <p:cNvSpPr/>
            <p:nvPr/>
          </p:nvSpPr>
          <p:spPr>
            <a:xfrm>
              <a:off x="1991804" y="4914033"/>
              <a:ext cx="1983058" cy="235962"/>
            </a:xfrm>
            <a:prstGeom prst="rect">
              <a:avLst/>
            </a:prstGeom>
            <a:solidFill>
              <a:schemeClr val="bg1">
                <a:lumMod val="95000"/>
              </a:schemeClr>
            </a:solidFill>
            <a:ln/>
          </p:spPr>
          <p:txBody>
            <a:bodyPr wrap="square" lIns="25400" tIns="25400" rIns="25400" bIns="25400" rtlCol="0" anchor="ctr" anchorCtr="1">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Cross-modal consistency</a:t>
              </a:r>
              <a:endParaRPr lang="en-US" sz="1200">
                <a:solidFill>
                  <a:schemeClr val="accent1"/>
                </a:solidFill>
              </a:endParaRPr>
            </a:p>
          </p:txBody>
        </p:sp>
        <p:sp>
          <p:nvSpPr>
            <p:cNvPr id="54" name="Text 52"/>
            <p:cNvSpPr/>
            <p:nvPr/>
          </p:nvSpPr>
          <p:spPr>
            <a:xfrm>
              <a:off x="1987599" y="5190437"/>
              <a:ext cx="1983059" cy="235962"/>
            </a:xfrm>
            <a:prstGeom prst="rect">
              <a:avLst/>
            </a:prstGeom>
            <a:solidFill>
              <a:schemeClr val="bg1">
                <a:lumMod val="95000"/>
              </a:schemeClr>
            </a:solidFill>
            <a:ln/>
          </p:spPr>
          <p:txBody>
            <a:bodyPr wrap="square" lIns="25400" tIns="25400" rIns="25400" bIns="25400" rtlCol="0" anchor="ctr" anchorCtr="1">
              <a:spAutoFit/>
            </a:bodyPr>
            <a:lstStyle/>
            <a:p>
              <a:pPr marL="0" indent="0" algn="ctr">
                <a:buNone/>
              </a:pPr>
              <a:r>
                <a:rPr lang="en-US" sz="1200" b="1" kern="0" spc="38">
                  <a:solidFill>
                    <a:schemeClr val="accent1"/>
                  </a:solidFill>
                  <a:latin typeface="Segoe UI" pitchFamily="34" charset="0"/>
                  <a:ea typeface="Segoe UI" pitchFamily="34" charset="-122"/>
                  <a:cs typeface="Segoe UI" pitchFamily="34" charset="-120"/>
                </a:rPr>
                <a:t>Visual ↔ text alignment</a:t>
              </a:r>
              <a:endParaRPr lang="en-US" sz="1200">
                <a:solidFill>
                  <a:schemeClr val="accent1"/>
                </a:solidFill>
              </a:endParaRPr>
            </a:p>
          </p:txBody>
        </p:sp>
        <p:sp>
          <p:nvSpPr>
            <p:cNvPr id="55" name="Shape 53"/>
            <p:cNvSpPr/>
            <p:nvPr/>
          </p:nvSpPr>
          <p:spPr>
            <a:xfrm>
              <a:off x="4076148" y="4330898"/>
              <a:ext cx="5611713" cy="1100138"/>
            </a:xfrm>
            <a:prstGeom prst="rect">
              <a:avLst/>
            </a:prstGeom>
            <a:solidFill>
              <a:srgbClr val="F4F7FC"/>
            </a:solidFill>
            <a:ln/>
          </p:spPr>
          <p:txBody>
            <a:bodyPr/>
            <a:lstStyle/>
            <a:p>
              <a:endParaRPr lang="en-US"/>
            </a:p>
          </p:txBody>
        </p:sp>
        <p:sp>
          <p:nvSpPr>
            <p:cNvPr id="56" name="Text 54"/>
            <p:cNvSpPr/>
            <p:nvPr/>
          </p:nvSpPr>
          <p:spPr>
            <a:xfrm>
              <a:off x="4285698" y="4502348"/>
              <a:ext cx="5348392" cy="180975"/>
            </a:xfrm>
            <a:prstGeom prst="rect">
              <a:avLst/>
            </a:prstGeom>
            <a:noFill/>
            <a:ln/>
          </p:spPr>
          <p:txBody>
            <a:bodyPr wrap="square" lIns="25400" tIns="25400" rIns="25400" bIns="25400" rtlCol="0" anchor="t">
              <a:normAutofit/>
            </a:bodyPr>
            <a:lstStyle/>
            <a:p>
              <a:pPr marL="0" indent="0" algn="l">
                <a:lnSpc>
                  <a:spcPct val="150000"/>
                </a:lnSpc>
                <a:buNone/>
              </a:pPr>
              <a:r>
                <a:rPr lang="en-US" sz="750" b="1" kern="0" spc="165">
                  <a:solidFill>
                    <a:srgbClr val="003CB9"/>
                  </a:solidFill>
                  <a:latin typeface="Segoe UI" pitchFamily="34" charset="0"/>
                  <a:ea typeface="Segoe UI" pitchFamily="34" charset="-122"/>
                  <a:cs typeface="Segoe UI" pitchFamily="34" charset="-120"/>
                </a:rPr>
                <a:t>EXAMPLE</a:t>
              </a:r>
              <a:endParaRPr lang="en-US" sz="750"/>
            </a:p>
          </p:txBody>
        </p:sp>
        <p:sp>
          <p:nvSpPr>
            <p:cNvPr id="57" name="Text 55"/>
            <p:cNvSpPr/>
            <p:nvPr/>
          </p:nvSpPr>
          <p:spPr>
            <a:xfrm>
              <a:off x="4285698" y="4711898"/>
              <a:ext cx="2189262" cy="200025"/>
            </a:xfrm>
            <a:prstGeom prst="rect">
              <a:avLst/>
            </a:prstGeom>
            <a:noFill/>
            <a:ln/>
          </p:spPr>
          <p:txBody>
            <a:bodyPr wrap="square" lIns="0" tIns="0" rIns="0" bIns="0" rtlCol="0" anchor="t">
              <a:normAutofit/>
            </a:bodyPr>
            <a:lstStyle/>
            <a:p>
              <a:pPr marL="0" indent="0" algn="l">
                <a:lnSpc>
                  <a:spcPct val="150000"/>
                </a:lnSpc>
                <a:buNone/>
              </a:pPr>
              <a:r>
                <a:rPr lang="en-US" sz="975">
                  <a:solidFill>
                    <a:srgbClr val="555555"/>
                  </a:solidFill>
                  <a:latin typeface="Segoe UI" pitchFamily="34" charset="0"/>
                  <a:ea typeface="Segoe UI" pitchFamily="34" charset="-122"/>
                  <a:cs typeface="Segoe UI" pitchFamily="34" charset="-120"/>
                </a:rPr>
                <a:t>Photo shows corroded steel. Notes say</a:t>
              </a:r>
              <a:endParaRPr lang="en-US" sz="975"/>
            </a:p>
          </p:txBody>
        </p:sp>
        <p:sp>
          <p:nvSpPr>
            <p:cNvPr id="58" name="Text 56"/>
            <p:cNvSpPr/>
            <p:nvPr/>
          </p:nvSpPr>
          <p:spPr>
            <a:xfrm>
              <a:off x="4285698" y="4888111"/>
              <a:ext cx="5348392" cy="223838"/>
            </a:xfrm>
            <a:prstGeom prst="rect">
              <a:avLst/>
            </a:prstGeom>
            <a:noFill/>
            <a:ln/>
          </p:spPr>
          <p:txBody>
            <a:bodyPr wrap="square" lIns="25400" tIns="25400" rIns="25400" bIns="25400" rtlCol="0" anchor="t">
              <a:normAutofit/>
            </a:bodyPr>
            <a:lstStyle/>
            <a:p>
              <a:pPr marL="0" indent="0" algn="l">
                <a:lnSpc>
                  <a:spcPct val="150000"/>
                </a:lnSpc>
                <a:buNone/>
              </a:pPr>
              <a:r>
                <a:rPr lang="en-US" sz="975" i="1">
                  <a:solidFill>
                    <a:srgbClr val="555555"/>
                  </a:solidFill>
                  <a:latin typeface="Segoe UI" pitchFamily="34" charset="0"/>
                  <a:ea typeface="Segoe UI" pitchFamily="34" charset="-122"/>
                  <a:cs typeface="Segoe UI" pitchFamily="34" charset="-120"/>
                </a:rPr>
                <a:t>“PVC, good condition.”</a:t>
              </a:r>
              <a:endParaRPr lang="en-US" sz="975"/>
            </a:p>
          </p:txBody>
        </p:sp>
        <p:sp>
          <p:nvSpPr>
            <p:cNvPr id="59" name="Text 57"/>
            <p:cNvSpPr/>
            <p:nvPr/>
          </p:nvSpPr>
          <p:spPr>
            <a:xfrm>
              <a:off x="4285698" y="5083373"/>
              <a:ext cx="2121991" cy="200025"/>
            </a:xfrm>
            <a:prstGeom prst="rect">
              <a:avLst/>
            </a:prstGeom>
            <a:noFill/>
            <a:ln/>
          </p:spPr>
          <p:txBody>
            <a:bodyPr wrap="square" lIns="0" tIns="0" rIns="0" bIns="0" rtlCol="0" anchor="t">
              <a:normAutofit/>
            </a:bodyPr>
            <a:lstStyle/>
            <a:p>
              <a:pPr marL="0" indent="0" algn="l">
                <a:lnSpc>
                  <a:spcPct val="150000"/>
                </a:lnSpc>
                <a:buNone/>
              </a:pPr>
              <a:r>
                <a:rPr lang="en-US" sz="975">
                  <a:solidFill>
                    <a:srgbClr val="555555"/>
                  </a:solidFill>
                  <a:latin typeface="Segoe UI" pitchFamily="34" charset="0"/>
                  <a:ea typeface="Segoe UI" pitchFamily="34" charset="-122"/>
                  <a:cs typeface="Segoe UI" pitchFamily="34" charset="-120"/>
                </a:rPr>
                <a:t>→ cross-modal contradiction flagged.</a:t>
              </a:r>
              <a:endParaRPr lang="en-US" sz="975"/>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67355-7999-6428-7F00-AC881510DB45}"/>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84CB513D-E8A5-1A82-3B93-969C18747A70}"/>
              </a:ext>
            </a:extLst>
          </p:cNvPr>
          <p:cNvSpPr txBox="1"/>
          <p:nvPr/>
        </p:nvSpPr>
        <p:spPr>
          <a:xfrm>
            <a:off x="6843743" y="1233215"/>
            <a:ext cx="4572000" cy="4572000"/>
          </a:xfrm>
          <a:prstGeom prst="rect">
            <a:avLst/>
          </a:prstGeom>
          <a:solidFill>
            <a:schemeClr val="accent1"/>
          </a:solidFill>
          <a:ln>
            <a:solidFill>
              <a:schemeClr val="accent3"/>
            </a:solidFill>
          </a:ln>
        </p:spPr>
        <p:txBody>
          <a:bodyPr wrap="square" rtlCol="0" anchor="ctr" anchorCtr="0">
            <a:noAutofit/>
          </a:bodyPr>
          <a:lstStyle/>
          <a:p>
            <a:pPr algn="ctr"/>
            <a:r>
              <a:rPr lang="en-US">
                <a:solidFill>
                  <a:schemeClr val="bg1"/>
                </a:solidFill>
              </a:rPr>
              <a:t>QR Code PLACE HOLDER</a:t>
            </a:r>
          </a:p>
          <a:p>
            <a:pPr algn="ctr"/>
            <a:endParaRPr lang="en-US">
              <a:solidFill>
                <a:schemeClr val="bg1"/>
              </a:solidFill>
            </a:endParaRPr>
          </a:p>
          <a:p>
            <a:pPr algn="ctr"/>
            <a:r>
              <a:rPr lang="en-US">
                <a:solidFill>
                  <a:schemeClr val="bg1"/>
                </a:solidFill>
              </a:rPr>
              <a:t>(note for Yoko – IT changes in progress)</a:t>
            </a:r>
          </a:p>
        </p:txBody>
      </p:sp>
      <p:sp>
        <p:nvSpPr>
          <p:cNvPr id="14" name="Shape 12">
            <a:extLst>
              <a:ext uri="{FF2B5EF4-FFF2-40B4-BE49-F238E27FC236}">
                <a16:creationId xmlns:a16="http://schemas.microsoft.com/office/drawing/2014/main" id="{71A0028D-9DE3-7A35-5003-12EA9985B57D}"/>
              </a:ext>
            </a:extLst>
          </p:cNvPr>
          <p:cNvSpPr/>
          <p:nvPr/>
        </p:nvSpPr>
        <p:spPr>
          <a:xfrm>
            <a:off x="736270" y="1257478"/>
            <a:ext cx="5153025" cy="2703233"/>
          </a:xfrm>
          <a:prstGeom prst="rect">
            <a:avLst/>
          </a:prstGeom>
          <a:solidFill>
            <a:srgbClr val="FFFFFF"/>
          </a:solidFill>
          <a:ln w="9525">
            <a:solidFill>
              <a:srgbClr val="D5DDEE"/>
            </a:solidFill>
            <a:prstDash val="solid"/>
          </a:ln>
        </p:spPr>
        <p:txBody>
          <a:bodyPr/>
          <a:lstStyle/>
          <a:p>
            <a:endParaRPr lang="en-US"/>
          </a:p>
        </p:txBody>
      </p:sp>
      <p:sp>
        <p:nvSpPr>
          <p:cNvPr id="15" name="Shape 13">
            <a:extLst>
              <a:ext uri="{FF2B5EF4-FFF2-40B4-BE49-F238E27FC236}">
                <a16:creationId xmlns:a16="http://schemas.microsoft.com/office/drawing/2014/main" id="{76D997BE-8A7B-8809-5CA8-C7058B00D908}"/>
              </a:ext>
            </a:extLst>
          </p:cNvPr>
          <p:cNvSpPr/>
          <p:nvPr/>
        </p:nvSpPr>
        <p:spPr>
          <a:xfrm>
            <a:off x="745795" y="1267003"/>
            <a:ext cx="5133975" cy="917972"/>
          </a:xfrm>
          <a:prstGeom prst="rect">
            <a:avLst/>
          </a:prstGeom>
          <a:solidFill>
            <a:srgbClr val="012060"/>
          </a:solidFill>
          <a:ln/>
        </p:spPr>
        <p:txBody>
          <a:bodyPr/>
          <a:lstStyle/>
          <a:p>
            <a:endParaRPr lang="en-US"/>
          </a:p>
        </p:txBody>
      </p:sp>
      <p:sp>
        <p:nvSpPr>
          <p:cNvPr id="17" name="Text 15">
            <a:extLst>
              <a:ext uri="{FF2B5EF4-FFF2-40B4-BE49-F238E27FC236}">
                <a16:creationId xmlns:a16="http://schemas.microsoft.com/office/drawing/2014/main" id="{E0566E5E-3A24-9938-C93B-FFAA168630DE}"/>
              </a:ext>
            </a:extLst>
          </p:cNvPr>
          <p:cNvSpPr/>
          <p:nvPr/>
        </p:nvSpPr>
        <p:spPr>
          <a:xfrm>
            <a:off x="974395" y="1552753"/>
            <a:ext cx="2033290" cy="498872"/>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650">
                <a:solidFill>
                  <a:srgbClr val="FFFFFF"/>
                </a:solidFill>
                <a:latin typeface="Segoe UI Light" pitchFamily="34" charset="0"/>
                <a:ea typeface="Segoe UI Light" pitchFamily="34" charset="-122"/>
                <a:cs typeface="Segoe UI Light" pitchFamily="34" charset="-120"/>
              </a:rPr>
              <a:t>Stormwater Inspection </a:t>
            </a:r>
            <a:r>
              <a:rPr lang="en-US" sz="1650" b="1">
                <a:solidFill>
                  <a:srgbClr val="FFFFFF"/>
                </a:solidFill>
                <a:latin typeface="Segoe UI Light" pitchFamily="34" charset="0"/>
                <a:ea typeface="Segoe UI Light" pitchFamily="34" charset="-122"/>
                <a:cs typeface="Segoe UI Light" pitchFamily="34" charset="-120"/>
              </a:rPr>
              <a:t>QC Tool</a:t>
            </a:r>
            <a:endParaRPr lang="en-US" sz="1650"/>
          </a:p>
        </p:txBody>
      </p:sp>
      <p:sp>
        <p:nvSpPr>
          <p:cNvPr id="20" name="Text 18">
            <a:extLst>
              <a:ext uri="{FF2B5EF4-FFF2-40B4-BE49-F238E27FC236}">
                <a16:creationId xmlns:a16="http://schemas.microsoft.com/office/drawing/2014/main" id="{C91526DE-10F3-13FC-EAA0-E561B4D207BB}"/>
              </a:ext>
            </a:extLst>
          </p:cNvPr>
          <p:cNvSpPr/>
          <p:nvPr/>
        </p:nvSpPr>
        <p:spPr>
          <a:xfrm>
            <a:off x="853745" y="2356425"/>
            <a:ext cx="5026025" cy="1761530"/>
          </a:xfrm>
          <a:prstGeom prst="rect">
            <a:avLst/>
          </a:prstGeom>
          <a:noFill/>
          <a:ln/>
        </p:spPr>
        <p:txBody>
          <a:bodyPr wrap="square" lIns="25400" tIns="25400" rIns="25400" bIns="25400" rtlCol="0" anchor="t">
            <a:normAutofit/>
          </a:bodyPr>
          <a:lstStyle/>
          <a:p>
            <a:pPr marL="0" indent="0" algn="l">
              <a:lnSpc>
                <a:spcPct val="140000"/>
              </a:lnSpc>
              <a:buNone/>
            </a:pPr>
            <a:r>
              <a:rPr lang="en-US" sz="1200" b="1">
                <a:solidFill>
                  <a:srgbClr val="444444"/>
                </a:solidFill>
                <a:latin typeface="Segoe UI" pitchFamily="34" charset="0"/>
                <a:ea typeface="Segoe UI" pitchFamily="34" charset="-122"/>
                <a:cs typeface="Segoe UI" pitchFamily="34" charset="-120"/>
              </a:rPr>
              <a:t>1. Pick an asset (random, from map, or scan QR code in the room)</a:t>
            </a:r>
            <a:endParaRPr lang="en-US" sz="1200" b="1"/>
          </a:p>
          <a:p>
            <a:pPr>
              <a:lnSpc>
                <a:spcPct val="140000"/>
              </a:lnSpc>
            </a:pPr>
            <a:r>
              <a:rPr lang="en-US" sz="1200" b="1">
                <a:solidFill>
                  <a:srgbClr val="444444"/>
                </a:solidFill>
                <a:latin typeface="Segoe UI" pitchFamily="34" charset="0"/>
                <a:ea typeface="Segoe UI" pitchFamily="34" charset="-122"/>
                <a:cs typeface="Segoe UI" pitchFamily="34" charset="-120"/>
              </a:rPr>
              <a:t>2. Fill out the report</a:t>
            </a:r>
            <a:endParaRPr lang="en-US" sz="1200" b="1"/>
          </a:p>
          <a:p>
            <a:pPr marL="0" indent="0" algn="l">
              <a:lnSpc>
                <a:spcPct val="140000"/>
              </a:lnSpc>
              <a:buNone/>
            </a:pPr>
            <a:r>
              <a:rPr lang="en-US" sz="1200" b="1">
                <a:solidFill>
                  <a:srgbClr val="444444"/>
                </a:solidFill>
                <a:latin typeface="Segoe UI" pitchFamily="34" charset="0"/>
                <a:ea typeface="Segoe UI" pitchFamily="34" charset="-122"/>
                <a:cs typeface="Segoe UI" pitchFamily="34" charset="-120"/>
              </a:rPr>
              <a:t>3. Receive the agent feedback</a:t>
            </a:r>
            <a:endParaRPr lang="en-US" sz="1200" b="1"/>
          </a:p>
          <a:p>
            <a:pPr marL="0" indent="0" algn="l">
              <a:lnSpc>
                <a:spcPct val="140000"/>
              </a:lnSpc>
              <a:buNone/>
            </a:pPr>
            <a:r>
              <a:rPr lang="en-US" sz="1200" b="1">
                <a:solidFill>
                  <a:srgbClr val="444444"/>
                </a:solidFill>
                <a:latin typeface="Segoe UI" pitchFamily="34" charset="0"/>
                <a:ea typeface="Segoe UI" pitchFamily="34" charset="-122"/>
                <a:cs typeface="Segoe UI" pitchFamily="34" charset="-120"/>
              </a:rPr>
              <a:t>4. Try altering your content, switching agent capabilities off/on</a:t>
            </a:r>
            <a:endParaRPr lang="en-US" sz="1200" b="1"/>
          </a:p>
          <a:p>
            <a:pPr marL="0" indent="0" algn="l">
              <a:lnSpc>
                <a:spcPct val="140000"/>
              </a:lnSpc>
              <a:buNone/>
            </a:pPr>
            <a:r>
              <a:rPr lang="en-US" sz="1200" b="1">
                <a:solidFill>
                  <a:srgbClr val="444444"/>
                </a:solidFill>
                <a:latin typeface="Segoe UI" pitchFamily="34" charset="0"/>
                <a:cs typeface="Segoe UI" pitchFamily="34" charset="-120"/>
              </a:rPr>
              <a:t>5. Watch work orders populate on screen</a:t>
            </a:r>
            <a:endParaRPr lang="en-US" sz="1200" b="1"/>
          </a:p>
        </p:txBody>
      </p:sp>
      <p:sp>
        <p:nvSpPr>
          <p:cNvPr id="29" name="Title 28">
            <a:extLst>
              <a:ext uri="{FF2B5EF4-FFF2-40B4-BE49-F238E27FC236}">
                <a16:creationId xmlns:a16="http://schemas.microsoft.com/office/drawing/2014/main" id="{685FFF17-4FF2-039C-F339-0F44C5D6D35A}"/>
              </a:ext>
            </a:extLst>
          </p:cNvPr>
          <p:cNvSpPr>
            <a:spLocks noGrp="1"/>
          </p:cNvSpPr>
          <p:nvPr>
            <p:ph type="title"/>
          </p:nvPr>
        </p:nvSpPr>
        <p:spPr/>
        <p:txBody>
          <a:bodyPr/>
          <a:lstStyle/>
          <a:p>
            <a:r>
              <a:rPr lang="en-US"/>
              <a:t>Hands-on Activity – How to get started</a:t>
            </a:r>
          </a:p>
        </p:txBody>
      </p:sp>
      <p:sp>
        <p:nvSpPr>
          <p:cNvPr id="3" name="TextBox 2">
            <a:extLst>
              <a:ext uri="{FF2B5EF4-FFF2-40B4-BE49-F238E27FC236}">
                <a16:creationId xmlns:a16="http://schemas.microsoft.com/office/drawing/2014/main" id="{E879EAAC-B2BC-9377-B6B8-F7025CC24B24}"/>
              </a:ext>
            </a:extLst>
          </p:cNvPr>
          <p:cNvSpPr txBox="1"/>
          <p:nvPr/>
        </p:nvSpPr>
        <p:spPr>
          <a:xfrm>
            <a:off x="6843743" y="5805215"/>
            <a:ext cx="4572000" cy="369332"/>
          </a:xfrm>
          <a:prstGeom prst="rect">
            <a:avLst/>
          </a:prstGeom>
          <a:noFill/>
        </p:spPr>
        <p:txBody>
          <a:bodyPr wrap="square" rtlCol="0">
            <a:spAutoFit/>
          </a:bodyPr>
          <a:lstStyle/>
          <a:p>
            <a:pPr algn="ctr"/>
            <a:r>
              <a:rPr lang="en-US" dirty="0">
                <a:solidFill>
                  <a:schemeClr val="accent1"/>
                </a:solidFill>
              </a:rPr>
              <a:t>Access Testing: </a:t>
            </a:r>
            <a:r>
              <a:rPr lang="en-US" b="1" dirty="0">
                <a:solidFill>
                  <a:schemeClr val="accent1"/>
                </a:solidFill>
              </a:rPr>
              <a:t>C@r0ll0_T3st1ng</a:t>
            </a:r>
          </a:p>
        </p:txBody>
      </p:sp>
      <p:pic>
        <p:nvPicPr>
          <p:cNvPr id="1026" name="Picture 2" descr="QR Code Image">
            <a:extLst>
              <a:ext uri="{FF2B5EF4-FFF2-40B4-BE49-F238E27FC236}">
                <a16:creationId xmlns:a16="http://schemas.microsoft.com/office/drawing/2014/main" id="{4F28D007-0861-2278-AF1A-7407C622A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044" y="1257478"/>
            <a:ext cx="4522536" cy="45225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7669E88-009A-E67B-16FD-9E906E289ACE}"/>
              </a:ext>
            </a:extLst>
          </p:cNvPr>
          <p:cNvPicPr>
            <a:picLocks noChangeAspect="1"/>
          </p:cNvPicPr>
          <p:nvPr/>
        </p:nvPicPr>
        <p:blipFill>
          <a:blip r:embed="rId4"/>
          <a:stretch>
            <a:fillRect/>
          </a:stretch>
        </p:blipFill>
        <p:spPr>
          <a:xfrm>
            <a:off x="745795" y="4211096"/>
            <a:ext cx="5553946" cy="2431020"/>
          </a:xfrm>
          <a:prstGeom prst="rect">
            <a:avLst/>
          </a:prstGeom>
          <a:solidFill>
            <a:schemeClr val="accent1"/>
          </a:solidFill>
          <a:ln>
            <a:solidFill>
              <a:schemeClr val="accent1"/>
            </a:solidFill>
          </a:ln>
        </p:spPr>
      </p:pic>
    </p:spTree>
    <p:extLst>
      <p:ext uri="{BB962C8B-B14F-4D97-AF65-F5344CB8AC3E}">
        <p14:creationId xmlns:p14="http://schemas.microsoft.com/office/powerpoint/2010/main" val="3033933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09600"/>
            <a:ext cx="10988040" cy="180975"/>
          </a:xfrm>
          <a:prstGeom prst="rect">
            <a:avLst/>
          </a:prstGeom>
          <a:noFill/>
          <a:ln/>
        </p:spPr>
        <p:txBody>
          <a:bodyPr wrap="square" lIns="25400" tIns="25400" rIns="25400" bIns="25400" rtlCol="0" anchor="t">
            <a:normAutofit/>
          </a:bodyPr>
          <a:lstStyle/>
          <a:p>
            <a:pPr marL="0" indent="0" algn="l">
              <a:buNone/>
            </a:pPr>
            <a:r>
              <a:rPr lang="en-US" sz="825" b="1" kern="0" spc="206">
                <a:solidFill>
                  <a:srgbClr val="15A3EB"/>
                </a:solidFill>
                <a:latin typeface="Segoe UI" pitchFamily="34" charset="0"/>
                <a:ea typeface="Segoe UI" pitchFamily="34" charset="-122"/>
                <a:cs typeface="Segoe UI" pitchFamily="34" charset="-120"/>
              </a:rPr>
              <a:t>GOVERNANCE FOR WATER ENGINEERS</a:t>
            </a:r>
            <a:endParaRPr lang="en-US" sz="825"/>
          </a:p>
        </p:txBody>
      </p:sp>
      <p:sp>
        <p:nvSpPr>
          <p:cNvPr id="3" name="Text 1"/>
          <p:cNvSpPr/>
          <p:nvPr/>
        </p:nvSpPr>
        <p:spPr>
          <a:xfrm>
            <a:off x="762000" y="866775"/>
            <a:ext cx="10988040" cy="45809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150">
                <a:solidFill>
                  <a:srgbClr val="012060"/>
                </a:solidFill>
                <a:latin typeface="Segoe UI Light" pitchFamily="34" charset="0"/>
                <a:ea typeface="Segoe UI Light" pitchFamily="34" charset="-122"/>
                <a:cs typeface="Segoe UI Light" pitchFamily="34" charset="-120"/>
              </a:rPr>
              <a:t>Guardrails — </a:t>
            </a:r>
            <a:r>
              <a:rPr lang="en-US" sz="3150" b="1">
                <a:solidFill>
                  <a:srgbClr val="012060"/>
                </a:solidFill>
                <a:latin typeface="Segoe UI Light" pitchFamily="34" charset="0"/>
                <a:ea typeface="Segoe UI Light" pitchFamily="34" charset="-122"/>
                <a:cs typeface="Segoe UI Light" pitchFamily="34" charset="-120"/>
              </a:rPr>
              <a:t>what to do, and what not to.</a:t>
            </a:r>
            <a:endParaRPr lang="en-US" sz="3150"/>
          </a:p>
        </p:txBody>
      </p:sp>
      <p:sp>
        <p:nvSpPr>
          <p:cNvPr id="4" name="Text 2"/>
          <p:cNvSpPr/>
          <p:nvPr/>
        </p:nvSpPr>
        <p:spPr>
          <a:xfrm>
            <a:off x="771525" y="1336633"/>
            <a:ext cx="8633460" cy="42475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a:solidFill>
                  <a:srgbClr val="555555"/>
                </a:solidFill>
                <a:latin typeface="Segoe UI" pitchFamily="34" charset="0"/>
                <a:ea typeface="Segoe UI" pitchFamily="34" charset="-122"/>
                <a:cs typeface="Segoe UI" pitchFamily="34" charset="-120"/>
              </a:rPr>
              <a:t>AI lowers the cost of producing work, not the cost of being wrong. Public health, regulatory compliance, and our PE stamp don’t change. These are the rules of the road.</a:t>
            </a:r>
            <a:endParaRPr lang="en-US" sz="1050"/>
          </a:p>
        </p:txBody>
      </p:sp>
      <p:sp>
        <p:nvSpPr>
          <p:cNvPr id="39" name="Text 37"/>
          <p:cNvSpPr/>
          <p:nvPr/>
        </p:nvSpPr>
        <p:spPr>
          <a:xfrm>
            <a:off x="400050" y="6505575"/>
            <a:ext cx="510927" cy="142875"/>
          </a:xfrm>
          <a:prstGeom prst="rect">
            <a:avLst/>
          </a:prstGeom>
          <a:noFill/>
          <a:ln/>
        </p:spPr>
        <p:txBody>
          <a:bodyPr wrap="square" lIns="25400" tIns="25400" rIns="25400" bIns="25400" rtlCol="0" anchor="t">
            <a:normAutofit fontScale="92500" lnSpcReduction="20000"/>
          </a:bodyPr>
          <a:lstStyle/>
          <a:p>
            <a:pPr marL="0" indent="0" algn="l">
              <a:buNone/>
            </a:pPr>
            <a:r>
              <a:rPr lang="en-US" sz="750" b="1" kern="0" spc="225">
                <a:solidFill>
                  <a:srgbClr val="9AA4BD"/>
                </a:solidFill>
                <a:latin typeface="Arial Narrow" pitchFamily="34" charset="0"/>
                <a:ea typeface="Arial Narrow" pitchFamily="34" charset="-122"/>
                <a:cs typeface="Arial Narrow" pitchFamily="34" charset="-120"/>
              </a:rPr>
              <a:t>09 / 11</a:t>
            </a:r>
            <a:endParaRPr lang="en-US" sz="750"/>
          </a:p>
        </p:txBody>
      </p:sp>
      <p:sp>
        <p:nvSpPr>
          <p:cNvPr id="41" name="Shape 3">
            <a:extLst>
              <a:ext uri="{FF2B5EF4-FFF2-40B4-BE49-F238E27FC236}">
                <a16:creationId xmlns:a16="http://schemas.microsoft.com/office/drawing/2014/main" id="{55EB40CA-4FB0-C315-A2D8-070DC841794C}"/>
              </a:ext>
            </a:extLst>
          </p:cNvPr>
          <p:cNvSpPr/>
          <p:nvPr/>
        </p:nvSpPr>
        <p:spPr>
          <a:xfrm>
            <a:off x="762000" y="1941016"/>
            <a:ext cx="5229225" cy="4307384"/>
          </a:xfrm>
          <a:prstGeom prst="rect">
            <a:avLst/>
          </a:prstGeom>
          <a:solidFill>
            <a:srgbClr val="FFFFFF"/>
          </a:solidFill>
          <a:ln w="9525">
            <a:solidFill>
              <a:srgbClr val="D5DDEE"/>
            </a:solidFill>
            <a:prstDash val="solid"/>
          </a:ln>
        </p:spPr>
        <p:txBody>
          <a:bodyPr/>
          <a:lstStyle/>
          <a:p>
            <a:endParaRPr lang="en-US" sz="2800"/>
          </a:p>
        </p:txBody>
      </p:sp>
      <p:sp>
        <p:nvSpPr>
          <p:cNvPr id="42" name="Shape 4">
            <a:extLst>
              <a:ext uri="{FF2B5EF4-FFF2-40B4-BE49-F238E27FC236}">
                <a16:creationId xmlns:a16="http://schemas.microsoft.com/office/drawing/2014/main" id="{592BFD49-1826-9BE2-F3F4-731E5B634DA2}"/>
              </a:ext>
            </a:extLst>
          </p:cNvPr>
          <p:cNvSpPr/>
          <p:nvPr/>
        </p:nvSpPr>
        <p:spPr>
          <a:xfrm>
            <a:off x="771525" y="1950541"/>
            <a:ext cx="5219700" cy="561975"/>
          </a:xfrm>
          <a:prstGeom prst="rect">
            <a:avLst/>
          </a:prstGeom>
          <a:solidFill>
            <a:srgbClr val="E8F6EE"/>
          </a:solidFill>
          <a:ln/>
        </p:spPr>
        <p:txBody>
          <a:bodyPr/>
          <a:lstStyle/>
          <a:p>
            <a:endParaRPr lang="en-US" sz="2800"/>
          </a:p>
        </p:txBody>
      </p:sp>
      <p:sp>
        <p:nvSpPr>
          <p:cNvPr id="43" name="Shape 5">
            <a:extLst>
              <a:ext uri="{FF2B5EF4-FFF2-40B4-BE49-F238E27FC236}">
                <a16:creationId xmlns:a16="http://schemas.microsoft.com/office/drawing/2014/main" id="{8066E23A-7A12-0A34-AFCA-B870A2A57859}"/>
              </a:ext>
            </a:extLst>
          </p:cNvPr>
          <p:cNvSpPr/>
          <p:nvPr/>
        </p:nvSpPr>
        <p:spPr>
          <a:xfrm>
            <a:off x="771525" y="2502991"/>
            <a:ext cx="5219700" cy="9525"/>
          </a:xfrm>
          <a:prstGeom prst="rect">
            <a:avLst/>
          </a:prstGeom>
          <a:solidFill>
            <a:srgbClr val="B7DDC4"/>
          </a:solidFill>
          <a:ln/>
        </p:spPr>
        <p:txBody>
          <a:bodyPr/>
          <a:lstStyle/>
          <a:p>
            <a:endParaRPr lang="en-US" sz="3600"/>
          </a:p>
        </p:txBody>
      </p:sp>
      <p:sp>
        <p:nvSpPr>
          <p:cNvPr id="44" name="Shape 6">
            <a:extLst>
              <a:ext uri="{FF2B5EF4-FFF2-40B4-BE49-F238E27FC236}">
                <a16:creationId xmlns:a16="http://schemas.microsoft.com/office/drawing/2014/main" id="{41A15B81-3DD3-8BA7-8C6B-2F8FB84F7403}"/>
              </a:ext>
            </a:extLst>
          </p:cNvPr>
          <p:cNvSpPr/>
          <p:nvPr/>
        </p:nvSpPr>
        <p:spPr>
          <a:xfrm>
            <a:off x="962025" y="2083891"/>
            <a:ext cx="285750" cy="285750"/>
          </a:xfrm>
          <a:prstGeom prst="ellipse">
            <a:avLst/>
          </a:prstGeom>
          <a:solidFill>
            <a:srgbClr val="0F6B3A"/>
          </a:solidFill>
          <a:ln/>
        </p:spPr>
        <p:txBody>
          <a:bodyPr/>
          <a:lstStyle/>
          <a:p>
            <a:endParaRPr lang="en-US" sz="2800"/>
          </a:p>
        </p:txBody>
      </p:sp>
      <p:sp>
        <p:nvSpPr>
          <p:cNvPr id="45" name="Text 7">
            <a:extLst>
              <a:ext uri="{FF2B5EF4-FFF2-40B4-BE49-F238E27FC236}">
                <a16:creationId xmlns:a16="http://schemas.microsoft.com/office/drawing/2014/main" id="{F732B0A9-45D3-2F5B-864A-3C31612B678F}"/>
              </a:ext>
            </a:extLst>
          </p:cNvPr>
          <p:cNvSpPr/>
          <p:nvPr/>
        </p:nvSpPr>
        <p:spPr>
          <a:xfrm>
            <a:off x="923925" y="2083891"/>
            <a:ext cx="361950" cy="323850"/>
          </a:xfrm>
          <a:prstGeom prst="rect">
            <a:avLst/>
          </a:prstGeom>
          <a:noFill/>
          <a:ln/>
        </p:spPr>
        <p:txBody>
          <a:bodyPr wrap="square" lIns="25400" tIns="25400" rIns="25400" bIns="25400" rtlCol="0" anchor="ctr">
            <a:normAutofit/>
          </a:bodyPr>
          <a:lstStyle/>
          <a:p>
            <a:pPr marL="0" indent="0" algn="ctr">
              <a:buNone/>
            </a:pPr>
            <a:r>
              <a:rPr lang="en-US" sz="1400" b="1">
                <a:solidFill>
                  <a:srgbClr val="FFFFFF"/>
                </a:solidFill>
                <a:latin typeface="Segoe UI" pitchFamily="34" charset="0"/>
                <a:ea typeface="Segoe UI" pitchFamily="34" charset="-122"/>
                <a:cs typeface="Segoe UI" pitchFamily="34" charset="-120"/>
              </a:rPr>
              <a:t>✓</a:t>
            </a:r>
            <a:endParaRPr lang="en-US" sz="1400"/>
          </a:p>
        </p:txBody>
      </p:sp>
      <p:sp>
        <p:nvSpPr>
          <p:cNvPr id="46" name="Text 8">
            <a:extLst>
              <a:ext uri="{FF2B5EF4-FFF2-40B4-BE49-F238E27FC236}">
                <a16:creationId xmlns:a16="http://schemas.microsoft.com/office/drawing/2014/main" id="{29C498EF-1B11-86C6-1574-021E1D0DA1C6}"/>
              </a:ext>
            </a:extLst>
          </p:cNvPr>
          <p:cNvSpPr/>
          <p:nvPr/>
        </p:nvSpPr>
        <p:spPr>
          <a:xfrm>
            <a:off x="1343024" y="2142976"/>
            <a:ext cx="3466475" cy="188565"/>
          </a:xfrm>
          <a:prstGeom prst="rect">
            <a:avLst/>
          </a:prstGeom>
          <a:noFill/>
          <a:ln/>
        </p:spPr>
        <p:txBody>
          <a:bodyPr wrap="square" lIns="25400" tIns="25400" rIns="25400" bIns="25400" rtlCol="0" anchor="t">
            <a:noAutofit/>
          </a:bodyPr>
          <a:lstStyle/>
          <a:p>
            <a:pPr marL="0" indent="0" algn="l">
              <a:lnSpc>
                <a:spcPct val="110000"/>
              </a:lnSpc>
              <a:buNone/>
            </a:pPr>
            <a:r>
              <a:rPr lang="en-US" sz="1600" b="1">
                <a:solidFill>
                  <a:srgbClr val="012060"/>
                </a:solidFill>
                <a:latin typeface="Segoe UI" pitchFamily="34" charset="0"/>
                <a:ea typeface="Segoe UI" pitchFamily="34" charset="-122"/>
                <a:cs typeface="Segoe UI" pitchFamily="34" charset="-120"/>
              </a:rPr>
              <a:t>Do use GenAI for…</a:t>
            </a:r>
            <a:endParaRPr lang="en-US" sz="1600"/>
          </a:p>
        </p:txBody>
      </p:sp>
      <p:sp>
        <p:nvSpPr>
          <p:cNvPr id="48" name="Text 10">
            <a:extLst>
              <a:ext uri="{FF2B5EF4-FFF2-40B4-BE49-F238E27FC236}">
                <a16:creationId xmlns:a16="http://schemas.microsoft.com/office/drawing/2014/main" id="{C6928FD7-EB53-2142-F7D1-C2DB94CEF76B}"/>
              </a:ext>
            </a:extLst>
          </p:cNvPr>
          <p:cNvSpPr/>
          <p:nvPr/>
        </p:nvSpPr>
        <p:spPr>
          <a:xfrm>
            <a:off x="1031176" y="2513481"/>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Drafts you will review. </a:t>
            </a:r>
            <a:r>
              <a:rPr lang="en-US" sz="1400">
                <a:solidFill>
                  <a:srgbClr val="333333"/>
                </a:solidFill>
                <a:latin typeface="Segoe UI" pitchFamily="34" charset="0"/>
                <a:ea typeface="Segoe UI" pitchFamily="34" charset="-122"/>
                <a:cs typeface="Segoe UI" pitchFamily="34" charset="-120"/>
              </a:rPr>
              <a:t>Memos, TM sections, outreach copy, meeting notes — treat the output as a junior engineer’s first pass.</a:t>
            </a:r>
            <a:endParaRPr lang="en-US" sz="1400"/>
          </a:p>
        </p:txBody>
      </p:sp>
      <p:sp>
        <p:nvSpPr>
          <p:cNvPr id="49" name="Text 11">
            <a:extLst>
              <a:ext uri="{FF2B5EF4-FFF2-40B4-BE49-F238E27FC236}">
                <a16:creationId xmlns:a16="http://schemas.microsoft.com/office/drawing/2014/main" id="{BA6652D2-FFFD-C672-832E-E6CDF909608E}"/>
              </a:ext>
            </a:extLst>
          </p:cNvPr>
          <p:cNvSpPr/>
          <p:nvPr/>
        </p:nvSpPr>
        <p:spPr>
          <a:xfrm>
            <a:off x="1031176" y="3373201"/>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Searching your own documents. </a:t>
            </a:r>
            <a:r>
              <a:rPr lang="en-US" sz="1400">
                <a:solidFill>
                  <a:srgbClr val="333333"/>
                </a:solidFill>
                <a:latin typeface="Segoe UI" pitchFamily="34" charset="0"/>
                <a:ea typeface="Segoe UI" pitchFamily="34" charset="-122"/>
                <a:cs typeface="Segoe UI" pitchFamily="34" charset="-120"/>
              </a:rPr>
              <a:t>RAG over Carollo specs, standards, and prior projects — grounded answers with citations.</a:t>
            </a:r>
            <a:endParaRPr lang="en-US" sz="1400"/>
          </a:p>
        </p:txBody>
      </p:sp>
      <p:sp>
        <p:nvSpPr>
          <p:cNvPr id="50" name="Text 12">
            <a:extLst>
              <a:ext uri="{FF2B5EF4-FFF2-40B4-BE49-F238E27FC236}">
                <a16:creationId xmlns:a16="http://schemas.microsoft.com/office/drawing/2014/main" id="{89E7D284-5B11-D296-92FF-D4619B4ADCBE}"/>
              </a:ext>
            </a:extLst>
          </p:cNvPr>
          <p:cNvSpPr/>
          <p:nvPr/>
        </p:nvSpPr>
        <p:spPr>
          <a:xfrm>
            <a:off x="1031175" y="4218560"/>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Structured extraction. </a:t>
            </a:r>
            <a:r>
              <a:rPr lang="en-US" sz="1400">
                <a:solidFill>
                  <a:srgbClr val="333333"/>
                </a:solidFill>
                <a:latin typeface="Segoe UI" pitchFamily="34" charset="0"/>
                <a:ea typeface="Segoe UI" pitchFamily="34" charset="-122"/>
                <a:cs typeface="Segoe UI" pitchFamily="34" charset="-120"/>
              </a:rPr>
              <a:t>Pulling fields out of PDFs, reports, inspection forms into a spreadsheet or database.</a:t>
            </a:r>
            <a:endParaRPr lang="en-US" sz="1400"/>
          </a:p>
        </p:txBody>
      </p:sp>
      <p:sp>
        <p:nvSpPr>
          <p:cNvPr id="51" name="Text 13">
            <a:extLst>
              <a:ext uri="{FF2B5EF4-FFF2-40B4-BE49-F238E27FC236}">
                <a16:creationId xmlns:a16="http://schemas.microsoft.com/office/drawing/2014/main" id="{D7934C30-C728-AB05-D244-CBA3D12C307A}"/>
              </a:ext>
            </a:extLst>
          </p:cNvPr>
          <p:cNvSpPr/>
          <p:nvPr/>
        </p:nvSpPr>
        <p:spPr>
          <a:xfrm>
            <a:off x="1036352" y="4807799"/>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QC &amp; consistency checks. </a:t>
            </a:r>
            <a:r>
              <a:rPr lang="en-US" sz="1400">
                <a:solidFill>
                  <a:srgbClr val="333333"/>
                </a:solidFill>
                <a:latin typeface="Segoe UI" pitchFamily="34" charset="0"/>
                <a:ea typeface="Segoe UI" pitchFamily="34" charset="-122"/>
                <a:cs typeface="Segoe UI" pitchFamily="34" charset="-120"/>
              </a:rPr>
              <a:t>Flagging vague language, contradictions, terminology drift — humans still decide.</a:t>
            </a:r>
            <a:endParaRPr lang="en-US" sz="1400"/>
          </a:p>
        </p:txBody>
      </p:sp>
      <p:sp>
        <p:nvSpPr>
          <p:cNvPr id="52" name="Text 14">
            <a:extLst>
              <a:ext uri="{FF2B5EF4-FFF2-40B4-BE49-F238E27FC236}">
                <a16:creationId xmlns:a16="http://schemas.microsoft.com/office/drawing/2014/main" id="{CFF6D624-8631-B2F2-23A5-48B9FDC971C6}"/>
              </a:ext>
            </a:extLst>
          </p:cNvPr>
          <p:cNvSpPr/>
          <p:nvPr/>
        </p:nvSpPr>
        <p:spPr>
          <a:xfrm>
            <a:off x="1031176" y="5412521"/>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Translation &amp; accessibility. </a:t>
            </a:r>
            <a:r>
              <a:rPr lang="en-US" sz="1400">
                <a:solidFill>
                  <a:srgbClr val="333333"/>
                </a:solidFill>
                <a:latin typeface="Segoe UI" pitchFamily="34" charset="0"/>
                <a:ea typeface="Segoe UI" pitchFamily="34" charset="-122"/>
                <a:cs typeface="Segoe UI" pitchFamily="34" charset="-120"/>
              </a:rPr>
              <a:t>Bilingual field crews · plain-language summaries of technical content.</a:t>
            </a:r>
            <a:endParaRPr lang="en-US" sz="1400"/>
          </a:p>
        </p:txBody>
      </p:sp>
      <p:sp>
        <p:nvSpPr>
          <p:cNvPr id="53" name="Shape 15">
            <a:extLst>
              <a:ext uri="{FF2B5EF4-FFF2-40B4-BE49-F238E27FC236}">
                <a16:creationId xmlns:a16="http://schemas.microsoft.com/office/drawing/2014/main" id="{4E310F0A-8BBA-EED7-7D7B-CC375D92742D}"/>
              </a:ext>
            </a:extLst>
          </p:cNvPr>
          <p:cNvSpPr/>
          <p:nvPr/>
        </p:nvSpPr>
        <p:spPr>
          <a:xfrm>
            <a:off x="6191250" y="1941015"/>
            <a:ext cx="5229225" cy="4307385"/>
          </a:xfrm>
          <a:prstGeom prst="rect">
            <a:avLst/>
          </a:prstGeom>
          <a:solidFill>
            <a:srgbClr val="FFFFFF"/>
          </a:solidFill>
          <a:ln w="9525">
            <a:solidFill>
              <a:srgbClr val="D5DDEE"/>
            </a:solidFill>
            <a:prstDash val="solid"/>
          </a:ln>
        </p:spPr>
        <p:txBody>
          <a:bodyPr/>
          <a:lstStyle/>
          <a:p>
            <a:endParaRPr lang="en-US" sz="2800"/>
          </a:p>
        </p:txBody>
      </p:sp>
      <p:sp>
        <p:nvSpPr>
          <p:cNvPr id="54" name="Shape 16">
            <a:extLst>
              <a:ext uri="{FF2B5EF4-FFF2-40B4-BE49-F238E27FC236}">
                <a16:creationId xmlns:a16="http://schemas.microsoft.com/office/drawing/2014/main" id="{85474622-6567-FD27-9E63-64242F50181B}"/>
              </a:ext>
            </a:extLst>
          </p:cNvPr>
          <p:cNvSpPr/>
          <p:nvPr/>
        </p:nvSpPr>
        <p:spPr>
          <a:xfrm>
            <a:off x="6200775" y="1950541"/>
            <a:ext cx="5219700" cy="561975"/>
          </a:xfrm>
          <a:prstGeom prst="rect">
            <a:avLst/>
          </a:prstGeom>
          <a:solidFill>
            <a:srgbClr val="FBE7E0"/>
          </a:solidFill>
          <a:ln/>
        </p:spPr>
        <p:txBody>
          <a:bodyPr/>
          <a:lstStyle/>
          <a:p>
            <a:endParaRPr lang="en-US" sz="2800"/>
          </a:p>
        </p:txBody>
      </p:sp>
      <p:sp>
        <p:nvSpPr>
          <p:cNvPr id="55" name="Shape 17">
            <a:extLst>
              <a:ext uri="{FF2B5EF4-FFF2-40B4-BE49-F238E27FC236}">
                <a16:creationId xmlns:a16="http://schemas.microsoft.com/office/drawing/2014/main" id="{4E068D44-8C17-96F2-0C0B-C94565E6669C}"/>
              </a:ext>
            </a:extLst>
          </p:cNvPr>
          <p:cNvSpPr/>
          <p:nvPr/>
        </p:nvSpPr>
        <p:spPr>
          <a:xfrm>
            <a:off x="6200775" y="2502991"/>
            <a:ext cx="5219700" cy="9525"/>
          </a:xfrm>
          <a:prstGeom prst="rect">
            <a:avLst/>
          </a:prstGeom>
          <a:solidFill>
            <a:srgbClr val="E9B6A4"/>
          </a:solidFill>
          <a:ln/>
        </p:spPr>
        <p:txBody>
          <a:bodyPr/>
          <a:lstStyle/>
          <a:p>
            <a:endParaRPr lang="en-US" sz="2800"/>
          </a:p>
        </p:txBody>
      </p:sp>
      <p:sp>
        <p:nvSpPr>
          <p:cNvPr id="56" name="Shape 18">
            <a:extLst>
              <a:ext uri="{FF2B5EF4-FFF2-40B4-BE49-F238E27FC236}">
                <a16:creationId xmlns:a16="http://schemas.microsoft.com/office/drawing/2014/main" id="{A8629476-7416-270E-2BDF-40F3C524CA9B}"/>
              </a:ext>
            </a:extLst>
          </p:cNvPr>
          <p:cNvSpPr/>
          <p:nvPr/>
        </p:nvSpPr>
        <p:spPr>
          <a:xfrm>
            <a:off x="6391275" y="2083891"/>
            <a:ext cx="285750" cy="285750"/>
          </a:xfrm>
          <a:prstGeom prst="ellipse">
            <a:avLst/>
          </a:prstGeom>
          <a:solidFill>
            <a:srgbClr val="B23A1F"/>
          </a:solidFill>
          <a:ln/>
        </p:spPr>
        <p:txBody>
          <a:bodyPr/>
          <a:lstStyle/>
          <a:p>
            <a:endParaRPr lang="en-US" sz="2800"/>
          </a:p>
        </p:txBody>
      </p:sp>
      <p:sp>
        <p:nvSpPr>
          <p:cNvPr id="57" name="Text 19">
            <a:extLst>
              <a:ext uri="{FF2B5EF4-FFF2-40B4-BE49-F238E27FC236}">
                <a16:creationId xmlns:a16="http://schemas.microsoft.com/office/drawing/2014/main" id="{BD032862-ECC2-7AC3-6B3D-1F239B6C508F}"/>
              </a:ext>
            </a:extLst>
          </p:cNvPr>
          <p:cNvSpPr/>
          <p:nvPr/>
        </p:nvSpPr>
        <p:spPr>
          <a:xfrm>
            <a:off x="6353175" y="2083891"/>
            <a:ext cx="361950" cy="323850"/>
          </a:xfrm>
          <a:prstGeom prst="rect">
            <a:avLst/>
          </a:prstGeom>
          <a:noFill/>
          <a:ln/>
        </p:spPr>
        <p:txBody>
          <a:bodyPr wrap="square" lIns="25400" tIns="25400" rIns="25400" bIns="25400" rtlCol="0" anchor="ctr">
            <a:normAutofit/>
          </a:bodyPr>
          <a:lstStyle/>
          <a:p>
            <a:pPr marL="0" indent="0" algn="ctr">
              <a:buNone/>
            </a:pPr>
            <a:r>
              <a:rPr lang="en-US" sz="1400" b="1">
                <a:solidFill>
                  <a:srgbClr val="FFFFFF"/>
                </a:solidFill>
                <a:latin typeface="Segoe UI" pitchFamily="34" charset="0"/>
                <a:ea typeface="Segoe UI" pitchFamily="34" charset="-122"/>
                <a:cs typeface="Segoe UI" pitchFamily="34" charset="-120"/>
              </a:rPr>
              <a:t>✕</a:t>
            </a:r>
            <a:endParaRPr lang="en-US" sz="1400"/>
          </a:p>
        </p:txBody>
      </p:sp>
      <p:sp>
        <p:nvSpPr>
          <p:cNvPr id="58" name="Text 20">
            <a:extLst>
              <a:ext uri="{FF2B5EF4-FFF2-40B4-BE49-F238E27FC236}">
                <a16:creationId xmlns:a16="http://schemas.microsoft.com/office/drawing/2014/main" id="{C49A461B-7F38-0760-7DB3-CD1FF1F86C21}"/>
              </a:ext>
            </a:extLst>
          </p:cNvPr>
          <p:cNvSpPr/>
          <p:nvPr/>
        </p:nvSpPr>
        <p:spPr>
          <a:xfrm>
            <a:off x="6772275" y="2142975"/>
            <a:ext cx="2660974" cy="264765"/>
          </a:xfrm>
          <a:prstGeom prst="rect">
            <a:avLst/>
          </a:prstGeom>
          <a:noFill/>
          <a:ln/>
        </p:spPr>
        <p:txBody>
          <a:bodyPr wrap="square" lIns="25400" tIns="25400" rIns="25400" bIns="25400" rtlCol="0" anchor="t">
            <a:noAutofit/>
          </a:bodyPr>
          <a:lstStyle/>
          <a:p>
            <a:pPr marL="0" indent="0" algn="l">
              <a:lnSpc>
                <a:spcPct val="110000"/>
              </a:lnSpc>
              <a:buNone/>
            </a:pPr>
            <a:r>
              <a:rPr lang="en-US" sz="1600" b="1">
                <a:solidFill>
                  <a:srgbClr val="012060"/>
                </a:solidFill>
                <a:latin typeface="Segoe UI" pitchFamily="34" charset="0"/>
                <a:ea typeface="Segoe UI" pitchFamily="34" charset="-122"/>
                <a:cs typeface="Segoe UI" pitchFamily="34" charset="-120"/>
              </a:rPr>
              <a:t>Don’t use GenAI for…</a:t>
            </a:r>
            <a:endParaRPr lang="en-US" sz="1600"/>
          </a:p>
        </p:txBody>
      </p:sp>
      <p:sp>
        <p:nvSpPr>
          <p:cNvPr id="60" name="Text 22">
            <a:extLst>
              <a:ext uri="{FF2B5EF4-FFF2-40B4-BE49-F238E27FC236}">
                <a16:creationId xmlns:a16="http://schemas.microsoft.com/office/drawing/2014/main" id="{1FD12602-8F39-C7AB-A502-291DF008AEEB}"/>
              </a:ext>
            </a:extLst>
          </p:cNvPr>
          <p:cNvSpPr/>
          <p:nvPr/>
        </p:nvSpPr>
        <p:spPr>
          <a:xfrm>
            <a:off x="6570261" y="2485428"/>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Sealed engineering decisions. </a:t>
            </a:r>
            <a:r>
              <a:rPr lang="en-US" sz="1400">
                <a:solidFill>
                  <a:srgbClr val="333333"/>
                </a:solidFill>
                <a:latin typeface="Segoe UI" pitchFamily="34" charset="0"/>
                <a:ea typeface="Segoe UI" pitchFamily="34" charset="-122"/>
                <a:cs typeface="Segoe UI" pitchFamily="34" charset="-120"/>
              </a:rPr>
              <a:t>Final design values, sizing, stamped calcs are the PE’s — not the model’s.</a:t>
            </a:r>
            <a:endParaRPr lang="en-US" sz="1400"/>
          </a:p>
        </p:txBody>
      </p:sp>
      <p:sp>
        <p:nvSpPr>
          <p:cNvPr id="61" name="Text 23">
            <a:extLst>
              <a:ext uri="{FF2B5EF4-FFF2-40B4-BE49-F238E27FC236}">
                <a16:creationId xmlns:a16="http://schemas.microsoft.com/office/drawing/2014/main" id="{EB6AF99F-14CE-CBFA-1AB2-FA440B370B89}"/>
              </a:ext>
            </a:extLst>
          </p:cNvPr>
          <p:cNvSpPr/>
          <p:nvPr/>
        </p:nvSpPr>
        <p:spPr>
          <a:xfrm>
            <a:off x="6570261" y="3107355"/>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Anything safety- or compliance-critical, unverified. </a:t>
            </a:r>
            <a:r>
              <a:rPr lang="en-US" sz="1400">
                <a:solidFill>
                  <a:srgbClr val="333333"/>
                </a:solidFill>
                <a:latin typeface="Segoe UI" pitchFamily="34" charset="0"/>
                <a:ea typeface="Segoe UI" pitchFamily="34" charset="-122"/>
                <a:cs typeface="Segoe UI" pitchFamily="34" charset="-120"/>
              </a:rPr>
              <a:t>Permit numbers, regulatory limits, alarm setpoints — always confirm against source.</a:t>
            </a:r>
            <a:endParaRPr lang="en-US" sz="1400"/>
          </a:p>
        </p:txBody>
      </p:sp>
      <p:sp>
        <p:nvSpPr>
          <p:cNvPr id="62" name="Text 24">
            <a:extLst>
              <a:ext uri="{FF2B5EF4-FFF2-40B4-BE49-F238E27FC236}">
                <a16:creationId xmlns:a16="http://schemas.microsoft.com/office/drawing/2014/main" id="{D37EA6B1-2DA0-AE7B-32DC-C473E61C33E0}"/>
              </a:ext>
            </a:extLst>
          </p:cNvPr>
          <p:cNvSpPr/>
          <p:nvPr/>
        </p:nvSpPr>
        <p:spPr>
          <a:xfrm>
            <a:off x="6570261" y="3950789"/>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Client data on public consumer tools. </a:t>
            </a:r>
            <a:r>
              <a:rPr lang="en-US" sz="1400">
                <a:solidFill>
                  <a:srgbClr val="333333"/>
                </a:solidFill>
                <a:latin typeface="Segoe UI" pitchFamily="34" charset="0"/>
                <a:ea typeface="Segoe UI" pitchFamily="34" charset="-122"/>
                <a:cs typeface="Segoe UI" pitchFamily="34" charset="-120"/>
              </a:rPr>
              <a:t>No client PII, SCADA data, or rate models pasted into a free ChatGPT or Gemini account.</a:t>
            </a:r>
            <a:endParaRPr lang="en-US" sz="1400"/>
          </a:p>
        </p:txBody>
      </p:sp>
      <p:sp>
        <p:nvSpPr>
          <p:cNvPr id="63" name="Text 25">
            <a:extLst>
              <a:ext uri="{FF2B5EF4-FFF2-40B4-BE49-F238E27FC236}">
                <a16:creationId xmlns:a16="http://schemas.microsoft.com/office/drawing/2014/main" id="{BD9EFAF4-A4BD-D561-DCE4-BEE0684494C2}"/>
              </a:ext>
            </a:extLst>
          </p:cNvPr>
          <p:cNvSpPr/>
          <p:nvPr/>
        </p:nvSpPr>
        <p:spPr>
          <a:xfrm>
            <a:off x="6570261" y="4843512"/>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Operational control without a human. </a:t>
            </a:r>
            <a:r>
              <a:rPr lang="en-US" sz="1400">
                <a:solidFill>
                  <a:srgbClr val="333333"/>
                </a:solidFill>
                <a:latin typeface="Segoe UI" pitchFamily="34" charset="0"/>
                <a:ea typeface="Segoe UI" pitchFamily="34" charset="-122"/>
                <a:cs typeface="Segoe UI" pitchFamily="34" charset="-120"/>
              </a:rPr>
              <a:t>No closed-loop control of pumps, valves, or chemical dosing.</a:t>
            </a:r>
            <a:endParaRPr lang="en-US" sz="1400"/>
          </a:p>
        </p:txBody>
      </p:sp>
      <p:sp>
        <p:nvSpPr>
          <p:cNvPr id="64" name="Text 26">
            <a:extLst>
              <a:ext uri="{FF2B5EF4-FFF2-40B4-BE49-F238E27FC236}">
                <a16:creationId xmlns:a16="http://schemas.microsoft.com/office/drawing/2014/main" id="{178E594D-2899-AB08-8CCC-6352C6B3A8FD}"/>
              </a:ext>
            </a:extLst>
          </p:cNvPr>
          <p:cNvSpPr/>
          <p:nvPr/>
        </p:nvSpPr>
        <p:spPr>
          <a:xfrm>
            <a:off x="6570261" y="5434246"/>
            <a:ext cx="4774311" cy="397073"/>
          </a:xfrm>
          <a:prstGeom prst="rect">
            <a:avLst/>
          </a:prstGeom>
          <a:noFill/>
          <a:ln/>
        </p:spPr>
        <p:txBody>
          <a:bodyPr wrap="square" lIns="25400" tIns="25400" rIns="25400" bIns="25400" rtlCol="0" anchor="t">
            <a:noAutofit/>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Hiding the assist. </a:t>
            </a:r>
            <a:r>
              <a:rPr lang="en-US" sz="1400">
                <a:solidFill>
                  <a:srgbClr val="333333"/>
                </a:solidFill>
                <a:latin typeface="Segoe UI" pitchFamily="34" charset="0"/>
                <a:ea typeface="Segoe UI" pitchFamily="34" charset="-122"/>
                <a:cs typeface="Segoe UI" pitchFamily="34" charset="-120"/>
              </a:rPr>
              <a:t>If AI helped produce the work, your QC process should know — and so should the reviewer.</a:t>
            </a:r>
            <a:endParaRPr 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6750" y="533400"/>
            <a:ext cx="11184255" cy="180975"/>
          </a:xfrm>
          <a:prstGeom prst="rect">
            <a:avLst/>
          </a:prstGeom>
          <a:noFill/>
          <a:ln/>
        </p:spPr>
        <p:txBody>
          <a:bodyPr wrap="square" lIns="25400" tIns="25400" rIns="25400" bIns="25400" rtlCol="0" anchor="t">
            <a:normAutofit fontScale="92500" lnSpcReduction="20000"/>
          </a:bodyPr>
          <a:lstStyle/>
          <a:p>
            <a:pPr marL="0" indent="0" algn="l">
              <a:buNone/>
            </a:pPr>
            <a:r>
              <a:rPr lang="en-US" sz="1100" b="1" kern="0" spc="206">
                <a:solidFill>
                  <a:srgbClr val="15A3EB"/>
                </a:solidFill>
                <a:latin typeface="Segoe UI" pitchFamily="34" charset="0"/>
                <a:ea typeface="Segoe UI" pitchFamily="34" charset="-122"/>
                <a:cs typeface="Segoe UI" pitchFamily="34" charset="-120"/>
              </a:rPr>
              <a:t>WHAT HAPPENS TO YOUR DATA</a:t>
            </a:r>
            <a:endParaRPr lang="en-US" sz="1100"/>
          </a:p>
        </p:txBody>
      </p:sp>
      <p:sp>
        <p:nvSpPr>
          <p:cNvPr id="3" name="Text 1"/>
          <p:cNvSpPr/>
          <p:nvPr/>
        </p:nvSpPr>
        <p:spPr>
          <a:xfrm>
            <a:off x="666750" y="771525"/>
            <a:ext cx="11184255" cy="45809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150" kern="0" spc="-31">
                <a:solidFill>
                  <a:srgbClr val="012060"/>
                </a:solidFill>
                <a:latin typeface="Segoe UI Light" pitchFamily="34" charset="0"/>
                <a:ea typeface="Segoe UI Light" pitchFamily="34" charset="-122"/>
                <a:cs typeface="Segoe UI Light" pitchFamily="34" charset="-120"/>
              </a:rPr>
              <a:t>Where you paste it </a:t>
            </a:r>
            <a:r>
              <a:rPr lang="en-US" sz="3150" b="1" kern="0" spc="-31">
                <a:solidFill>
                  <a:srgbClr val="012060"/>
                </a:solidFill>
                <a:latin typeface="Segoe UI Light" pitchFamily="34" charset="0"/>
                <a:ea typeface="Segoe UI Light" pitchFamily="34" charset="-122"/>
                <a:cs typeface="Segoe UI Light" pitchFamily="34" charset="-120"/>
              </a:rPr>
              <a:t>matters more </a:t>
            </a:r>
            <a:r>
              <a:rPr lang="en-US" sz="3150" kern="0" spc="-31">
                <a:solidFill>
                  <a:srgbClr val="012060"/>
                </a:solidFill>
                <a:latin typeface="Segoe UI Light" pitchFamily="34" charset="0"/>
                <a:ea typeface="Segoe UI Light" pitchFamily="34" charset="-122"/>
                <a:cs typeface="Segoe UI Light" pitchFamily="34" charset="-120"/>
              </a:rPr>
              <a:t>than what you ask.</a:t>
            </a:r>
            <a:endParaRPr lang="en-US" sz="3150"/>
          </a:p>
        </p:txBody>
      </p:sp>
      <p:sp>
        <p:nvSpPr>
          <p:cNvPr id="4" name="Text 2"/>
          <p:cNvSpPr/>
          <p:nvPr/>
        </p:nvSpPr>
        <p:spPr>
          <a:xfrm>
            <a:off x="666750" y="1229618"/>
            <a:ext cx="9025890" cy="230981"/>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300">
                <a:solidFill>
                  <a:srgbClr val="555555"/>
                </a:solidFill>
                <a:latin typeface="Segoe UI" pitchFamily="34" charset="0"/>
                <a:ea typeface="Segoe UI" pitchFamily="34" charset="-122"/>
                <a:cs typeface="Segoe UI" pitchFamily="34" charset="-120"/>
              </a:rPr>
              <a:t>The single most important habit: know whether the tool is </a:t>
            </a:r>
            <a:r>
              <a:rPr lang="en-US" sz="1300" b="1">
                <a:solidFill>
                  <a:srgbClr val="555555"/>
                </a:solidFill>
                <a:latin typeface="Segoe UI" pitchFamily="34" charset="0"/>
                <a:ea typeface="Segoe UI" pitchFamily="34" charset="-122"/>
                <a:cs typeface="Segoe UI" pitchFamily="34" charset="-120"/>
              </a:rPr>
              <a:t>inside </a:t>
            </a:r>
            <a:r>
              <a:rPr lang="en-US" sz="1300">
                <a:solidFill>
                  <a:srgbClr val="555555"/>
                </a:solidFill>
                <a:latin typeface="Segoe UI" pitchFamily="34" charset="0"/>
                <a:ea typeface="Segoe UI" pitchFamily="34" charset="-122"/>
                <a:cs typeface="Segoe UI" pitchFamily="34" charset="-120"/>
              </a:rPr>
              <a:t>our tenant or </a:t>
            </a:r>
            <a:r>
              <a:rPr lang="en-US" sz="1300" b="1">
                <a:solidFill>
                  <a:srgbClr val="555555"/>
                </a:solidFill>
                <a:latin typeface="Segoe UI" pitchFamily="34" charset="0"/>
                <a:ea typeface="Segoe UI" pitchFamily="34" charset="-122"/>
                <a:cs typeface="Segoe UI" pitchFamily="34" charset="-120"/>
              </a:rPr>
              <a:t>outside </a:t>
            </a:r>
            <a:r>
              <a:rPr lang="en-US" sz="1300">
                <a:solidFill>
                  <a:srgbClr val="555555"/>
                </a:solidFill>
                <a:latin typeface="Segoe UI" pitchFamily="34" charset="0"/>
                <a:ea typeface="Segoe UI" pitchFamily="34" charset="-122"/>
                <a:cs typeface="Segoe UI" pitchFamily="34" charset="-120"/>
              </a:rPr>
              <a:t>of it. Same question, two completely different data paths.</a:t>
            </a:r>
            <a:endParaRPr lang="en-US" sz="1300"/>
          </a:p>
        </p:txBody>
      </p:sp>
      <p:sp>
        <p:nvSpPr>
          <p:cNvPr id="5" name="Shape 3"/>
          <p:cNvSpPr/>
          <p:nvPr/>
        </p:nvSpPr>
        <p:spPr>
          <a:xfrm>
            <a:off x="666750" y="1593949"/>
            <a:ext cx="5353050" cy="3800000"/>
          </a:xfrm>
          <a:prstGeom prst="rect">
            <a:avLst/>
          </a:prstGeom>
          <a:solidFill>
            <a:srgbClr val="FFFFFF"/>
          </a:solidFill>
          <a:ln w="9525">
            <a:solidFill>
              <a:srgbClr val="D5DDEE"/>
            </a:solidFill>
            <a:prstDash val="solid"/>
          </a:ln>
        </p:spPr>
        <p:txBody>
          <a:bodyPr/>
          <a:lstStyle/>
          <a:p>
            <a:endParaRPr lang="en-US"/>
          </a:p>
        </p:txBody>
      </p:sp>
      <p:sp>
        <p:nvSpPr>
          <p:cNvPr id="6" name="Shape 4"/>
          <p:cNvSpPr/>
          <p:nvPr/>
        </p:nvSpPr>
        <p:spPr>
          <a:xfrm>
            <a:off x="676275" y="1603474"/>
            <a:ext cx="5334000" cy="780000"/>
          </a:xfrm>
          <a:prstGeom prst="rect">
            <a:avLst/>
          </a:prstGeom>
          <a:solidFill>
            <a:srgbClr val="FBE7E0"/>
          </a:solidFill>
          <a:ln/>
        </p:spPr>
        <p:txBody>
          <a:bodyPr/>
          <a:lstStyle/>
          <a:p>
            <a:endParaRPr lang="en-US"/>
          </a:p>
        </p:txBody>
      </p:sp>
      <p:sp>
        <p:nvSpPr>
          <p:cNvPr id="7" name="Shape 5"/>
          <p:cNvSpPr/>
          <p:nvPr/>
        </p:nvSpPr>
        <p:spPr>
          <a:xfrm>
            <a:off x="676275" y="2383474"/>
            <a:ext cx="5334000" cy="9525"/>
          </a:xfrm>
          <a:prstGeom prst="rect">
            <a:avLst/>
          </a:prstGeom>
          <a:solidFill>
            <a:srgbClr val="E9B6A4"/>
          </a:solidFill>
          <a:ln/>
        </p:spPr>
        <p:txBody>
          <a:bodyPr/>
          <a:lstStyle/>
          <a:p>
            <a:endParaRPr lang="en-US"/>
          </a:p>
        </p:txBody>
      </p:sp>
      <p:sp>
        <p:nvSpPr>
          <p:cNvPr id="8" name="Shape 6"/>
          <p:cNvSpPr/>
          <p:nvPr/>
        </p:nvSpPr>
        <p:spPr>
          <a:xfrm>
            <a:off x="790575" y="1850000"/>
            <a:ext cx="336054" cy="343850"/>
          </a:xfrm>
          <a:prstGeom prst="ellipse">
            <a:avLst/>
          </a:prstGeom>
          <a:solidFill>
            <a:srgbClr val="B23A1F"/>
          </a:solidFill>
          <a:ln/>
        </p:spPr>
        <p:txBody>
          <a:bodyPr/>
          <a:lstStyle/>
          <a:p>
            <a:endParaRPr lang="en-US"/>
          </a:p>
        </p:txBody>
      </p:sp>
      <p:sp>
        <p:nvSpPr>
          <p:cNvPr id="9" name="Text 7"/>
          <p:cNvSpPr/>
          <p:nvPr/>
        </p:nvSpPr>
        <p:spPr>
          <a:xfrm>
            <a:off x="790575" y="1860000"/>
            <a:ext cx="336054" cy="323850"/>
          </a:xfrm>
          <a:prstGeom prst="rect">
            <a:avLst/>
          </a:prstGeom>
          <a:noFill/>
          <a:ln/>
        </p:spPr>
        <p:txBody>
          <a:bodyPr wrap="square" lIns="25400" tIns="25400" rIns="25400" bIns="25400" rtlCol="0" anchor="ctr">
            <a:normAutofit/>
          </a:bodyPr>
          <a:lstStyle/>
          <a:p>
            <a:pPr marL="0" indent="0" algn="ctr">
              <a:buNone/>
            </a:pPr>
            <a:r>
              <a:rPr lang="en-US" sz="1400" b="1">
                <a:solidFill>
                  <a:srgbClr val="FFFFFF"/>
                </a:solidFill>
                <a:latin typeface="Segoe UI" pitchFamily="34" charset="0"/>
                <a:ea typeface="Segoe UI" pitchFamily="34" charset="-122"/>
                <a:cs typeface="Segoe UI" pitchFamily="34" charset="-120"/>
              </a:rPr>
              <a:t>!</a:t>
            </a:r>
            <a:endParaRPr lang="en-US" sz="1400"/>
          </a:p>
        </p:txBody>
      </p:sp>
      <p:sp>
        <p:nvSpPr>
          <p:cNvPr id="10" name="Text 8"/>
          <p:cNvSpPr/>
          <p:nvPr/>
        </p:nvSpPr>
        <p:spPr>
          <a:xfrm>
            <a:off x="1221879" y="1820000"/>
            <a:ext cx="1513136" cy="50000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600" b="1">
                <a:solidFill>
                  <a:srgbClr val="012060"/>
                </a:solidFill>
                <a:latin typeface="Segoe UI" pitchFamily="34" charset="0"/>
                <a:ea typeface="Segoe UI" pitchFamily="34" charset="-122"/>
                <a:cs typeface="Segoe UI" pitchFamily="34" charset="-120"/>
              </a:rPr>
              <a:t>Public consumer tools</a:t>
            </a:r>
            <a:endParaRPr lang="en-US" sz="1600"/>
          </a:p>
        </p:txBody>
      </p:sp>
      <p:sp>
        <p:nvSpPr>
          <p:cNvPr id="11" name="Text 9"/>
          <p:cNvSpPr/>
          <p:nvPr/>
        </p:nvSpPr>
        <p:spPr>
          <a:xfrm>
            <a:off x="2754064" y="1860000"/>
            <a:ext cx="3157682"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000" b="1" kern="0" spc="135">
                <a:solidFill>
                  <a:srgbClr val="666666"/>
                </a:solidFill>
                <a:latin typeface="Segoe UI" pitchFamily="34" charset="0"/>
                <a:ea typeface="Segoe UI" pitchFamily="34" charset="-122"/>
                <a:cs typeface="Segoe UI" pitchFamily="34" charset="-120"/>
              </a:rPr>
              <a:t>CHATGPT.COM · GEMINI.GOOGLE.COM · FREE CLAUDE.AI</a:t>
            </a:r>
            <a:endParaRPr lang="en-US" sz="1000"/>
          </a:p>
        </p:txBody>
      </p:sp>
      <p:sp>
        <p:nvSpPr>
          <p:cNvPr id="12" name="Text 10"/>
          <p:cNvSpPr/>
          <p:nvPr/>
        </p:nvSpPr>
        <p:spPr>
          <a:xfrm>
            <a:off x="1076325" y="252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Your input may be used to improve the model </a:t>
            </a:r>
            <a:r>
              <a:rPr lang="en-US" sz="1400">
                <a:solidFill>
                  <a:srgbClr val="333333"/>
                </a:solidFill>
                <a:latin typeface="Segoe UI" pitchFamily="34" charset="0"/>
                <a:ea typeface="Segoe UI" pitchFamily="34" charset="-122"/>
                <a:cs typeface="Segoe UI" pitchFamily="34" charset="-120"/>
              </a:rPr>
              <a:t>(unless you turned training off — and even then, it can be retained for safety review).</a:t>
            </a:r>
            <a:endParaRPr lang="en-US" sz="1400"/>
          </a:p>
        </p:txBody>
      </p:sp>
      <p:sp>
        <p:nvSpPr>
          <p:cNvPr id="13" name="Text 11"/>
          <p:cNvSpPr/>
          <p:nvPr/>
        </p:nvSpPr>
        <p:spPr>
          <a:xfrm>
            <a:off x="1076325" y="306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Account is personal, not Carollo’s. </a:t>
            </a:r>
            <a:r>
              <a:rPr lang="en-US" sz="1400">
                <a:solidFill>
                  <a:srgbClr val="333333"/>
                </a:solidFill>
                <a:latin typeface="Segoe UI" pitchFamily="34" charset="0"/>
                <a:ea typeface="Segoe UI" pitchFamily="34" charset="-122"/>
                <a:cs typeface="Segoe UI" pitchFamily="34" charset="-120"/>
              </a:rPr>
              <a:t>No tenant identity, no enterprise audit log, no DLP.</a:t>
            </a:r>
            <a:endParaRPr lang="en-US" sz="1400"/>
          </a:p>
        </p:txBody>
      </p:sp>
      <p:sp>
        <p:nvSpPr>
          <p:cNvPr id="14" name="Text 12"/>
          <p:cNvSpPr/>
          <p:nvPr/>
        </p:nvSpPr>
        <p:spPr>
          <a:xfrm>
            <a:off x="1076325" y="360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No tie to your files. </a:t>
            </a:r>
            <a:r>
              <a:rPr lang="en-US" sz="1400">
                <a:solidFill>
                  <a:srgbClr val="333333"/>
                </a:solidFill>
                <a:latin typeface="Segoe UI" pitchFamily="34" charset="0"/>
                <a:ea typeface="Segoe UI" pitchFamily="34" charset="-122"/>
                <a:cs typeface="Segoe UI" pitchFamily="34" charset="-120"/>
              </a:rPr>
              <a:t>If you want the model to see a document, you have to paste it in — and now it’s out there.</a:t>
            </a:r>
            <a:endParaRPr lang="en-US" sz="1400"/>
          </a:p>
        </p:txBody>
      </p:sp>
      <p:sp>
        <p:nvSpPr>
          <p:cNvPr id="15" name="Text 13"/>
          <p:cNvSpPr/>
          <p:nvPr/>
        </p:nvSpPr>
        <p:spPr>
          <a:xfrm>
            <a:off x="1076325" y="414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Acceptable use: </a:t>
            </a:r>
            <a:r>
              <a:rPr lang="en-US" sz="1400">
                <a:solidFill>
                  <a:srgbClr val="333333"/>
                </a:solidFill>
                <a:latin typeface="Segoe UI" pitchFamily="34" charset="0"/>
                <a:ea typeface="Segoe UI" pitchFamily="34" charset="-122"/>
                <a:cs typeface="Segoe UI" pitchFamily="34" charset="-120"/>
              </a:rPr>
              <a:t>public knowledge questions, brainstorming, learning syntax. Never client data, SCADA, PII, or rate models.</a:t>
            </a:r>
            <a:endParaRPr lang="en-US" sz="1400"/>
          </a:p>
        </p:txBody>
      </p:sp>
      <p:sp>
        <p:nvSpPr>
          <p:cNvPr id="16" name="Shape 14"/>
          <p:cNvSpPr/>
          <p:nvPr/>
        </p:nvSpPr>
        <p:spPr>
          <a:xfrm>
            <a:off x="6172200" y="1593949"/>
            <a:ext cx="5353050" cy="3800000"/>
          </a:xfrm>
          <a:prstGeom prst="rect">
            <a:avLst/>
          </a:prstGeom>
          <a:solidFill>
            <a:srgbClr val="FFFFFF"/>
          </a:solidFill>
          <a:ln w="9525">
            <a:solidFill>
              <a:srgbClr val="D5DDEE"/>
            </a:solidFill>
            <a:prstDash val="solid"/>
          </a:ln>
        </p:spPr>
        <p:txBody>
          <a:bodyPr/>
          <a:lstStyle/>
          <a:p>
            <a:endParaRPr lang="en-US"/>
          </a:p>
        </p:txBody>
      </p:sp>
      <p:sp>
        <p:nvSpPr>
          <p:cNvPr id="17" name="Shape 15"/>
          <p:cNvSpPr/>
          <p:nvPr/>
        </p:nvSpPr>
        <p:spPr>
          <a:xfrm>
            <a:off x="6181725" y="1603474"/>
            <a:ext cx="5334000" cy="780000"/>
          </a:xfrm>
          <a:prstGeom prst="rect">
            <a:avLst/>
          </a:prstGeom>
          <a:solidFill>
            <a:srgbClr val="E8F6EE"/>
          </a:solidFill>
          <a:ln/>
        </p:spPr>
        <p:txBody>
          <a:bodyPr/>
          <a:lstStyle/>
          <a:p>
            <a:endParaRPr lang="en-US"/>
          </a:p>
        </p:txBody>
      </p:sp>
      <p:sp>
        <p:nvSpPr>
          <p:cNvPr id="18" name="Shape 16"/>
          <p:cNvSpPr/>
          <p:nvPr/>
        </p:nvSpPr>
        <p:spPr>
          <a:xfrm>
            <a:off x="6181725" y="2383474"/>
            <a:ext cx="5334000" cy="9525"/>
          </a:xfrm>
          <a:prstGeom prst="rect">
            <a:avLst/>
          </a:prstGeom>
          <a:solidFill>
            <a:srgbClr val="B7DDC4"/>
          </a:solidFill>
          <a:ln/>
        </p:spPr>
        <p:txBody>
          <a:bodyPr/>
          <a:lstStyle/>
          <a:p>
            <a:endParaRPr lang="en-US"/>
          </a:p>
        </p:txBody>
      </p:sp>
      <p:sp>
        <p:nvSpPr>
          <p:cNvPr id="19" name="Shape 17"/>
          <p:cNvSpPr/>
          <p:nvPr/>
        </p:nvSpPr>
        <p:spPr>
          <a:xfrm>
            <a:off x="6269677" y="1830986"/>
            <a:ext cx="361211" cy="342863"/>
          </a:xfrm>
          <a:prstGeom prst="roundRect">
            <a:avLst>
              <a:gd name="adj" fmla="val 50000"/>
            </a:avLst>
          </a:prstGeom>
          <a:solidFill>
            <a:srgbClr val="0F6B3A"/>
          </a:solidFill>
          <a:ln/>
        </p:spPr>
        <p:txBody>
          <a:bodyPr/>
          <a:lstStyle/>
          <a:p>
            <a:endParaRPr lang="en-US"/>
          </a:p>
        </p:txBody>
      </p:sp>
      <p:sp>
        <p:nvSpPr>
          <p:cNvPr id="20" name="Text 18"/>
          <p:cNvSpPr/>
          <p:nvPr/>
        </p:nvSpPr>
        <p:spPr>
          <a:xfrm>
            <a:off x="6360909" y="1850000"/>
            <a:ext cx="212829" cy="285750"/>
          </a:xfrm>
          <a:prstGeom prst="rect">
            <a:avLst/>
          </a:prstGeom>
          <a:noFill/>
          <a:ln/>
        </p:spPr>
        <p:txBody>
          <a:bodyPr wrap="square" lIns="25400" tIns="25400" rIns="25400" bIns="25400" rtlCol="0" anchor="ctr">
            <a:normAutofit/>
          </a:bodyPr>
          <a:lstStyle/>
          <a:p>
            <a:pPr marL="0" indent="0" algn="ctr">
              <a:buNone/>
            </a:pPr>
            <a:r>
              <a:rPr lang="en-US" sz="1400" b="1">
                <a:solidFill>
                  <a:srgbClr val="FFFFFF"/>
                </a:solidFill>
                <a:latin typeface="Segoe UI" pitchFamily="34" charset="0"/>
                <a:ea typeface="Segoe UI" pitchFamily="34" charset="-122"/>
                <a:cs typeface="Segoe UI" pitchFamily="34" charset="-120"/>
              </a:rPr>
              <a:t>✓</a:t>
            </a:r>
            <a:endParaRPr lang="en-US" sz="1400"/>
          </a:p>
        </p:txBody>
      </p:sp>
      <p:sp>
        <p:nvSpPr>
          <p:cNvPr id="21" name="Text 19"/>
          <p:cNvSpPr/>
          <p:nvPr/>
        </p:nvSpPr>
        <p:spPr>
          <a:xfrm>
            <a:off x="6713630" y="1786051"/>
            <a:ext cx="1506445" cy="500000"/>
          </a:xfrm>
          <a:prstGeom prst="rect">
            <a:avLst/>
          </a:prstGeom>
          <a:noFill/>
          <a:ln/>
        </p:spPr>
        <p:txBody>
          <a:bodyPr wrap="square" lIns="25400" tIns="25400" rIns="25400" bIns="25400" rtlCol="0" anchor="t">
            <a:normAutofit fontScale="62500" lnSpcReduction="20000"/>
          </a:bodyPr>
          <a:lstStyle/>
          <a:p>
            <a:pPr marL="0" indent="0" algn="l">
              <a:lnSpc>
                <a:spcPct val="110000"/>
              </a:lnSpc>
              <a:buNone/>
            </a:pPr>
            <a:r>
              <a:rPr lang="en-US" sz="1600" b="1">
                <a:solidFill>
                  <a:srgbClr val="012060"/>
                </a:solidFill>
                <a:latin typeface="Segoe UI" pitchFamily="34" charset="0"/>
                <a:ea typeface="Segoe UI" pitchFamily="34" charset="-122"/>
                <a:cs typeface="Segoe UI" pitchFamily="34" charset="-120"/>
              </a:rPr>
              <a:t>MS Copilot 365 (and any approved enterprise tools)</a:t>
            </a:r>
            <a:endParaRPr lang="en-US" sz="1600"/>
          </a:p>
        </p:txBody>
      </p:sp>
      <p:sp>
        <p:nvSpPr>
          <p:cNvPr id="22" name="Text 20"/>
          <p:cNvSpPr/>
          <p:nvPr/>
        </p:nvSpPr>
        <p:spPr>
          <a:xfrm>
            <a:off x="8293447" y="1860000"/>
            <a:ext cx="3122731" cy="304800"/>
          </a:xfrm>
          <a:prstGeom prst="rect">
            <a:avLst/>
          </a:prstGeom>
          <a:noFill/>
          <a:ln/>
        </p:spPr>
        <p:txBody>
          <a:bodyPr wrap="square" lIns="25400" tIns="25400" rIns="25400" bIns="25400" rtlCol="0" anchor="t">
            <a:normAutofit fontScale="77500" lnSpcReduction="20000"/>
          </a:bodyPr>
          <a:lstStyle/>
          <a:p>
            <a:pPr marL="0" indent="0" algn="l">
              <a:buNone/>
            </a:pPr>
            <a:r>
              <a:rPr lang="en-US" sz="1000" b="1" kern="0" spc="135">
                <a:solidFill>
                  <a:srgbClr val="666666"/>
                </a:solidFill>
                <a:latin typeface="Segoe UI" pitchFamily="34" charset="0"/>
                <a:ea typeface="Segoe UI" pitchFamily="34" charset="-122"/>
                <a:cs typeface="Segoe UI" pitchFamily="34" charset="-120"/>
              </a:rPr>
              <a:t>COPILOT.MICROSOFT.COM (WITH WORK BADGE) · IN-APP COPILOT · AZURE AI FOUNDRY</a:t>
            </a:r>
            <a:endParaRPr lang="en-US" sz="1000"/>
          </a:p>
        </p:txBody>
      </p:sp>
      <p:sp>
        <p:nvSpPr>
          <p:cNvPr id="23" name="Text 21"/>
          <p:cNvSpPr/>
          <p:nvPr/>
        </p:nvSpPr>
        <p:spPr>
          <a:xfrm>
            <a:off x="6581775" y="252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Prompts and responses do not train the foundation model. </a:t>
            </a:r>
            <a:r>
              <a:rPr lang="en-US" sz="1400">
                <a:solidFill>
                  <a:srgbClr val="333333"/>
                </a:solidFill>
                <a:latin typeface="Segoe UI" pitchFamily="34" charset="0"/>
                <a:ea typeface="Segoe UI" pitchFamily="34" charset="-122"/>
                <a:cs typeface="Segoe UI" pitchFamily="34" charset="-120"/>
              </a:rPr>
              <a:t>Contractually carved out under our Microsoft enterprise agreement.</a:t>
            </a:r>
            <a:endParaRPr lang="en-US" sz="1400"/>
          </a:p>
        </p:txBody>
      </p:sp>
      <p:sp>
        <p:nvSpPr>
          <p:cNvPr id="24" name="Text 22"/>
          <p:cNvSpPr/>
          <p:nvPr/>
        </p:nvSpPr>
        <p:spPr>
          <a:xfrm>
            <a:off x="6581775" y="306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Stays inside the enterprise tenant boundary. </a:t>
            </a:r>
            <a:r>
              <a:rPr lang="en-US" sz="1400">
                <a:solidFill>
                  <a:srgbClr val="333333"/>
                </a:solidFill>
                <a:latin typeface="Segoe UI" pitchFamily="34" charset="0"/>
                <a:ea typeface="Segoe UI" pitchFamily="34" charset="-122"/>
                <a:cs typeface="Segoe UI" pitchFamily="34" charset="-120"/>
              </a:rPr>
              <a:t>Same compliance posture as Outlook and SharePoint — auditable.</a:t>
            </a:r>
            <a:endParaRPr lang="en-US" sz="1400"/>
          </a:p>
        </p:txBody>
      </p:sp>
      <p:sp>
        <p:nvSpPr>
          <p:cNvPr id="25" name="Text 23"/>
          <p:cNvSpPr/>
          <p:nvPr/>
        </p:nvSpPr>
        <p:spPr>
          <a:xfrm>
            <a:off x="6581775" y="360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Grounded with your permissions. </a:t>
            </a:r>
            <a:r>
              <a:rPr lang="en-US" sz="1400">
                <a:solidFill>
                  <a:srgbClr val="333333"/>
                </a:solidFill>
                <a:latin typeface="Segoe UI" pitchFamily="34" charset="0"/>
                <a:ea typeface="Segoe UI" pitchFamily="34" charset="-122"/>
                <a:cs typeface="Segoe UI" pitchFamily="34" charset="-120"/>
              </a:rPr>
              <a:t>If you can’t open the file, neither can Copilot. RBAC is honored.</a:t>
            </a:r>
            <a:endParaRPr lang="en-US" sz="1400"/>
          </a:p>
        </p:txBody>
      </p:sp>
      <p:sp>
        <p:nvSpPr>
          <p:cNvPr id="26" name="Text 24"/>
          <p:cNvSpPr/>
          <p:nvPr/>
        </p:nvSpPr>
        <p:spPr>
          <a:xfrm>
            <a:off x="6581775" y="4140000"/>
            <a:ext cx="4892040" cy="520000"/>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400" b="1">
                <a:solidFill>
                  <a:srgbClr val="012060"/>
                </a:solidFill>
                <a:latin typeface="Segoe UI" pitchFamily="34" charset="0"/>
                <a:ea typeface="Segoe UI" pitchFamily="34" charset="-122"/>
                <a:cs typeface="Segoe UI" pitchFamily="34" charset="-120"/>
              </a:rPr>
              <a:t>Acceptable use: </a:t>
            </a:r>
            <a:r>
              <a:rPr lang="en-US" sz="1400">
                <a:solidFill>
                  <a:srgbClr val="333333"/>
                </a:solidFill>
                <a:latin typeface="Segoe UI" pitchFamily="34" charset="0"/>
                <a:ea typeface="Segoe UI" pitchFamily="34" charset="-122"/>
                <a:cs typeface="Segoe UI" pitchFamily="34" charset="-120"/>
              </a:rPr>
              <a:t>client documents, internal standards, draft deliverables, project data — same rules as any other M365 app.</a:t>
            </a:r>
            <a:endParaRPr lang="en-US" sz="1400"/>
          </a:p>
        </p:txBody>
      </p:sp>
      <p:sp>
        <p:nvSpPr>
          <p:cNvPr id="27" name="Shape 25"/>
          <p:cNvSpPr/>
          <p:nvPr/>
        </p:nvSpPr>
        <p:spPr>
          <a:xfrm>
            <a:off x="666750" y="5499999"/>
            <a:ext cx="10858500" cy="1079401"/>
          </a:xfrm>
          <a:prstGeom prst="rect">
            <a:avLst/>
          </a:prstGeom>
          <a:solidFill>
            <a:srgbClr val="012060"/>
          </a:solidFill>
          <a:ln/>
        </p:spPr>
        <p:txBody>
          <a:bodyPr/>
          <a:lstStyle/>
          <a:p>
            <a:endParaRPr lang="en-US"/>
          </a:p>
        </p:txBody>
      </p:sp>
      <p:sp>
        <p:nvSpPr>
          <p:cNvPr id="28" name="Shape 26"/>
          <p:cNvSpPr/>
          <p:nvPr/>
        </p:nvSpPr>
        <p:spPr>
          <a:xfrm>
            <a:off x="666749" y="5500000"/>
            <a:ext cx="55245" cy="1079400"/>
          </a:xfrm>
          <a:prstGeom prst="rect">
            <a:avLst/>
          </a:prstGeom>
          <a:solidFill>
            <a:srgbClr val="FAA41A"/>
          </a:solidFill>
          <a:ln/>
        </p:spPr>
        <p:txBody>
          <a:bodyPr/>
          <a:lstStyle/>
          <a:p>
            <a:endParaRPr lang="en-US"/>
          </a:p>
        </p:txBody>
      </p:sp>
      <p:sp>
        <p:nvSpPr>
          <p:cNvPr id="29" name="Text 27"/>
          <p:cNvSpPr/>
          <p:nvPr/>
        </p:nvSpPr>
        <p:spPr>
          <a:xfrm>
            <a:off x="790575" y="5628382"/>
            <a:ext cx="10803255" cy="440000"/>
          </a:xfrm>
          <a:prstGeom prst="rect">
            <a:avLst/>
          </a:prstGeom>
          <a:noFill/>
          <a:ln/>
        </p:spPr>
        <p:txBody>
          <a:bodyPr wrap="square" lIns="25400" tIns="25400" rIns="25400" bIns="25400" rtlCol="0" anchor="t">
            <a:noAutofit/>
          </a:bodyPr>
          <a:lstStyle/>
          <a:p>
            <a:pPr marL="0" indent="0" algn="l">
              <a:lnSpc>
                <a:spcPct val="150000"/>
              </a:lnSpc>
              <a:buNone/>
            </a:pPr>
            <a:r>
              <a:rPr lang="en-US" sz="1400" b="1">
                <a:solidFill>
                  <a:srgbClr val="FFFFFF"/>
                </a:solidFill>
                <a:latin typeface="Segoe UI" pitchFamily="34" charset="0"/>
                <a:ea typeface="Segoe UI" pitchFamily="34" charset="-122"/>
                <a:cs typeface="Segoe UI" pitchFamily="34" charset="-120"/>
              </a:rPr>
              <a:t>The 30-second test: </a:t>
            </a:r>
            <a:r>
              <a:rPr lang="en-US" sz="1400">
                <a:solidFill>
                  <a:srgbClr val="CFE1F6"/>
                </a:solidFill>
                <a:highlight>
                  <a:srgbClr val="012060"/>
                </a:highlight>
                <a:latin typeface="Segoe UI" pitchFamily="34" charset="0"/>
                <a:ea typeface="Segoe UI" pitchFamily="34" charset="-122"/>
                <a:cs typeface="Segoe UI" pitchFamily="34" charset="-120"/>
              </a:rPr>
              <a:t>before you paste anything in, ask — “Would I be comfortable forwarding this to a personal Gmail?” If no, it doesn’t belong in a public AI tool. Use Copilot instead.</a:t>
            </a:r>
            <a:endParaRPr lang="en-US"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5000"/>
          </a:blip>
          <a:srcRect/>
          <a:stretch/>
        </p:blipFill>
        <p:spPr>
          <a:xfrm>
            <a:off x="8763000" y="-1143000"/>
            <a:ext cx="4953000" cy="4953000"/>
          </a:xfrm>
          <a:prstGeom prst="rect">
            <a:avLst/>
          </a:prstGeom>
        </p:spPr>
      </p:pic>
      <p:sp>
        <p:nvSpPr>
          <p:cNvPr id="4" name="Text 1"/>
          <p:cNvSpPr/>
          <p:nvPr/>
        </p:nvSpPr>
        <p:spPr>
          <a:xfrm>
            <a:off x="857250" y="962025"/>
            <a:ext cx="8044815" cy="47014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150">
                <a:solidFill>
                  <a:srgbClr val="012060"/>
                </a:solidFill>
                <a:latin typeface="Segoe UI Light" pitchFamily="34" charset="0"/>
                <a:ea typeface="Segoe UI Light" pitchFamily="34" charset="-122"/>
                <a:cs typeface="Segoe UI Light" pitchFamily="34" charset="-120"/>
              </a:rPr>
              <a:t>What role can AI agents fit in my organization?</a:t>
            </a:r>
            <a:endParaRPr lang="en-US" sz="3150"/>
          </a:p>
        </p:txBody>
      </p:sp>
      <p:sp>
        <p:nvSpPr>
          <p:cNvPr id="5" name="Shape 2"/>
          <p:cNvSpPr/>
          <p:nvPr/>
        </p:nvSpPr>
        <p:spPr>
          <a:xfrm>
            <a:off x="857250" y="2194173"/>
            <a:ext cx="10477500" cy="9525"/>
          </a:xfrm>
          <a:prstGeom prst="rect">
            <a:avLst/>
          </a:prstGeom>
          <a:solidFill>
            <a:srgbClr val="D5DDEE"/>
          </a:solidFill>
          <a:ln/>
        </p:spPr>
        <p:txBody>
          <a:bodyPr/>
          <a:lstStyle/>
          <a:p>
            <a:endParaRPr lang="en-US"/>
          </a:p>
        </p:txBody>
      </p:sp>
      <p:sp>
        <p:nvSpPr>
          <p:cNvPr id="6" name="Text 3"/>
          <p:cNvSpPr/>
          <p:nvPr/>
        </p:nvSpPr>
        <p:spPr>
          <a:xfrm>
            <a:off x="857250" y="1527423"/>
            <a:ext cx="5238941" cy="2381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b="1">
                <a:solidFill>
                  <a:srgbClr val="012060"/>
                </a:solidFill>
                <a:latin typeface="Segoe UI" pitchFamily="34" charset="0"/>
                <a:cs typeface="Segoe UI" pitchFamily="34" charset="-120"/>
              </a:rPr>
              <a:t>No more:</a:t>
            </a:r>
            <a:endParaRPr lang="en-US" sz="1050"/>
          </a:p>
        </p:txBody>
      </p:sp>
      <p:sp>
        <p:nvSpPr>
          <p:cNvPr id="7" name="Text 4"/>
          <p:cNvSpPr/>
          <p:nvPr/>
        </p:nvSpPr>
        <p:spPr>
          <a:xfrm>
            <a:off x="857249" y="1746498"/>
            <a:ext cx="4997451" cy="32385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650">
                <a:solidFill>
                  <a:srgbClr val="012060"/>
                </a:solidFill>
                <a:latin typeface="Segoe UI Light" pitchFamily="34" charset="0"/>
                <a:ea typeface="Segoe UI Light" pitchFamily="34" charset="-122"/>
                <a:cs typeface="Segoe UI Light" pitchFamily="34" charset="-120"/>
              </a:rPr>
              <a:t>“Is the field filled in?” If-&gt;Then-&gt;Else fragile logic</a:t>
            </a:r>
            <a:endParaRPr lang="en-US" sz="1650"/>
          </a:p>
        </p:txBody>
      </p:sp>
      <p:sp>
        <p:nvSpPr>
          <p:cNvPr id="8" name="Text 5"/>
          <p:cNvSpPr/>
          <p:nvPr/>
        </p:nvSpPr>
        <p:spPr>
          <a:xfrm>
            <a:off x="6248400" y="1527423"/>
            <a:ext cx="5238941" cy="2381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b="1">
                <a:solidFill>
                  <a:srgbClr val="003CB9"/>
                </a:solidFill>
                <a:latin typeface="Segoe UI" pitchFamily="34" charset="0"/>
                <a:ea typeface="Segoe UI" pitchFamily="34" charset="-122"/>
                <a:cs typeface="Segoe UI" pitchFamily="34" charset="-120"/>
              </a:rPr>
              <a:t>Instead, agents can reason:</a:t>
            </a:r>
            <a:endParaRPr lang="en-US" sz="1050"/>
          </a:p>
        </p:txBody>
      </p:sp>
      <p:sp>
        <p:nvSpPr>
          <p:cNvPr id="9" name="Text 6"/>
          <p:cNvSpPr/>
          <p:nvPr/>
        </p:nvSpPr>
        <p:spPr>
          <a:xfrm>
            <a:off x="6248400" y="1746498"/>
            <a:ext cx="5086350" cy="32385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650" b="1">
                <a:solidFill>
                  <a:srgbClr val="003CB9"/>
                </a:solidFill>
                <a:latin typeface="Segoe UI Light" pitchFamily="34" charset="0"/>
                <a:ea typeface="Segoe UI Light" pitchFamily="34" charset="-122"/>
                <a:cs typeface="Segoe UI Light" pitchFamily="34" charset="-120"/>
              </a:rPr>
              <a:t>“Does this make sense?” “What </a:t>
            </a:r>
            <a:r>
              <a:rPr lang="en-US" sz="1650" b="1" i="1">
                <a:solidFill>
                  <a:srgbClr val="003CB9"/>
                </a:solidFill>
                <a:latin typeface="Segoe UI Light" pitchFamily="34" charset="0"/>
                <a:ea typeface="Segoe UI Light" pitchFamily="34" charset="-122"/>
                <a:cs typeface="Segoe UI Light" pitchFamily="34" charset="-120"/>
              </a:rPr>
              <a:t>should</a:t>
            </a:r>
            <a:r>
              <a:rPr lang="en-US" sz="1650" b="1">
                <a:solidFill>
                  <a:srgbClr val="003CB9"/>
                </a:solidFill>
                <a:latin typeface="Segoe UI Light" pitchFamily="34" charset="0"/>
                <a:ea typeface="Segoe UI Light" pitchFamily="34" charset="-122"/>
                <a:cs typeface="Segoe UI Light" pitchFamily="34" charset="-120"/>
              </a:rPr>
              <a:t> come next?”</a:t>
            </a:r>
            <a:endParaRPr lang="en-US" sz="1650"/>
          </a:p>
        </p:txBody>
      </p:sp>
      <p:sp>
        <p:nvSpPr>
          <p:cNvPr id="10" name="Shape 7"/>
          <p:cNvSpPr/>
          <p:nvPr/>
        </p:nvSpPr>
        <p:spPr>
          <a:xfrm>
            <a:off x="857250" y="2451348"/>
            <a:ext cx="2519363" cy="2134573"/>
          </a:xfrm>
          <a:prstGeom prst="rect">
            <a:avLst/>
          </a:prstGeom>
          <a:solidFill>
            <a:srgbClr val="FFFFFF"/>
          </a:solidFill>
          <a:ln w="9525">
            <a:solidFill>
              <a:srgbClr val="D5DDEE"/>
            </a:solidFill>
            <a:prstDash val="solid"/>
          </a:ln>
        </p:spPr>
        <p:txBody>
          <a:bodyPr/>
          <a:lstStyle/>
          <a:p>
            <a:endParaRPr lang="en-US"/>
          </a:p>
        </p:txBody>
      </p:sp>
      <p:sp>
        <p:nvSpPr>
          <p:cNvPr id="11" name="Shape 8"/>
          <p:cNvSpPr/>
          <p:nvPr/>
        </p:nvSpPr>
        <p:spPr>
          <a:xfrm>
            <a:off x="1038225" y="2651373"/>
            <a:ext cx="323850" cy="323850"/>
          </a:xfrm>
          <a:prstGeom prst="ellipse">
            <a:avLst/>
          </a:prstGeom>
          <a:ln w="19050">
            <a:solidFill>
              <a:srgbClr val="003CB9"/>
            </a:solidFill>
            <a:prstDash val="solid"/>
          </a:ln>
        </p:spPr>
        <p:txBody>
          <a:bodyPr/>
          <a:lstStyle/>
          <a:p>
            <a:endParaRPr lang="en-US"/>
          </a:p>
        </p:txBody>
      </p:sp>
      <p:sp>
        <p:nvSpPr>
          <p:cNvPr id="12" name="Text 9"/>
          <p:cNvSpPr/>
          <p:nvPr/>
        </p:nvSpPr>
        <p:spPr>
          <a:xfrm>
            <a:off x="1019175" y="2670423"/>
            <a:ext cx="361950" cy="323850"/>
          </a:xfrm>
          <a:prstGeom prst="rect">
            <a:avLst/>
          </a:prstGeom>
          <a:noFill/>
          <a:ln/>
        </p:spPr>
        <p:txBody>
          <a:bodyPr wrap="square" lIns="25400" tIns="25400" rIns="25400" bIns="25400" rtlCol="0" anchor="ctr">
            <a:normAutofit/>
          </a:bodyPr>
          <a:lstStyle/>
          <a:p>
            <a:pPr marL="0" indent="0" algn="ctr">
              <a:buNone/>
            </a:pPr>
            <a:r>
              <a:rPr lang="en-US" sz="1050" b="1" kern="0" spc="52">
                <a:solidFill>
                  <a:srgbClr val="003CB9"/>
                </a:solidFill>
                <a:latin typeface="Arial Narrow" pitchFamily="34" charset="0"/>
                <a:ea typeface="Arial Narrow" pitchFamily="34" charset="-122"/>
                <a:cs typeface="Arial Narrow" pitchFamily="34" charset="-120"/>
              </a:rPr>
              <a:t>MM</a:t>
            </a:r>
            <a:endParaRPr lang="en-US" sz="1050"/>
          </a:p>
        </p:txBody>
      </p:sp>
      <p:sp>
        <p:nvSpPr>
          <p:cNvPr id="13" name="Text 10"/>
          <p:cNvSpPr/>
          <p:nvPr/>
        </p:nvSpPr>
        <p:spPr>
          <a:xfrm>
            <a:off x="1038225" y="3070473"/>
            <a:ext cx="2233613" cy="191393"/>
          </a:xfrm>
          <a:prstGeom prst="rect">
            <a:avLst/>
          </a:prstGeom>
          <a:noFill/>
          <a:ln/>
        </p:spPr>
        <p:txBody>
          <a:bodyPr wrap="square" lIns="25400" tIns="25400" rIns="25400" bIns="25400" rtlCol="0" anchor="t">
            <a:normAutofit fontScale="85000" lnSpcReduction="10000"/>
          </a:bodyPr>
          <a:lstStyle/>
          <a:p>
            <a:pPr marL="0" indent="0" algn="l">
              <a:lnSpc>
                <a:spcPct val="115000"/>
              </a:lnSpc>
              <a:buNone/>
            </a:pPr>
            <a:r>
              <a:rPr lang="en-US" sz="1050" b="1">
                <a:solidFill>
                  <a:srgbClr val="012060"/>
                </a:solidFill>
                <a:latin typeface="Segoe UI" pitchFamily="34" charset="0"/>
                <a:cs typeface="Segoe UI" pitchFamily="34" charset="-120"/>
              </a:rPr>
              <a:t>Multimodal data synthesis</a:t>
            </a:r>
            <a:endParaRPr lang="en-US" sz="1050"/>
          </a:p>
        </p:txBody>
      </p:sp>
      <p:sp>
        <p:nvSpPr>
          <p:cNvPr id="14" name="Text 11"/>
          <p:cNvSpPr/>
          <p:nvPr/>
        </p:nvSpPr>
        <p:spPr>
          <a:xfrm>
            <a:off x="1038225" y="3299966"/>
            <a:ext cx="2233613" cy="1170434"/>
          </a:xfrm>
          <a:prstGeom prst="rect">
            <a:avLst/>
          </a:prstGeom>
          <a:noFill/>
          <a:ln/>
        </p:spPr>
        <p:txBody>
          <a:bodyPr wrap="square" lIns="25400" tIns="25400" rIns="25400" bIns="25400" rtlCol="0" anchor="t">
            <a:noAutofit/>
          </a:bodyPr>
          <a:lstStyle/>
          <a:p>
            <a:pPr marL="0" indent="0" algn="l">
              <a:lnSpc>
                <a:spcPct val="150000"/>
              </a:lnSpc>
              <a:buNone/>
            </a:pPr>
            <a:r>
              <a:rPr lang="en-US" sz="1200">
                <a:solidFill>
                  <a:srgbClr val="555555"/>
                </a:solidFill>
                <a:latin typeface="Segoe UI" pitchFamily="34" charset="0"/>
                <a:ea typeface="Segoe UI" pitchFamily="34" charset="-122"/>
                <a:cs typeface="Segoe UI" pitchFamily="34" charset="-120"/>
              </a:rPr>
              <a:t>Does the photo match the written spec for this asset? What appears to be broken, and what does the O&amp;M manual say?</a:t>
            </a:r>
            <a:endParaRPr lang="en-US" sz="1200"/>
          </a:p>
        </p:txBody>
      </p:sp>
      <p:sp>
        <p:nvSpPr>
          <p:cNvPr id="15" name="Shape 12"/>
          <p:cNvSpPr/>
          <p:nvPr/>
        </p:nvSpPr>
        <p:spPr>
          <a:xfrm>
            <a:off x="3452813" y="2451348"/>
            <a:ext cx="2576513" cy="2134573"/>
          </a:xfrm>
          <a:prstGeom prst="rect">
            <a:avLst/>
          </a:prstGeom>
          <a:solidFill>
            <a:srgbClr val="FFFFFF"/>
          </a:solidFill>
          <a:ln w="9525">
            <a:solidFill>
              <a:srgbClr val="D5DDEE"/>
            </a:solidFill>
            <a:prstDash val="solid"/>
          </a:ln>
        </p:spPr>
        <p:txBody>
          <a:bodyPr/>
          <a:lstStyle/>
          <a:p>
            <a:endParaRPr lang="en-US"/>
          </a:p>
        </p:txBody>
      </p:sp>
      <p:sp>
        <p:nvSpPr>
          <p:cNvPr id="16" name="Shape 13"/>
          <p:cNvSpPr/>
          <p:nvPr/>
        </p:nvSpPr>
        <p:spPr>
          <a:xfrm>
            <a:off x="3690937" y="2651373"/>
            <a:ext cx="323850" cy="323850"/>
          </a:xfrm>
          <a:prstGeom prst="ellipse">
            <a:avLst/>
          </a:prstGeom>
          <a:ln w="19050">
            <a:solidFill>
              <a:srgbClr val="15A3EB"/>
            </a:solidFill>
            <a:prstDash val="solid"/>
          </a:ln>
        </p:spPr>
        <p:txBody>
          <a:bodyPr/>
          <a:lstStyle/>
          <a:p>
            <a:endParaRPr lang="en-US"/>
          </a:p>
        </p:txBody>
      </p:sp>
      <p:sp>
        <p:nvSpPr>
          <p:cNvPr id="17" name="Text 14"/>
          <p:cNvSpPr/>
          <p:nvPr/>
        </p:nvSpPr>
        <p:spPr>
          <a:xfrm>
            <a:off x="3671887" y="2670423"/>
            <a:ext cx="361950" cy="323850"/>
          </a:xfrm>
          <a:prstGeom prst="rect">
            <a:avLst/>
          </a:prstGeom>
          <a:noFill/>
          <a:ln/>
        </p:spPr>
        <p:txBody>
          <a:bodyPr wrap="square" lIns="25400" tIns="25400" rIns="25400" bIns="25400" rtlCol="0" anchor="ctr">
            <a:normAutofit/>
          </a:bodyPr>
          <a:lstStyle/>
          <a:p>
            <a:pPr marL="0" indent="0" algn="ctr">
              <a:buNone/>
            </a:pPr>
            <a:r>
              <a:rPr lang="en-US" sz="1050" b="1" kern="0" spc="52">
                <a:solidFill>
                  <a:srgbClr val="15A3EB"/>
                </a:solidFill>
                <a:latin typeface="Arial Narrow" pitchFamily="34" charset="0"/>
                <a:ea typeface="Arial Narrow" pitchFamily="34" charset="-122"/>
                <a:cs typeface="Arial Narrow" pitchFamily="34" charset="-120"/>
              </a:rPr>
              <a:t>QC</a:t>
            </a:r>
            <a:endParaRPr lang="en-US" sz="1050"/>
          </a:p>
        </p:txBody>
      </p:sp>
      <p:sp>
        <p:nvSpPr>
          <p:cNvPr id="18" name="Text 15"/>
          <p:cNvSpPr/>
          <p:nvPr/>
        </p:nvSpPr>
        <p:spPr>
          <a:xfrm>
            <a:off x="3690937" y="3070473"/>
            <a:ext cx="2233613" cy="191393"/>
          </a:xfrm>
          <a:prstGeom prst="rect">
            <a:avLst/>
          </a:prstGeom>
          <a:noFill/>
          <a:ln/>
        </p:spPr>
        <p:txBody>
          <a:bodyPr wrap="square" lIns="25400" tIns="25400" rIns="25400" bIns="25400" rtlCol="0" anchor="t">
            <a:normAutofit fontScale="85000" lnSpcReduction="10000"/>
          </a:bodyPr>
          <a:lstStyle/>
          <a:p>
            <a:pPr marL="0" indent="0" algn="l">
              <a:lnSpc>
                <a:spcPct val="115000"/>
              </a:lnSpc>
              <a:buNone/>
            </a:pPr>
            <a:r>
              <a:rPr lang="en-US" sz="1050" b="1">
                <a:solidFill>
                  <a:srgbClr val="012060"/>
                </a:solidFill>
                <a:latin typeface="Segoe UI" pitchFamily="34" charset="0"/>
                <a:cs typeface="Segoe UI" pitchFamily="34" charset="-120"/>
              </a:rPr>
              <a:t>Autonomous fixes, flagging for review</a:t>
            </a:r>
            <a:endParaRPr lang="en-US" sz="1050"/>
          </a:p>
        </p:txBody>
      </p:sp>
      <p:sp>
        <p:nvSpPr>
          <p:cNvPr id="19" name="Text 16"/>
          <p:cNvSpPr/>
          <p:nvPr/>
        </p:nvSpPr>
        <p:spPr>
          <a:xfrm>
            <a:off x="3690937" y="3299966"/>
            <a:ext cx="2233613" cy="552450"/>
          </a:xfrm>
          <a:prstGeom prst="rect">
            <a:avLst/>
          </a:prstGeom>
          <a:noFill/>
          <a:ln/>
        </p:spPr>
        <p:txBody>
          <a:bodyPr wrap="square" lIns="25400" tIns="25400" rIns="25400" bIns="25400" rtlCol="0" anchor="t">
            <a:noAutofit/>
          </a:bodyPr>
          <a:lstStyle/>
          <a:p>
            <a:pPr marL="0" indent="0" algn="l">
              <a:lnSpc>
                <a:spcPct val="150000"/>
              </a:lnSpc>
              <a:buNone/>
            </a:pPr>
            <a:r>
              <a:rPr lang="en-US" sz="1200" b="1">
                <a:solidFill>
                  <a:srgbClr val="555555"/>
                </a:solidFill>
                <a:latin typeface="Segoe UI" pitchFamily="34" charset="0"/>
                <a:ea typeface="Segoe UI" pitchFamily="34" charset="-122"/>
                <a:cs typeface="Segoe UI" pitchFamily="34" charset="-120"/>
              </a:rPr>
              <a:t>Standards application </a:t>
            </a:r>
            <a:r>
              <a:rPr lang="en-US" sz="1200">
                <a:solidFill>
                  <a:srgbClr val="555555"/>
                </a:solidFill>
                <a:latin typeface="Segoe UI" pitchFamily="34" charset="0"/>
                <a:ea typeface="Segoe UI" pitchFamily="34" charset="-122"/>
                <a:cs typeface="Segoe UI" pitchFamily="34" charset="-120"/>
              </a:rPr>
              <a:t>for vocabulary, language, etc.</a:t>
            </a:r>
          </a:p>
          <a:p>
            <a:pPr marL="0" indent="0" algn="l">
              <a:lnSpc>
                <a:spcPct val="150000"/>
              </a:lnSpc>
              <a:buNone/>
            </a:pPr>
            <a:r>
              <a:rPr lang="en-US" sz="1200" b="1">
                <a:solidFill>
                  <a:srgbClr val="555555"/>
                </a:solidFill>
                <a:latin typeface="Segoe UI" pitchFamily="34" charset="0"/>
                <a:cs typeface="Segoe UI" pitchFamily="34" charset="-120"/>
              </a:rPr>
              <a:t>Question-asking</a:t>
            </a:r>
            <a:r>
              <a:rPr lang="en-US" sz="1200">
                <a:solidFill>
                  <a:srgbClr val="555555"/>
                </a:solidFill>
                <a:latin typeface="Segoe UI" pitchFamily="34" charset="0"/>
                <a:cs typeface="Segoe UI" pitchFamily="34" charset="-120"/>
              </a:rPr>
              <a:t> for clarification, errors, etc.</a:t>
            </a:r>
            <a:endParaRPr lang="en-US" sz="1200"/>
          </a:p>
        </p:txBody>
      </p:sp>
      <p:sp>
        <p:nvSpPr>
          <p:cNvPr id="20" name="Shape 17"/>
          <p:cNvSpPr/>
          <p:nvPr/>
        </p:nvSpPr>
        <p:spPr>
          <a:xfrm>
            <a:off x="6162675" y="2451348"/>
            <a:ext cx="2519364" cy="2134573"/>
          </a:xfrm>
          <a:prstGeom prst="rect">
            <a:avLst/>
          </a:prstGeom>
          <a:solidFill>
            <a:srgbClr val="FFFFFF"/>
          </a:solidFill>
          <a:ln w="9525">
            <a:solidFill>
              <a:srgbClr val="D5DDEE"/>
            </a:solidFill>
            <a:prstDash val="solid"/>
          </a:ln>
        </p:spPr>
        <p:txBody>
          <a:bodyPr/>
          <a:lstStyle/>
          <a:p>
            <a:endParaRPr lang="en-US"/>
          </a:p>
        </p:txBody>
      </p:sp>
      <p:sp>
        <p:nvSpPr>
          <p:cNvPr id="21" name="Shape 18"/>
          <p:cNvSpPr/>
          <p:nvPr/>
        </p:nvSpPr>
        <p:spPr>
          <a:xfrm>
            <a:off x="6343650" y="2651373"/>
            <a:ext cx="323850" cy="323850"/>
          </a:xfrm>
          <a:prstGeom prst="ellipse">
            <a:avLst/>
          </a:prstGeom>
          <a:ln w="19050">
            <a:solidFill>
              <a:srgbClr val="FAA41A"/>
            </a:solidFill>
            <a:prstDash val="solid"/>
          </a:ln>
        </p:spPr>
        <p:txBody>
          <a:bodyPr/>
          <a:lstStyle/>
          <a:p>
            <a:endParaRPr lang="en-US"/>
          </a:p>
        </p:txBody>
      </p:sp>
      <p:sp>
        <p:nvSpPr>
          <p:cNvPr id="22" name="Text 19"/>
          <p:cNvSpPr/>
          <p:nvPr/>
        </p:nvSpPr>
        <p:spPr>
          <a:xfrm>
            <a:off x="6324600" y="2670423"/>
            <a:ext cx="361950" cy="323850"/>
          </a:xfrm>
          <a:prstGeom prst="rect">
            <a:avLst/>
          </a:prstGeom>
          <a:noFill/>
          <a:ln/>
        </p:spPr>
        <p:txBody>
          <a:bodyPr wrap="square" lIns="25400" tIns="25400" rIns="25400" bIns="25400" rtlCol="0" anchor="ctr">
            <a:normAutofit/>
          </a:bodyPr>
          <a:lstStyle/>
          <a:p>
            <a:pPr marL="0" indent="0" algn="ctr">
              <a:buNone/>
            </a:pPr>
            <a:r>
              <a:rPr lang="en-US" sz="1050" b="1" kern="0" spc="52">
                <a:solidFill>
                  <a:srgbClr val="FAA41A"/>
                </a:solidFill>
                <a:latin typeface="Arial Narrow" pitchFamily="34" charset="0"/>
                <a:ea typeface="Arial Narrow" pitchFamily="34" charset="-122"/>
                <a:cs typeface="Arial Narrow" pitchFamily="34" charset="-120"/>
              </a:rPr>
              <a:t>ADM</a:t>
            </a:r>
            <a:endParaRPr lang="en-US" sz="1050"/>
          </a:p>
        </p:txBody>
      </p:sp>
      <p:sp>
        <p:nvSpPr>
          <p:cNvPr id="23" name="Text 20"/>
          <p:cNvSpPr/>
          <p:nvPr/>
        </p:nvSpPr>
        <p:spPr>
          <a:xfrm>
            <a:off x="6343650" y="3070473"/>
            <a:ext cx="2233613" cy="191393"/>
          </a:xfrm>
          <a:prstGeom prst="rect">
            <a:avLst/>
          </a:prstGeom>
          <a:noFill/>
          <a:ln/>
        </p:spPr>
        <p:txBody>
          <a:bodyPr wrap="square" lIns="25400" tIns="25400" rIns="25400" bIns="25400" rtlCol="0" anchor="t">
            <a:normAutofit fontScale="85000" lnSpcReduction="10000"/>
          </a:bodyPr>
          <a:lstStyle/>
          <a:p>
            <a:pPr marL="0" indent="0" algn="l">
              <a:lnSpc>
                <a:spcPct val="115000"/>
              </a:lnSpc>
              <a:buNone/>
            </a:pPr>
            <a:r>
              <a:rPr lang="en-US" sz="1050" b="1">
                <a:solidFill>
                  <a:srgbClr val="012060"/>
                </a:solidFill>
                <a:latin typeface="Segoe UI" pitchFamily="34" charset="0"/>
                <a:ea typeface="Segoe UI" pitchFamily="34" charset="-122"/>
                <a:cs typeface="Segoe UI" pitchFamily="34" charset="-120"/>
              </a:rPr>
              <a:t>Administrative burden-easing</a:t>
            </a:r>
            <a:endParaRPr lang="en-US" sz="1050"/>
          </a:p>
        </p:txBody>
      </p:sp>
      <p:sp>
        <p:nvSpPr>
          <p:cNvPr id="24" name="Text 21"/>
          <p:cNvSpPr/>
          <p:nvPr/>
        </p:nvSpPr>
        <p:spPr>
          <a:xfrm>
            <a:off x="6343650" y="3299966"/>
            <a:ext cx="2233613" cy="552450"/>
          </a:xfrm>
          <a:prstGeom prst="rect">
            <a:avLst/>
          </a:prstGeom>
          <a:noFill/>
          <a:ln/>
        </p:spPr>
        <p:txBody>
          <a:bodyPr wrap="square" lIns="25400" tIns="25400" rIns="25400" bIns="25400" rtlCol="0" anchor="t">
            <a:noAutofit/>
          </a:bodyPr>
          <a:lstStyle/>
          <a:p>
            <a:pPr marL="0" indent="0" algn="l">
              <a:lnSpc>
                <a:spcPct val="150000"/>
              </a:lnSpc>
              <a:buNone/>
            </a:pPr>
            <a:r>
              <a:rPr lang="en-US" sz="1200">
                <a:solidFill>
                  <a:srgbClr val="555555"/>
                </a:solidFill>
                <a:latin typeface="Segoe UI" pitchFamily="34" charset="0"/>
                <a:ea typeface="Segoe UI" pitchFamily="34" charset="-122"/>
                <a:cs typeface="Segoe UI" pitchFamily="34" charset="-120"/>
              </a:rPr>
              <a:t>Processing data from field reports into work orders, or similar data-transposition work that requires understanding.</a:t>
            </a:r>
            <a:endParaRPr lang="en-US" sz="1200"/>
          </a:p>
        </p:txBody>
      </p:sp>
      <p:sp>
        <p:nvSpPr>
          <p:cNvPr id="25" name="Shape 22"/>
          <p:cNvSpPr/>
          <p:nvPr/>
        </p:nvSpPr>
        <p:spPr>
          <a:xfrm>
            <a:off x="8815388" y="2451348"/>
            <a:ext cx="2519363" cy="2134573"/>
          </a:xfrm>
          <a:prstGeom prst="rect">
            <a:avLst/>
          </a:prstGeom>
          <a:solidFill>
            <a:srgbClr val="FFFFFF"/>
          </a:solidFill>
          <a:ln w="9525">
            <a:solidFill>
              <a:srgbClr val="D5DDEE"/>
            </a:solidFill>
            <a:prstDash val="solid"/>
          </a:ln>
        </p:spPr>
        <p:txBody>
          <a:bodyPr/>
          <a:lstStyle/>
          <a:p>
            <a:endParaRPr lang="en-US"/>
          </a:p>
        </p:txBody>
      </p:sp>
      <p:sp>
        <p:nvSpPr>
          <p:cNvPr id="26" name="Shape 23"/>
          <p:cNvSpPr/>
          <p:nvPr/>
        </p:nvSpPr>
        <p:spPr>
          <a:xfrm>
            <a:off x="8996363" y="2651373"/>
            <a:ext cx="323850" cy="323850"/>
          </a:xfrm>
          <a:prstGeom prst="noSmoking">
            <a:avLst/>
          </a:prstGeom>
          <a:solidFill>
            <a:srgbClr val="FF0000"/>
          </a:solidFill>
          <a:ln w="19050">
            <a:noFill/>
            <a:prstDash val="solid"/>
          </a:ln>
        </p:spPr>
        <p:txBody>
          <a:bodyPr/>
          <a:lstStyle/>
          <a:p>
            <a:endParaRPr lang="en-US">
              <a:solidFill>
                <a:srgbClr val="FF0000"/>
              </a:solidFill>
            </a:endParaRPr>
          </a:p>
        </p:txBody>
      </p:sp>
      <p:sp>
        <p:nvSpPr>
          <p:cNvPr id="28" name="Text 25"/>
          <p:cNvSpPr/>
          <p:nvPr/>
        </p:nvSpPr>
        <p:spPr>
          <a:xfrm>
            <a:off x="8996363" y="3070473"/>
            <a:ext cx="2233613" cy="191393"/>
          </a:xfrm>
          <a:prstGeom prst="rect">
            <a:avLst/>
          </a:prstGeom>
          <a:noFill/>
          <a:ln/>
        </p:spPr>
        <p:txBody>
          <a:bodyPr wrap="square" lIns="25400" tIns="25400" rIns="25400" bIns="25400" rtlCol="0" anchor="t">
            <a:normAutofit fontScale="85000" lnSpcReduction="10000"/>
          </a:bodyPr>
          <a:lstStyle/>
          <a:p>
            <a:pPr marL="0" indent="0" algn="l">
              <a:lnSpc>
                <a:spcPct val="115000"/>
              </a:lnSpc>
              <a:buNone/>
            </a:pPr>
            <a:r>
              <a:rPr lang="en-US" sz="1050" b="1">
                <a:solidFill>
                  <a:srgbClr val="012060"/>
                </a:solidFill>
                <a:latin typeface="Segoe UI" pitchFamily="34" charset="0"/>
                <a:ea typeface="Segoe UI" pitchFamily="34" charset="-122"/>
                <a:cs typeface="Segoe UI" pitchFamily="34" charset="-120"/>
              </a:rPr>
              <a:t>Responsibility &amp; Accountability</a:t>
            </a:r>
            <a:endParaRPr lang="en-US" sz="1050"/>
          </a:p>
        </p:txBody>
      </p:sp>
      <p:sp>
        <p:nvSpPr>
          <p:cNvPr id="29" name="Text 26"/>
          <p:cNvSpPr/>
          <p:nvPr/>
        </p:nvSpPr>
        <p:spPr>
          <a:xfrm>
            <a:off x="8996363" y="3299966"/>
            <a:ext cx="2233613" cy="552450"/>
          </a:xfrm>
          <a:prstGeom prst="rect">
            <a:avLst/>
          </a:prstGeom>
          <a:noFill/>
          <a:ln/>
        </p:spPr>
        <p:txBody>
          <a:bodyPr wrap="square" lIns="25400" tIns="25400" rIns="25400" bIns="25400" rtlCol="0" anchor="t">
            <a:noAutofit/>
          </a:bodyPr>
          <a:lstStyle/>
          <a:p>
            <a:pPr marL="0" indent="0" algn="l">
              <a:lnSpc>
                <a:spcPct val="150000"/>
              </a:lnSpc>
              <a:buNone/>
            </a:pPr>
            <a:endParaRPr lang="en-US" sz="1200" b="1"/>
          </a:p>
        </p:txBody>
      </p:sp>
      <p:sp>
        <p:nvSpPr>
          <p:cNvPr id="30" name="Text 21">
            <a:extLst>
              <a:ext uri="{FF2B5EF4-FFF2-40B4-BE49-F238E27FC236}">
                <a16:creationId xmlns:a16="http://schemas.microsoft.com/office/drawing/2014/main" id="{0989FBAA-5AB2-12AB-C486-7357281A22D7}"/>
              </a:ext>
            </a:extLst>
          </p:cNvPr>
          <p:cNvSpPr/>
          <p:nvPr/>
        </p:nvSpPr>
        <p:spPr>
          <a:xfrm>
            <a:off x="8943975" y="3299966"/>
            <a:ext cx="2233613" cy="552450"/>
          </a:xfrm>
          <a:prstGeom prst="rect">
            <a:avLst/>
          </a:prstGeom>
          <a:noFill/>
          <a:ln/>
        </p:spPr>
        <p:txBody>
          <a:bodyPr wrap="square" lIns="25400" tIns="25400" rIns="25400" bIns="25400" rtlCol="0" anchor="t">
            <a:noAutofit/>
          </a:bodyPr>
          <a:lstStyle/>
          <a:p>
            <a:pPr marL="0" indent="0" algn="l">
              <a:lnSpc>
                <a:spcPct val="150000"/>
              </a:lnSpc>
              <a:buNone/>
            </a:pPr>
            <a:r>
              <a:rPr lang="en-US" sz="1200">
                <a:solidFill>
                  <a:srgbClr val="555555"/>
                </a:solidFill>
                <a:latin typeface="Segoe UI" pitchFamily="34" charset="0"/>
                <a:ea typeface="Segoe UI" pitchFamily="34" charset="-122"/>
                <a:cs typeface="Segoe UI" pitchFamily="34" charset="-120"/>
              </a:rPr>
              <a:t>There should always be a system for the occasional human meta-QC. AI cannot be held accountable, humans can.</a:t>
            </a:r>
            <a:endParaRPr lang="en-US" sz="1200"/>
          </a:p>
        </p:txBody>
      </p:sp>
      <p:sp>
        <p:nvSpPr>
          <p:cNvPr id="32" name="TextBox 31">
            <a:extLst>
              <a:ext uri="{FF2B5EF4-FFF2-40B4-BE49-F238E27FC236}">
                <a16:creationId xmlns:a16="http://schemas.microsoft.com/office/drawing/2014/main" id="{578EE8A5-0FEF-2FD1-A792-3A709D823E97}"/>
              </a:ext>
            </a:extLst>
          </p:cNvPr>
          <p:cNvSpPr txBox="1"/>
          <p:nvPr/>
        </p:nvSpPr>
        <p:spPr>
          <a:xfrm>
            <a:off x="857249" y="4833569"/>
            <a:ext cx="10477501" cy="1754326"/>
          </a:xfrm>
          <a:prstGeom prst="rect">
            <a:avLst/>
          </a:prstGeom>
          <a:noFill/>
        </p:spPr>
        <p:txBody>
          <a:bodyPr wrap="square" rtlCol="0">
            <a:spAutoFit/>
          </a:bodyPr>
          <a:lstStyle/>
          <a:p>
            <a:r>
              <a:rPr lang="en-US">
                <a:solidFill>
                  <a:schemeClr val="accent1"/>
                </a:solidFill>
              </a:rPr>
              <a:t>The capability of an agent in any role is a function of:</a:t>
            </a:r>
          </a:p>
          <a:p>
            <a:pPr marL="342900" indent="-342900">
              <a:buAutoNum type="arabicParenR"/>
            </a:pPr>
            <a:r>
              <a:rPr lang="en-US">
                <a:solidFill>
                  <a:schemeClr val="accent1"/>
                </a:solidFill>
              </a:rPr>
              <a:t>The context (documents, instructions/prompt, etc.) it has access to</a:t>
            </a:r>
          </a:p>
          <a:p>
            <a:pPr marL="342900" indent="-342900">
              <a:buAutoNum type="arabicParenR"/>
            </a:pPr>
            <a:r>
              <a:rPr lang="en-US">
                <a:solidFill>
                  <a:schemeClr val="accent1"/>
                </a:solidFill>
              </a:rPr>
              <a:t>The model used as the agentic “engine”</a:t>
            </a:r>
          </a:p>
          <a:p>
            <a:pPr marL="342900" indent="-342900">
              <a:buAutoNum type="arabicParenR"/>
            </a:pPr>
            <a:r>
              <a:rPr lang="en-US">
                <a:solidFill>
                  <a:schemeClr val="accent1"/>
                </a:solidFill>
              </a:rPr>
              <a:t>The tools &amp; permissions the agent has to do its job</a:t>
            </a:r>
          </a:p>
          <a:p>
            <a:pPr marL="342900" indent="-342900">
              <a:buAutoNum type="arabicParenR"/>
            </a:pPr>
            <a:endParaRPr lang="en-US">
              <a:solidFill>
                <a:schemeClr val="accent1"/>
              </a:solidFill>
            </a:endParaRPr>
          </a:p>
          <a:p>
            <a:r>
              <a:rPr lang="en-US" b="1">
                <a:solidFill>
                  <a:schemeClr val="accent1"/>
                </a:solidFill>
              </a:rPr>
              <a:t>Right-sizing takes iteration and time, experience helps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42B3E7-F7F7-C340-4131-CB5FBDA164EE}"/>
              </a:ext>
            </a:extLst>
          </p:cNvPr>
          <p:cNvSpPr>
            <a:spLocks noGrp="1"/>
          </p:cNvSpPr>
          <p:nvPr>
            <p:ph type="body" sz="quarter" idx="12"/>
          </p:nvPr>
        </p:nvSpPr>
        <p:spPr/>
        <p:txBody>
          <a:bodyPr vert="horz" lIns="0" tIns="0" rIns="0" bIns="0" rtlCol="0" anchor="t">
            <a:normAutofit/>
          </a:bodyPr>
          <a:lstStyle/>
          <a:p>
            <a:pPr marL="0" indent="0">
              <a:buNone/>
            </a:pPr>
            <a:r>
              <a:rPr lang="en-US" sz="3200" dirty="0"/>
              <a:t>Artificial intelligence is ready to be used in the water sector.</a:t>
            </a:r>
          </a:p>
          <a:p>
            <a:pPr marL="0" indent="0">
              <a:buNone/>
            </a:pPr>
            <a:r>
              <a:rPr lang="en-US" sz="3200" dirty="0"/>
              <a:t>How can you get started?</a:t>
            </a:r>
          </a:p>
        </p:txBody>
      </p:sp>
      <p:sp>
        <p:nvSpPr>
          <p:cNvPr id="3" name="Title 2">
            <a:extLst>
              <a:ext uri="{FF2B5EF4-FFF2-40B4-BE49-F238E27FC236}">
                <a16:creationId xmlns:a16="http://schemas.microsoft.com/office/drawing/2014/main" id="{8CE35C64-9D8D-ED99-FAD6-D26716DCD2D6}"/>
              </a:ext>
            </a:extLst>
          </p:cNvPr>
          <p:cNvSpPr>
            <a:spLocks noGrp="1"/>
          </p:cNvSpPr>
          <p:nvPr>
            <p:ph type="title"/>
          </p:nvPr>
        </p:nvSpPr>
        <p:spPr/>
        <p:txBody>
          <a:bodyPr/>
          <a:lstStyle/>
          <a:p>
            <a:r>
              <a:rPr lang="en-US"/>
              <a:t>Adoption Guidance</a:t>
            </a:r>
          </a:p>
        </p:txBody>
      </p:sp>
    </p:spTree>
    <p:extLst>
      <p:ext uri="{BB962C8B-B14F-4D97-AF65-F5344CB8AC3E}">
        <p14:creationId xmlns:p14="http://schemas.microsoft.com/office/powerpoint/2010/main" val="3823615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9E258-FC1B-65AD-69B6-0244A090A81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F89192-35B9-9C30-827B-7DEA9B626764}"/>
              </a:ext>
            </a:extLst>
          </p:cNvPr>
          <p:cNvSpPr>
            <a:spLocks noGrp="1"/>
          </p:cNvSpPr>
          <p:nvPr>
            <p:ph type="title"/>
          </p:nvPr>
        </p:nvSpPr>
        <p:spPr/>
        <p:txBody>
          <a:bodyPr/>
          <a:lstStyle/>
          <a:p>
            <a:r>
              <a:rPr lang="en-US"/>
              <a:t>Water Sector Adoption Gap</a:t>
            </a:r>
          </a:p>
        </p:txBody>
      </p:sp>
      <p:sp>
        <p:nvSpPr>
          <p:cNvPr id="12" name="TextBox 11">
            <a:extLst>
              <a:ext uri="{FF2B5EF4-FFF2-40B4-BE49-F238E27FC236}">
                <a16:creationId xmlns:a16="http://schemas.microsoft.com/office/drawing/2014/main" id="{0A74CF73-F249-2786-31AF-E94A20136EF7}"/>
              </a:ext>
            </a:extLst>
          </p:cNvPr>
          <p:cNvSpPr txBox="1"/>
          <p:nvPr/>
        </p:nvSpPr>
        <p:spPr>
          <a:xfrm>
            <a:off x="609600" y="1398853"/>
            <a:ext cx="10972800" cy="1938992"/>
          </a:xfrm>
          <a:prstGeom prst="rect">
            <a:avLst/>
          </a:prstGeom>
          <a:noFill/>
        </p:spPr>
        <p:txBody>
          <a:bodyPr wrap="square" lIns="91440" tIns="45720" rIns="91440" bIns="45720" anchor="t">
            <a:spAutoFit/>
          </a:bodyPr>
          <a:lstStyle/>
          <a:p>
            <a:pPr marL="342900" indent="-342900">
              <a:buFont typeface="Arial"/>
              <a:buChar char="•"/>
            </a:pPr>
            <a:r>
              <a:rPr lang="en-US" sz="2400" spc="-50">
                <a:ea typeface="+mn-lt"/>
                <a:cs typeface="+mn-lt"/>
              </a:rPr>
              <a:t>90% of survey respondents say their organizations are using AI (according to a cross-industry 2025 State of AI report by McKinsey &amp; Company)</a:t>
            </a:r>
          </a:p>
          <a:p>
            <a:pPr marL="342900" indent="-342900">
              <a:buFont typeface="Arial"/>
              <a:buChar char="•"/>
            </a:pPr>
            <a:r>
              <a:rPr lang="en-US" sz="2400" spc="-50">
                <a:ea typeface="+mn-lt"/>
                <a:cs typeface="+mn-lt"/>
              </a:rPr>
              <a:t>Both water utilities and consultants list artificial intelligence as a top-10 priority for innovation according to survey results from AWWA's State of the Water Industry Report (2025), but most rate their innovation programs as ineffective</a:t>
            </a:r>
            <a:endParaRPr lang="en-US" sz="2400">
              <a:ea typeface="+mn-lt"/>
              <a:cs typeface="+mn-lt"/>
            </a:endParaRPr>
          </a:p>
        </p:txBody>
      </p:sp>
      <p:sp>
        <p:nvSpPr>
          <p:cNvPr id="19" name="Rectangle: Rounded Corners 18">
            <a:extLst>
              <a:ext uri="{FF2B5EF4-FFF2-40B4-BE49-F238E27FC236}">
                <a16:creationId xmlns:a16="http://schemas.microsoft.com/office/drawing/2014/main" id="{76F9AD78-420E-D749-EE49-FC9F56CC798B}"/>
              </a:ext>
            </a:extLst>
          </p:cNvPr>
          <p:cNvSpPr/>
          <p:nvPr/>
        </p:nvSpPr>
        <p:spPr>
          <a:xfrm>
            <a:off x="913493" y="3531105"/>
            <a:ext cx="5339443" cy="2704787"/>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b="1" u="sng">
                <a:solidFill>
                  <a:schemeClr val="tx1"/>
                </a:solidFill>
              </a:rPr>
              <a:t>High Adoption Industries</a:t>
            </a:r>
            <a:endParaRPr lang="en-US" sz="2400" u="sng">
              <a:solidFill>
                <a:schemeClr val="tx1"/>
              </a:solidFill>
            </a:endParaRPr>
          </a:p>
          <a:p>
            <a:pPr marL="342900" indent="-342900">
              <a:buFont typeface="+mj-lt"/>
              <a:buAutoNum type="arabicPeriod"/>
            </a:pPr>
            <a:r>
              <a:rPr lang="en-US" sz="2400">
                <a:solidFill>
                  <a:schemeClr val="tx1"/>
                </a:solidFill>
              </a:rPr>
              <a:t>High Investment and Funding</a:t>
            </a:r>
          </a:p>
          <a:p>
            <a:pPr marL="342900" indent="-342900">
              <a:buFont typeface="+mj-lt"/>
              <a:buAutoNum type="arabicPeriod"/>
            </a:pPr>
            <a:r>
              <a:rPr lang="en-US" sz="2400">
                <a:solidFill>
                  <a:schemeClr val="tx1"/>
                </a:solidFill>
              </a:rPr>
              <a:t>Clear, immediate ROI</a:t>
            </a:r>
          </a:p>
          <a:p>
            <a:pPr marL="342900" indent="-342900">
              <a:buFont typeface="+mj-lt"/>
              <a:buAutoNum type="arabicPeriod"/>
            </a:pPr>
            <a:r>
              <a:rPr lang="en-US" sz="2400">
                <a:solidFill>
                  <a:schemeClr val="tx1"/>
                </a:solidFill>
              </a:rPr>
              <a:t>Modern, centralized data infrastructure</a:t>
            </a:r>
          </a:p>
        </p:txBody>
      </p:sp>
      <p:sp>
        <p:nvSpPr>
          <p:cNvPr id="22" name="Rectangle: Rounded Corners 21">
            <a:extLst>
              <a:ext uri="{FF2B5EF4-FFF2-40B4-BE49-F238E27FC236}">
                <a16:creationId xmlns:a16="http://schemas.microsoft.com/office/drawing/2014/main" id="{81191ED1-5674-5552-37C4-07E357BF6278}"/>
              </a:ext>
            </a:extLst>
          </p:cNvPr>
          <p:cNvSpPr/>
          <p:nvPr/>
        </p:nvSpPr>
        <p:spPr>
          <a:xfrm>
            <a:off x="6650265" y="3514504"/>
            <a:ext cx="5132613" cy="27591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b="1" u="sng"/>
              <a:t>Water Sector</a:t>
            </a:r>
            <a:endParaRPr lang="en-US"/>
          </a:p>
          <a:p>
            <a:pPr marL="342900" indent="-342900">
              <a:buFont typeface="+mj-lt"/>
              <a:buAutoNum type="arabicPeriod"/>
            </a:pPr>
            <a:r>
              <a:rPr lang="en-US" sz="2400"/>
              <a:t>Funding constraints</a:t>
            </a:r>
          </a:p>
          <a:p>
            <a:pPr marL="342900" indent="-342900">
              <a:buFont typeface="+mj-lt"/>
              <a:buAutoNum type="arabicPeriod"/>
            </a:pPr>
            <a:r>
              <a:rPr lang="en-US" sz="2400"/>
              <a:t>Non-profit driven</a:t>
            </a:r>
          </a:p>
          <a:p>
            <a:pPr marL="342900" indent="-342900">
              <a:buFont typeface="+mj-lt"/>
              <a:buAutoNum type="arabicPeriod"/>
            </a:pPr>
            <a:r>
              <a:rPr lang="en-US" sz="2400"/>
              <a:t>Fragmented and legacy data systems</a:t>
            </a:r>
          </a:p>
          <a:p>
            <a:pPr marL="342900" indent="-342900">
              <a:buAutoNum type="arabicPeriod"/>
            </a:pPr>
            <a:r>
              <a:rPr lang="en-US" sz="2400"/>
              <a:t>High criticality</a:t>
            </a:r>
          </a:p>
        </p:txBody>
      </p:sp>
    </p:spTree>
    <p:extLst>
      <p:ext uri="{BB962C8B-B14F-4D97-AF65-F5344CB8AC3E}">
        <p14:creationId xmlns:p14="http://schemas.microsoft.com/office/powerpoint/2010/main" val="2628876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C49886-D03B-C052-288A-0D938017AE3F}"/>
              </a:ext>
            </a:extLst>
          </p:cNvPr>
          <p:cNvSpPr>
            <a:spLocks noGrp="1"/>
          </p:cNvSpPr>
          <p:nvPr>
            <p:ph type="ftr" sz="quarter" idx="10"/>
          </p:nvPr>
        </p:nvSpPr>
        <p:spPr/>
        <p:txBody>
          <a:bodyPr/>
          <a:lstStyle/>
          <a:p>
            <a:r>
              <a:rPr lang="en-US"/>
              <a:t>Brown and Caldwell</a:t>
            </a:r>
          </a:p>
        </p:txBody>
      </p:sp>
      <p:sp>
        <p:nvSpPr>
          <p:cNvPr id="5" name="Slide Number Placeholder 4">
            <a:extLst>
              <a:ext uri="{FF2B5EF4-FFF2-40B4-BE49-F238E27FC236}">
                <a16:creationId xmlns:a16="http://schemas.microsoft.com/office/drawing/2014/main" id="{5127EB76-4966-0F6F-07BD-601652460F68}"/>
              </a:ext>
            </a:extLst>
          </p:cNvPr>
          <p:cNvSpPr>
            <a:spLocks noGrp="1"/>
          </p:cNvSpPr>
          <p:nvPr>
            <p:ph type="sldNum" sz="quarter" idx="11"/>
          </p:nvPr>
        </p:nvSpPr>
        <p:spPr/>
        <p:txBody>
          <a:bodyPr/>
          <a:lstStyle/>
          <a:p>
            <a:fld id="{04E9CEDC-B5D7-4E9A-BA46-5FD30BEA372C}" type="slidenum">
              <a:rPr lang="en-US" smtClean="0"/>
              <a:pPr/>
              <a:t>40</a:t>
            </a:fld>
            <a:endParaRPr lang="en-US"/>
          </a:p>
        </p:txBody>
      </p:sp>
      <p:sp>
        <p:nvSpPr>
          <p:cNvPr id="6" name="Title 5">
            <a:extLst>
              <a:ext uri="{FF2B5EF4-FFF2-40B4-BE49-F238E27FC236}">
                <a16:creationId xmlns:a16="http://schemas.microsoft.com/office/drawing/2014/main" id="{B147858E-C13B-2F61-8356-EC2530166DCA}"/>
              </a:ext>
            </a:extLst>
          </p:cNvPr>
          <p:cNvSpPr>
            <a:spLocks noGrp="1"/>
          </p:cNvSpPr>
          <p:nvPr>
            <p:ph type="title"/>
          </p:nvPr>
        </p:nvSpPr>
        <p:spPr/>
        <p:txBody>
          <a:bodyPr/>
          <a:lstStyle/>
          <a:p>
            <a:r>
              <a:rPr lang="en-US"/>
              <a:t>Common Adoption</a:t>
            </a:r>
          </a:p>
        </p:txBody>
      </p:sp>
      <p:graphicFrame>
        <p:nvGraphicFramePr>
          <p:cNvPr id="7" name="Diagram 6">
            <a:extLst>
              <a:ext uri="{FF2B5EF4-FFF2-40B4-BE49-F238E27FC236}">
                <a16:creationId xmlns:a16="http://schemas.microsoft.com/office/drawing/2014/main" id="{84C47949-5726-BF7D-BB07-F2B9F569FF9A}"/>
              </a:ext>
            </a:extLst>
          </p:cNvPr>
          <p:cNvGraphicFramePr/>
          <p:nvPr/>
        </p:nvGraphicFramePr>
        <p:xfrm>
          <a:off x="609600" y="1627251"/>
          <a:ext cx="10972800" cy="4387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DFA7A25C-B0EA-18B3-ABFD-6ADF754185B6}"/>
              </a:ext>
            </a:extLst>
          </p:cNvPr>
          <p:cNvPicPr>
            <a:picLocks noChangeAspect="1"/>
          </p:cNvPicPr>
          <p:nvPr/>
        </p:nvPicPr>
        <p:blipFill>
          <a:blip r:embed="rId7"/>
          <a:stretch>
            <a:fillRect/>
          </a:stretch>
        </p:blipFill>
        <p:spPr>
          <a:xfrm>
            <a:off x="2624253" y="2420056"/>
            <a:ext cx="1397000" cy="1397000"/>
          </a:xfrm>
          <a:prstGeom prst="rect">
            <a:avLst/>
          </a:prstGeom>
        </p:spPr>
      </p:pic>
      <p:pic>
        <p:nvPicPr>
          <p:cNvPr id="13" name="Picture 12">
            <a:extLst>
              <a:ext uri="{FF2B5EF4-FFF2-40B4-BE49-F238E27FC236}">
                <a16:creationId xmlns:a16="http://schemas.microsoft.com/office/drawing/2014/main" id="{C4D76712-EAA1-07D1-EEE0-C0A7C7A2556B}"/>
              </a:ext>
            </a:extLst>
          </p:cNvPr>
          <p:cNvPicPr>
            <a:picLocks noChangeAspect="1"/>
          </p:cNvPicPr>
          <p:nvPr/>
        </p:nvPicPr>
        <p:blipFill>
          <a:blip r:embed="rId8"/>
          <a:stretch>
            <a:fillRect/>
          </a:stretch>
        </p:blipFill>
        <p:spPr>
          <a:xfrm>
            <a:off x="3848100" y="4714593"/>
            <a:ext cx="1081165" cy="608155"/>
          </a:xfrm>
          <a:prstGeom prst="rect">
            <a:avLst/>
          </a:prstGeom>
        </p:spPr>
      </p:pic>
      <p:pic>
        <p:nvPicPr>
          <p:cNvPr id="14" name="Picture 2" descr="Brand assets - Hugging Face">
            <a:extLst>
              <a:ext uri="{FF2B5EF4-FFF2-40B4-BE49-F238E27FC236}">
                <a16:creationId xmlns:a16="http://schemas.microsoft.com/office/drawing/2014/main" id="{9CD86341-810D-E736-4359-9517A6AAF044}"/>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07380" y="3353841"/>
            <a:ext cx="7772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850E2208-26E9-A6F1-BBEF-1A3E6C4D4677}"/>
              </a:ext>
            </a:extLst>
          </p:cNvPr>
          <p:cNvPicPr>
            <a:picLocks noChangeAspect="1"/>
          </p:cNvPicPr>
          <p:nvPr/>
        </p:nvPicPr>
        <p:blipFill>
          <a:blip r:embed="rId10"/>
          <a:stretch>
            <a:fillRect/>
          </a:stretch>
        </p:blipFill>
        <p:spPr>
          <a:xfrm>
            <a:off x="4680345" y="2058335"/>
            <a:ext cx="777240" cy="777240"/>
          </a:xfrm>
          <a:prstGeom prst="rect">
            <a:avLst/>
          </a:prstGeom>
        </p:spPr>
      </p:pic>
      <p:pic>
        <p:nvPicPr>
          <p:cNvPr id="16" name="Picture 4" descr="Azure has a new logo, but where do you download it? Here!">
            <a:extLst>
              <a:ext uri="{FF2B5EF4-FFF2-40B4-BE49-F238E27FC236}">
                <a16:creationId xmlns:a16="http://schemas.microsoft.com/office/drawing/2014/main" id="{919A0085-1B40-94DC-3F16-5767158AC52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58456" y="188201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GCP | SUE">
            <a:extLst>
              <a:ext uri="{FF2B5EF4-FFF2-40B4-BE49-F238E27FC236}">
                <a16:creationId xmlns:a16="http://schemas.microsoft.com/office/drawing/2014/main" id="{C53EA390-FD22-CBB5-85AE-F5D5366BDE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37546" y="1952480"/>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aws cloud logo | Sticker">
            <a:extLst>
              <a:ext uri="{FF2B5EF4-FFF2-40B4-BE49-F238E27FC236}">
                <a16:creationId xmlns:a16="http://schemas.microsoft.com/office/drawing/2014/main" id="{639B3257-8993-18A0-293D-7276236835BF}"/>
              </a:ext>
            </a:extLst>
          </p:cNvPr>
          <p:cNvPicPr>
            <a:picLocks noChangeAspect="1" noChangeArrowheads="1"/>
          </p:cNvPicPr>
          <p:nvPr/>
        </p:nvPicPr>
        <p:blipFill>
          <a:blip r:embed="rId13">
            <a:clrChange>
              <a:clrFrom>
                <a:srgbClr val="F8F8F8"/>
              </a:clrFrom>
              <a:clrTo>
                <a:srgbClr val="F8F8F8">
                  <a:alpha val="0"/>
                </a:srgbClr>
              </a:clrTo>
            </a:clrChange>
            <a:extLst>
              <a:ext uri="{28A0092B-C50C-407E-A947-70E740481C1C}">
                <a14:useLocalDpi xmlns:a14="http://schemas.microsoft.com/office/drawing/2010/main" val="0"/>
              </a:ext>
            </a:extLst>
          </a:blip>
          <a:srcRect/>
          <a:stretch>
            <a:fillRect/>
          </a:stretch>
        </p:blipFill>
        <p:spPr bwMode="auto">
          <a:xfrm>
            <a:off x="7435596" y="4662568"/>
            <a:ext cx="731520" cy="97536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495D72B1-590B-F068-D8BE-00FDF61AF31B}"/>
              </a:ext>
            </a:extLst>
          </p:cNvPr>
          <p:cNvSpPr txBox="1"/>
          <p:nvPr/>
        </p:nvSpPr>
        <p:spPr>
          <a:xfrm>
            <a:off x="9011088" y="2061787"/>
            <a:ext cx="3116924" cy="3754874"/>
          </a:xfrm>
          <a:prstGeom prst="rect">
            <a:avLst/>
          </a:prstGeom>
          <a:noFill/>
        </p:spPr>
        <p:txBody>
          <a:bodyPr wrap="square">
            <a:spAutoFit/>
          </a:bodyPr>
          <a:lstStyle/>
          <a:p>
            <a:pPr marL="628650" lvl="1" indent="-171450">
              <a:buFont typeface="Courier New" panose="02070309020205020404" pitchFamily="49" charset="0"/>
              <a:buChar char="o"/>
            </a:pPr>
            <a:r>
              <a:rPr lang="en-US" sz="1400"/>
              <a:t>Custom/Cloud Usage</a:t>
            </a:r>
          </a:p>
          <a:p>
            <a:pPr marL="1085850" lvl="2" indent="-171450">
              <a:buFont typeface="Courier New" panose="02070309020205020404" pitchFamily="49" charset="0"/>
              <a:buChar char="o"/>
            </a:pPr>
            <a:r>
              <a:rPr lang="en-US" sz="1400"/>
              <a:t>Configure a model</a:t>
            </a:r>
          </a:p>
          <a:p>
            <a:pPr marL="1085850" lvl="2" indent="-171450">
              <a:buFont typeface="Courier New" panose="02070309020205020404" pitchFamily="49" charset="0"/>
              <a:buChar char="o"/>
            </a:pPr>
            <a:r>
              <a:rPr lang="en-US" sz="1400"/>
              <a:t>Develop prompts (describe the objective, provide contextual information, list the steps or instructions on how to complete the task, and provide examples of right answers)</a:t>
            </a:r>
          </a:p>
          <a:p>
            <a:pPr marL="1085850" lvl="2" indent="-171450">
              <a:buFont typeface="Courier New" panose="02070309020205020404" pitchFamily="49" charset="0"/>
              <a:buChar char="o"/>
            </a:pPr>
            <a:r>
              <a:rPr lang="en-US" sz="1400"/>
              <a:t>Provide data specific to a task</a:t>
            </a:r>
          </a:p>
          <a:p>
            <a:pPr marL="628650" lvl="1" indent="-171450">
              <a:buFont typeface="Courier New" panose="02070309020205020404" pitchFamily="49" charset="0"/>
              <a:buChar char="o"/>
            </a:pPr>
            <a:r>
              <a:rPr lang="en-US" sz="1400"/>
              <a:t>Benefit: Scalable and repeatable workflows to automate tasks (and evaluate them)</a:t>
            </a:r>
          </a:p>
        </p:txBody>
      </p:sp>
      <p:sp>
        <p:nvSpPr>
          <p:cNvPr id="21" name="Content Placeholder 7">
            <a:extLst>
              <a:ext uri="{FF2B5EF4-FFF2-40B4-BE49-F238E27FC236}">
                <a16:creationId xmlns:a16="http://schemas.microsoft.com/office/drawing/2014/main" id="{9CE19B05-4017-3373-A5BF-D62F197AC260}"/>
              </a:ext>
            </a:extLst>
          </p:cNvPr>
          <p:cNvSpPr>
            <a:spLocks noGrp="1"/>
          </p:cNvSpPr>
          <p:nvPr>
            <p:ph sz="half" idx="1"/>
          </p:nvPr>
        </p:nvSpPr>
        <p:spPr>
          <a:xfrm>
            <a:off x="63988" y="2276752"/>
            <a:ext cx="2469693" cy="4394200"/>
          </a:xfrm>
        </p:spPr>
        <p:txBody>
          <a:bodyPr vert="horz" lIns="0" tIns="0" rIns="0" bIns="0" rtlCol="0" anchor="t">
            <a:normAutofit/>
          </a:bodyPr>
          <a:lstStyle/>
          <a:p>
            <a:pPr>
              <a:buFont typeface="Courier New" panose="02070309020205020404" pitchFamily="49" charset="0"/>
              <a:buChar char="o"/>
            </a:pPr>
            <a:r>
              <a:rPr lang="en-US" sz="1400">
                <a:ea typeface="+mn-lt"/>
                <a:cs typeface="+mn-lt"/>
              </a:rPr>
              <a:t>Off-the-shelf Usage:</a:t>
            </a:r>
          </a:p>
          <a:p>
            <a:pPr lvl="1">
              <a:buFont typeface="Courier New" panose="02070309020205020404" pitchFamily="49" charset="0"/>
              <a:buChar char="o"/>
            </a:pPr>
            <a:r>
              <a:rPr lang="en-US" sz="1400">
                <a:ea typeface="+mn-lt"/>
                <a:cs typeface="+mn-lt"/>
              </a:rPr>
              <a:t>websites and desktop applications where you make a request and get back a response</a:t>
            </a:r>
          </a:p>
          <a:p>
            <a:pPr lvl="2">
              <a:buFont typeface="Courier New" panose="02070309020205020404" pitchFamily="49" charset="0"/>
              <a:buChar char="o"/>
            </a:pPr>
            <a:r>
              <a:rPr lang="en-US" sz="1400"/>
              <a:t>ChatGPT, Claude, Gemini, etc.</a:t>
            </a:r>
          </a:p>
          <a:p>
            <a:pPr lvl="2">
              <a:buFont typeface="Courier New" panose="02070309020205020404" pitchFamily="49" charset="0"/>
              <a:buChar char="o"/>
            </a:pPr>
            <a:r>
              <a:rPr lang="en-US" sz="1400"/>
              <a:t>Microsoft 365 Copilot</a:t>
            </a:r>
          </a:p>
          <a:p>
            <a:pPr lvl="1">
              <a:buFont typeface="Courier New" panose="02070309020205020404" pitchFamily="49" charset="0"/>
              <a:buChar char="o"/>
            </a:pPr>
            <a:r>
              <a:rPr lang="en-US" sz="1400"/>
              <a:t>Benefit: ease of use</a:t>
            </a:r>
          </a:p>
        </p:txBody>
      </p:sp>
    </p:spTree>
    <p:extLst>
      <p:ext uri="{BB962C8B-B14F-4D97-AF65-F5344CB8AC3E}">
        <p14:creationId xmlns:p14="http://schemas.microsoft.com/office/powerpoint/2010/main" val="3771746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5AD03-3BFC-CE25-AE29-A29BB48C2E7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4673D45-A9C4-0A61-9D27-62DC55A616BA}"/>
              </a:ext>
            </a:extLst>
          </p:cNvPr>
          <p:cNvSpPr>
            <a:spLocks noGrp="1"/>
          </p:cNvSpPr>
          <p:nvPr>
            <p:ph type="title"/>
          </p:nvPr>
        </p:nvSpPr>
        <p:spPr>
          <a:xfrm>
            <a:off x="296742" y="944547"/>
            <a:ext cx="10948542" cy="627864"/>
          </a:xfrm>
        </p:spPr>
        <p:txBody>
          <a:bodyPr/>
          <a:lstStyle/>
          <a:p>
            <a:pPr algn="ctr"/>
            <a:r>
              <a:rPr lang="en-US" sz="4400"/>
              <a:t>The LLM Adoption Continuum for water suppliers</a:t>
            </a:r>
          </a:p>
        </p:txBody>
      </p:sp>
      <p:graphicFrame>
        <p:nvGraphicFramePr>
          <p:cNvPr id="2" name="Diagram 1">
            <a:extLst>
              <a:ext uri="{FF2B5EF4-FFF2-40B4-BE49-F238E27FC236}">
                <a16:creationId xmlns:a16="http://schemas.microsoft.com/office/drawing/2014/main" id="{463454E6-5F4D-7D6C-425C-08CCAA86FC8D}"/>
              </a:ext>
            </a:extLst>
          </p:cNvPr>
          <p:cNvGraphicFramePr/>
          <p:nvPr/>
        </p:nvGraphicFramePr>
        <p:xfrm>
          <a:off x="296742" y="1866051"/>
          <a:ext cx="11513206" cy="1986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8EBE3C94-3F37-A7D1-8E1E-A9B1C38570E1}"/>
              </a:ext>
            </a:extLst>
          </p:cNvPr>
          <p:cNvSpPr txBox="1"/>
          <p:nvPr/>
        </p:nvSpPr>
        <p:spPr>
          <a:xfrm>
            <a:off x="476326" y="3646964"/>
            <a:ext cx="2424325" cy="1569660"/>
          </a:xfrm>
          <a:prstGeom prst="rect">
            <a:avLst/>
          </a:prstGeom>
          <a:solidFill>
            <a:schemeClr val="bg1">
              <a:lumMod val="95000"/>
            </a:schemeClr>
          </a:solidFill>
        </p:spPr>
        <p:txBody>
          <a:bodyPr wrap="square">
            <a:spAutoFit/>
          </a:bodyPr>
          <a:lstStyle/>
          <a:p>
            <a:r>
              <a:rPr lang="en-US" sz="1600"/>
              <a:t>Policies restrict or strictly limit uses of AI, typically due to regulatory requirements or organizational security concerns.</a:t>
            </a:r>
          </a:p>
        </p:txBody>
      </p:sp>
      <p:sp>
        <p:nvSpPr>
          <p:cNvPr id="6" name="TextBox 5">
            <a:extLst>
              <a:ext uri="{FF2B5EF4-FFF2-40B4-BE49-F238E27FC236}">
                <a16:creationId xmlns:a16="http://schemas.microsoft.com/office/drawing/2014/main" id="{F7533B90-6FEF-C867-C697-2869C87BBBFB}"/>
              </a:ext>
            </a:extLst>
          </p:cNvPr>
          <p:cNvSpPr txBox="1"/>
          <p:nvPr/>
        </p:nvSpPr>
        <p:spPr>
          <a:xfrm>
            <a:off x="3080235" y="3614269"/>
            <a:ext cx="2424325" cy="1569660"/>
          </a:xfrm>
          <a:prstGeom prst="rect">
            <a:avLst/>
          </a:prstGeom>
          <a:solidFill>
            <a:schemeClr val="bg1">
              <a:lumMod val="95000"/>
            </a:schemeClr>
          </a:solidFill>
        </p:spPr>
        <p:txBody>
          <a:bodyPr wrap="square">
            <a:spAutoFit/>
          </a:bodyPr>
          <a:lstStyle/>
          <a:p>
            <a:r>
              <a:rPr lang="en-US" sz="1600"/>
              <a:t>AI usage is minimal, often focused on low-risk or administrative tasks to gain familiarity and confidence without incurring significant risk.</a:t>
            </a:r>
          </a:p>
        </p:txBody>
      </p:sp>
      <p:sp>
        <p:nvSpPr>
          <p:cNvPr id="7" name="TextBox 6">
            <a:extLst>
              <a:ext uri="{FF2B5EF4-FFF2-40B4-BE49-F238E27FC236}">
                <a16:creationId xmlns:a16="http://schemas.microsoft.com/office/drawing/2014/main" id="{96C574A8-4EEF-48E9-636F-AFEDF18E7497}"/>
              </a:ext>
            </a:extLst>
          </p:cNvPr>
          <p:cNvSpPr txBox="1"/>
          <p:nvPr/>
        </p:nvSpPr>
        <p:spPr>
          <a:xfrm>
            <a:off x="5854700" y="3614269"/>
            <a:ext cx="2711088" cy="1569660"/>
          </a:xfrm>
          <a:prstGeom prst="rect">
            <a:avLst/>
          </a:prstGeom>
          <a:solidFill>
            <a:schemeClr val="bg1">
              <a:lumMod val="95000"/>
            </a:schemeClr>
          </a:solidFill>
        </p:spPr>
        <p:txBody>
          <a:bodyPr wrap="square">
            <a:spAutoFit/>
          </a:bodyPr>
          <a:lstStyle/>
          <a:p>
            <a:r>
              <a:rPr lang="en-US" sz="1600"/>
              <a:t>Organizations actively explore and implement LLMs to support more specialized or technical use cases balancing risk with the potential for efficiency. </a:t>
            </a:r>
          </a:p>
        </p:txBody>
      </p:sp>
      <p:sp>
        <p:nvSpPr>
          <p:cNvPr id="23" name="TextBox 22">
            <a:extLst>
              <a:ext uri="{FF2B5EF4-FFF2-40B4-BE49-F238E27FC236}">
                <a16:creationId xmlns:a16="http://schemas.microsoft.com/office/drawing/2014/main" id="{4D21375C-921B-21EB-308B-D7121C30D9B9}"/>
              </a:ext>
            </a:extLst>
          </p:cNvPr>
          <p:cNvSpPr txBox="1"/>
          <p:nvPr/>
        </p:nvSpPr>
        <p:spPr>
          <a:xfrm>
            <a:off x="8830813" y="3614268"/>
            <a:ext cx="2711088" cy="1569660"/>
          </a:xfrm>
          <a:prstGeom prst="rect">
            <a:avLst/>
          </a:prstGeom>
          <a:solidFill>
            <a:schemeClr val="bg1">
              <a:lumMod val="95000"/>
            </a:schemeClr>
          </a:solidFill>
        </p:spPr>
        <p:txBody>
          <a:bodyPr wrap="square" lIns="91440" tIns="45720" rIns="91440" bIns="45720" anchor="t">
            <a:spAutoFit/>
          </a:bodyPr>
          <a:lstStyle/>
          <a:p>
            <a:r>
              <a:rPr lang="en-US" sz="1600"/>
              <a:t>Industry leaders leverage advanced techniques to push LLM capabilities to address complex challenges. </a:t>
            </a:r>
          </a:p>
          <a:p>
            <a:endParaRPr lang="en-US" sz="1600"/>
          </a:p>
        </p:txBody>
      </p:sp>
    </p:spTree>
    <p:extLst>
      <p:ext uri="{BB962C8B-B14F-4D97-AF65-F5344CB8AC3E}">
        <p14:creationId xmlns:p14="http://schemas.microsoft.com/office/powerpoint/2010/main" val="577283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5E45AF-3808-FDAF-D5EF-803D381CD6F0}"/>
              </a:ext>
            </a:extLst>
          </p:cNvPr>
          <p:cNvSpPr>
            <a:spLocks noGrp="1"/>
          </p:cNvSpPr>
          <p:nvPr>
            <p:ph type="title"/>
          </p:nvPr>
        </p:nvSpPr>
        <p:spPr>
          <a:xfrm>
            <a:off x="264543" y="630777"/>
            <a:ext cx="11759883" cy="855532"/>
          </a:xfrm>
        </p:spPr>
        <p:txBody>
          <a:bodyPr/>
          <a:lstStyle/>
          <a:p>
            <a:r>
              <a:rPr lang="en-US" sz="3200"/>
              <a:t>How can we address barriers to moving along this AI adoption continuum?</a:t>
            </a:r>
          </a:p>
        </p:txBody>
      </p:sp>
      <p:graphicFrame>
        <p:nvGraphicFramePr>
          <p:cNvPr id="2" name="Diagram 1">
            <a:extLst>
              <a:ext uri="{FF2B5EF4-FFF2-40B4-BE49-F238E27FC236}">
                <a16:creationId xmlns:a16="http://schemas.microsoft.com/office/drawing/2014/main" id="{09B28392-A41A-19D7-F34F-317F753F4F16}"/>
              </a:ext>
            </a:extLst>
          </p:cNvPr>
          <p:cNvGraphicFramePr/>
          <p:nvPr/>
        </p:nvGraphicFramePr>
        <p:xfrm>
          <a:off x="271154" y="1155245"/>
          <a:ext cx="11513206" cy="1986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3" name="TextBox 32">
            <a:extLst>
              <a:ext uri="{FF2B5EF4-FFF2-40B4-BE49-F238E27FC236}">
                <a16:creationId xmlns:a16="http://schemas.microsoft.com/office/drawing/2014/main" id="{66C637E9-DCC6-2905-7062-8E0561E31A04}"/>
              </a:ext>
            </a:extLst>
          </p:cNvPr>
          <p:cNvSpPr txBox="1"/>
          <p:nvPr/>
        </p:nvSpPr>
        <p:spPr>
          <a:xfrm>
            <a:off x="271154" y="3359033"/>
            <a:ext cx="2498775" cy="2743200"/>
          </a:xfrm>
          <a:prstGeom prst="rect">
            <a:avLst/>
          </a:prstGeom>
          <a:solidFill>
            <a:schemeClr val="bg1">
              <a:lumMod val="95000"/>
            </a:schemeClr>
          </a:solidFill>
        </p:spPr>
        <p:txBody>
          <a:bodyPr wrap="square">
            <a:spAutoFit/>
          </a:bodyPr>
          <a:lstStyle>
            <a:defPPr>
              <a:defRPr lang="en-US"/>
            </a:defPPr>
            <a:lvl1pPr>
              <a:defRPr sz="1600"/>
            </a:lvl1pPr>
          </a:lstStyle>
          <a:p>
            <a:pPr marL="285750" indent="-285750">
              <a:buFont typeface="Arial" panose="020B0604020202020204" pitchFamily="34" charset="0"/>
              <a:buChar char="•"/>
            </a:pPr>
            <a:r>
              <a:rPr lang="en-US" b="1"/>
              <a:t>Strengthen understanding </a:t>
            </a:r>
            <a:r>
              <a:rPr lang="en-US"/>
              <a:t>of AI-related risks and regulations. </a:t>
            </a:r>
          </a:p>
          <a:p>
            <a:pPr marL="285750" indent="-285750">
              <a:buFont typeface="Arial" panose="020B0604020202020204" pitchFamily="34" charset="0"/>
              <a:buChar char="•"/>
            </a:pPr>
            <a:r>
              <a:rPr lang="en-US" b="1"/>
              <a:t>Monitor</a:t>
            </a:r>
            <a:r>
              <a:rPr lang="en-US"/>
              <a:t> industry trends and policy shifts that could change your stance. </a:t>
            </a:r>
          </a:p>
          <a:p>
            <a:pPr marL="285750" indent="-285750">
              <a:buFont typeface="Arial" panose="020B0604020202020204" pitchFamily="34" charset="0"/>
              <a:buChar char="•"/>
            </a:pPr>
            <a:r>
              <a:rPr lang="en-US"/>
              <a:t>Build foundational knowledge to </a:t>
            </a:r>
            <a:r>
              <a:rPr lang="en-US" b="1"/>
              <a:t>evaluate future opportunities</a:t>
            </a:r>
            <a:r>
              <a:rPr lang="en-US"/>
              <a:t>.</a:t>
            </a:r>
          </a:p>
        </p:txBody>
      </p:sp>
      <p:sp>
        <p:nvSpPr>
          <p:cNvPr id="41" name="TextBox 40">
            <a:extLst>
              <a:ext uri="{FF2B5EF4-FFF2-40B4-BE49-F238E27FC236}">
                <a16:creationId xmlns:a16="http://schemas.microsoft.com/office/drawing/2014/main" id="{017640C0-F064-3DFF-9E27-B6B510ABCDB7}"/>
              </a:ext>
            </a:extLst>
          </p:cNvPr>
          <p:cNvSpPr txBox="1"/>
          <p:nvPr/>
        </p:nvSpPr>
        <p:spPr>
          <a:xfrm>
            <a:off x="3099783" y="3338181"/>
            <a:ext cx="5304339" cy="2743200"/>
          </a:xfrm>
          <a:prstGeom prst="rect">
            <a:avLst/>
          </a:prstGeom>
          <a:solidFill>
            <a:schemeClr val="bg1">
              <a:lumMod val="95000"/>
            </a:schemeClr>
          </a:solidFill>
        </p:spPr>
        <p:txBody>
          <a:bodyPr wrap="square">
            <a:spAutoFit/>
          </a:bodyPr>
          <a:lstStyle>
            <a:defPPr>
              <a:defRPr lang="en-US"/>
            </a:defPPr>
            <a:lvl1pPr>
              <a:defRPr sz="1600"/>
            </a:lvl1pPr>
          </a:lstStyle>
          <a:p>
            <a:pPr marL="285750" indent="-285750">
              <a:buFont typeface="Arial" panose="020B0604020202020204" pitchFamily="34" charset="0"/>
              <a:buChar char="•"/>
            </a:pPr>
            <a:r>
              <a:rPr lang="en-US" b="1"/>
              <a:t>Identify low-risk use cases </a:t>
            </a:r>
            <a:r>
              <a:rPr lang="en-US"/>
              <a:t>(e.g., data organization, documentation assistance). </a:t>
            </a:r>
          </a:p>
          <a:p>
            <a:pPr marL="285750" indent="-285750">
              <a:buFont typeface="Arial" panose="020B0604020202020204" pitchFamily="34" charset="0"/>
              <a:buChar char="•"/>
            </a:pPr>
            <a:r>
              <a:rPr lang="en-US"/>
              <a:t>Conduct </a:t>
            </a:r>
            <a:r>
              <a:rPr lang="en-US" b="1"/>
              <a:t>pilots</a:t>
            </a:r>
            <a:r>
              <a:rPr lang="en-US"/>
              <a:t> to assess outcomes, measure ROI, and learn from successes/failures. </a:t>
            </a:r>
          </a:p>
          <a:p>
            <a:pPr marL="285750" indent="-285750">
              <a:buFont typeface="Arial" panose="020B0604020202020204" pitchFamily="34" charset="0"/>
              <a:buChar char="•"/>
            </a:pPr>
            <a:r>
              <a:rPr lang="en-US"/>
              <a:t>Begin establishing </a:t>
            </a:r>
            <a:r>
              <a:rPr lang="en-US" b="1"/>
              <a:t>governance</a:t>
            </a:r>
            <a:r>
              <a:rPr lang="en-US"/>
              <a:t> frameworks and policies for broader AI usage.</a:t>
            </a:r>
          </a:p>
          <a:p>
            <a:pPr marL="285750" indent="-285750">
              <a:buFont typeface="Arial" panose="020B0604020202020204" pitchFamily="34" charset="0"/>
              <a:buChar char="•"/>
            </a:pPr>
            <a:r>
              <a:rPr lang="en-US"/>
              <a:t>Expand pilot programs into </a:t>
            </a:r>
            <a:r>
              <a:rPr lang="en-US" b="1"/>
              <a:t>production-level deployments </a:t>
            </a:r>
            <a:r>
              <a:rPr lang="en-US"/>
              <a:t>for specific workflows. </a:t>
            </a:r>
          </a:p>
          <a:p>
            <a:pPr marL="285750" indent="-285750">
              <a:buFont typeface="Arial" panose="020B0604020202020204" pitchFamily="34" charset="0"/>
              <a:buChar char="•"/>
            </a:pPr>
            <a:r>
              <a:rPr lang="en-US" b="1"/>
              <a:t>Communicate and coordinate</a:t>
            </a:r>
            <a:r>
              <a:rPr lang="en-US"/>
              <a:t> across groups to build organizational awareness and understanding of new technologies and processes.</a:t>
            </a:r>
          </a:p>
        </p:txBody>
      </p:sp>
      <p:sp>
        <p:nvSpPr>
          <p:cNvPr id="43" name="TextBox 42">
            <a:extLst>
              <a:ext uri="{FF2B5EF4-FFF2-40B4-BE49-F238E27FC236}">
                <a16:creationId xmlns:a16="http://schemas.microsoft.com/office/drawing/2014/main" id="{85E4DAF4-D4EF-BADA-D896-1F08149145FC}"/>
              </a:ext>
            </a:extLst>
          </p:cNvPr>
          <p:cNvSpPr txBox="1"/>
          <p:nvPr/>
        </p:nvSpPr>
        <p:spPr>
          <a:xfrm>
            <a:off x="8733976" y="3359030"/>
            <a:ext cx="2848424" cy="2743200"/>
          </a:xfrm>
          <a:prstGeom prst="rect">
            <a:avLst/>
          </a:prstGeom>
          <a:solidFill>
            <a:schemeClr val="bg1">
              <a:lumMod val="95000"/>
            </a:schemeClr>
          </a:solidFill>
        </p:spPr>
        <p:txBody>
          <a:bodyPr wrap="square">
            <a:spAutoFit/>
          </a:bodyPr>
          <a:lstStyle>
            <a:defPPr>
              <a:defRPr lang="en-US"/>
            </a:defPPr>
            <a:lvl1pPr>
              <a:defRPr sz="1600"/>
            </a:lvl1pPr>
          </a:lstStyle>
          <a:p>
            <a:pPr marL="285750" indent="-285750">
              <a:buFont typeface="Arial" panose="020B0604020202020204" pitchFamily="34" charset="0"/>
              <a:buChar char="•"/>
            </a:pPr>
            <a:r>
              <a:rPr lang="en-US"/>
              <a:t>Develop or customize LLM architectures to </a:t>
            </a:r>
            <a:r>
              <a:rPr lang="en-US" b="1"/>
              <a:t>address unique business needs. </a:t>
            </a:r>
          </a:p>
          <a:p>
            <a:pPr marL="285750" indent="-285750">
              <a:buFont typeface="Arial" panose="020B0604020202020204" pitchFamily="34" charset="0"/>
              <a:buChar char="•"/>
            </a:pPr>
            <a:r>
              <a:rPr lang="en-US" b="1"/>
              <a:t>Encourage collaborations </a:t>
            </a:r>
            <a:r>
              <a:rPr lang="en-US"/>
              <a:t>(e.g., academia, technology providers).</a:t>
            </a:r>
          </a:p>
          <a:p>
            <a:pPr marL="285750" indent="-285750">
              <a:buFont typeface="Arial" panose="020B0604020202020204" pitchFamily="34" charset="0"/>
              <a:buChar char="•"/>
            </a:pPr>
            <a:r>
              <a:rPr lang="en-US" b="1"/>
              <a:t>Continuously refine governance </a:t>
            </a:r>
            <a:r>
              <a:rPr lang="en-US"/>
              <a:t>to stay ahead of emerging AI risks and regulations.</a:t>
            </a:r>
          </a:p>
        </p:txBody>
      </p:sp>
      <p:sp>
        <p:nvSpPr>
          <p:cNvPr id="6" name="TextBox 5">
            <a:extLst>
              <a:ext uri="{FF2B5EF4-FFF2-40B4-BE49-F238E27FC236}">
                <a16:creationId xmlns:a16="http://schemas.microsoft.com/office/drawing/2014/main" id="{3E587BD1-202B-873A-F628-59702BA26DD0}"/>
              </a:ext>
            </a:extLst>
          </p:cNvPr>
          <p:cNvSpPr txBox="1"/>
          <p:nvPr/>
        </p:nvSpPr>
        <p:spPr>
          <a:xfrm>
            <a:off x="221012" y="2932326"/>
            <a:ext cx="6096000" cy="369332"/>
          </a:xfrm>
          <a:prstGeom prst="rect">
            <a:avLst/>
          </a:prstGeom>
          <a:noFill/>
        </p:spPr>
        <p:txBody>
          <a:bodyPr wrap="square">
            <a:spAutoFit/>
          </a:bodyPr>
          <a:lstStyle/>
          <a:p>
            <a:r>
              <a:rPr lang="en-US" b="1"/>
              <a:t>Key Focus Areas:</a:t>
            </a:r>
          </a:p>
        </p:txBody>
      </p:sp>
    </p:spTree>
    <p:extLst>
      <p:ext uri="{BB962C8B-B14F-4D97-AF65-F5344CB8AC3E}">
        <p14:creationId xmlns:p14="http://schemas.microsoft.com/office/powerpoint/2010/main" val="231791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229E-4D9A-53CF-2F5F-0BFA9BEFC683}"/>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6F3A90-1FC7-DD02-0035-F7C1FDDF65B5}"/>
              </a:ext>
            </a:extLst>
          </p:cNvPr>
          <p:cNvSpPr>
            <a:spLocks noGrp="1"/>
          </p:cNvSpPr>
          <p:nvPr>
            <p:ph sz="half" idx="1"/>
          </p:nvPr>
        </p:nvSpPr>
        <p:spPr/>
        <p:txBody>
          <a:bodyPr vert="horz" lIns="0" tIns="0" rIns="0" bIns="0" rtlCol="0" anchor="t">
            <a:normAutofit/>
          </a:bodyPr>
          <a:lstStyle/>
          <a:p>
            <a:pPr marL="0" indent="0">
              <a:buNone/>
            </a:pPr>
            <a:r>
              <a:rPr lang="en-US" sz="2400" b="1">
                <a:ea typeface="+mn-lt"/>
                <a:cs typeface="+mn-lt"/>
              </a:rPr>
              <a:t>Websites and desktop applications</a:t>
            </a:r>
            <a:endParaRPr lang="en-US" sz="2400" b="1"/>
          </a:p>
          <a:p>
            <a:pPr lvl="1"/>
            <a:r>
              <a:rPr lang="en-US"/>
              <a:t>ChatGPT, Claude, Gemini, Microsoft 365 Copilot, etc.</a:t>
            </a:r>
            <a:endParaRPr lang="en-US">
              <a:ea typeface="+mn-lt"/>
              <a:cs typeface="+mn-lt"/>
            </a:endParaRPr>
          </a:p>
          <a:p>
            <a:pPr lvl="1">
              <a:buFont typeface="Courier New" panose="020B0503020102020204" pitchFamily="34" charset="0"/>
              <a:buChar char="o"/>
            </a:pPr>
            <a:r>
              <a:rPr lang="en-US">
                <a:ea typeface="+mn-lt"/>
                <a:cs typeface="+mn-lt"/>
              </a:rPr>
              <a:t>Can be </a:t>
            </a:r>
            <a:r>
              <a:rPr lang="en-US" sz="2600">
                <a:ea typeface="+mn-lt"/>
                <a:cs typeface="+mn-lt"/>
              </a:rPr>
              <a:t>free or e</a:t>
            </a:r>
            <a:r>
              <a:rPr lang="en-US">
                <a:ea typeface="+mn-lt"/>
                <a:cs typeface="+mn-lt"/>
              </a:rPr>
              <a:t>nterprise licenses </a:t>
            </a:r>
          </a:p>
          <a:p>
            <a:pPr lvl="1">
              <a:buFont typeface="Courier New" panose="020B0503020102020204" pitchFamily="34" charset="0"/>
              <a:buChar char="o"/>
            </a:pPr>
            <a:r>
              <a:rPr lang="en-US"/>
              <a:t>Features vary, like usage limits and data protections</a:t>
            </a:r>
          </a:p>
        </p:txBody>
      </p:sp>
      <p:sp>
        <p:nvSpPr>
          <p:cNvPr id="10" name="Content Placeholder 9">
            <a:extLst>
              <a:ext uri="{FF2B5EF4-FFF2-40B4-BE49-F238E27FC236}">
                <a16:creationId xmlns:a16="http://schemas.microsoft.com/office/drawing/2014/main" id="{896B1210-35A7-2CE1-6233-E17ABF4AE736}"/>
              </a:ext>
            </a:extLst>
          </p:cNvPr>
          <p:cNvSpPr>
            <a:spLocks noGrp="1"/>
          </p:cNvSpPr>
          <p:nvPr>
            <p:ph sz="half" idx="20"/>
          </p:nvPr>
        </p:nvSpPr>
        <p:spPr/>
        <p:txBody>
          <a:bodyPr vert="horz" lIns="0" tIns="0" rIns="0" bIns="0" rtlCol="0" anchor="t">
            <a:normAutofit/>
          </a:bodyPr>
          <a:lstStyle/>
          <a:p>
            <a:pPr marL="0" indent="0">
              <a:buNone/>
            </a:pPr>
            <a:r>
              <a:rPr lang="en-US" sz="2400" b="1"/>
              <a:t>Private cloud</a:t>
            </a:r>
            <a:endParaRPr lang="en-US" sz="2400"/>
          </a:p>
          <a:p>
            <a:pPr lvl="1">
              <a:buFont typeface="Courier New" panose="020B0503020102020204" pitchFamily="34" charset="0"/>
              <a:buChar char="o"/>
            </a:pPr>
            <a:r>
              <a:rPr lang="en-US"/>
              <a:t>Models running within an organization's protected environment</a:t>
            </a:r>
          </a:p>
          <a:p>
            <a:pPr lvl="1">
              <a:buFont typeface="Courier New" panose="020B0503020102020204" pitchFamily="34" charset="0"/>
              <a:buChar char="o"/>
            </a:pPr>
            <a:r>
              <a:rPr lang="en-US"/>
              <a:t>Typically hosted via a cloud provider (e.g., Google, Amazon, Microsoft) with configured security and data protections</a:t>
            </a:r>
          </a:p>
        </p:txBody>
      </p:sp>
      <p:sp>
        <p:nvSpPr>
          <p:cNvPr id="2" name="Content Placeholder 1">
            <a:extLst>
              <a:ext uri="{FF2B5EF4-FFF2-40B4-BE49-F238E27FC236}">
                <a16:creationId xmlns:a16="http://schemas.microsoft.com/office/drawing/2014/main" id="{3A5D6298-AF41-7D6E-93CE-4A93B24E1742}"/>
              </a:ext>
            </a:extLst>
          </p:cNvPr>
          <p:cNvSpPr>
            <a:spLocks noGrp="1"/>
          </p:cNvSpPr>
          <p:nvPr>
            <p:ph sz="half" idx="21"/>
          </p:nvPr>
        </p:nvSpPr>
        <p:spPr>
          <a:xfrm>
            <a:off x="8171688" y="1724147"/>
            <a:ext cx="3400943" cy="4448053"/>
          </a:xfrm>
        </p:spPr>
        <p:txBody>
          <a:bodyPr vert="horz" lIns="0" tIns="0" rIns="0" bIns="0" rtlCol="0" anchor="t">
            <a:normAutofit/>
          </a:bodyPr>
          <a:lstStyle/>
          <a:p>
            <a:pPr marL="0" indent="0">
              <a:buNone/>
            </a:pPr>
            <a:r>
              <a:rPr lang="en-US" sz="2400" b="1"/>
              <a:t>Self-hosted/edge devices</a:t>
            </a:r>
            <a:endParaRPr lang="en-US" sz="2400"/>
          </a:p>
          <a:p>
            <a:pPr lvl="1">
              <a:buFont typeface="Courier New,monospace" panose="020B0503020102020204" pitchFamily="34" charset="0"/>
              <a:buChar char="o"/>
            </a:pPr>
            <a:r>
              <a:rPr lang="en-US"/>
              <a:t>Models running on a private server or on an individual device</a:t>
            </a:r>
          </a:p>
          <a:p>
            <a:pPr lvl="1">
              <a:buFont typeface="Courier New,monospace" panose="020B0503020102020204" pitchFamily="34" charset="0"/>
              <a:buChar char="o"/>
            </a:pPr>
            <a:r>
              <a:rPr lang="en-US"/>
              <a:t>No cost. Data is not transmitted off-device, since model runs locally</a:t>
            </a:r>
          </a:p>
          <a:p>
            <a:endParaRPr lang="en-US"/>
          </a:p>
        </p:txBody>
      </p:sp>
      <p:sp>
        <p:nvSpPr>
          <p:cNvPr id="6" name="Title 5">
            <a:extLst>
              <a:ext uri="{FF2B5EF4-FFF2-40B4-BE49-F238E27FC236}">
                <a16:creationId xmlns:a16="http://schemas.microsoft.com/office/drawing/2014/main" id="{8F6C136A-FF95-5387-BE08-A5BE21E30E56}"/>
              </a:ext>
            </a:extLst>
          </p:cNvPr>
          <p:cNvSpPr>
            <a:spLocks noGrp="1"/>
          </p:cNvSpPr>
          <p:nvPr>
            <p:ph type="title"/>
          </p:nvPr>
        </p:nvSpPr>
        <p:spPr/>
        <p:txBody>
          <a:bodyPr anchor="t">
            <a:normAutofit/>
          </a:bodyPr>
          <a:lstStyle/>
          <a:p>
            <a:r>
              <a:rPr lang="en-US" b="1"/>
              <a:t>Adoption Pathways</a:t>
            </a:r>
            <a:endParaRPr lang="en-US"/>
          </a:p>
        </p:txBody>
      </p:sp>
      <p:sp>
        <p:nvSpPr>
          <p:cNvPr id="5" name="Slide Number Placeholder 4">
            <a:extLst>
              <a:ext uri="{FF2B5EF4-FFF2-40B4-BE49-F238E27FC236}">
                <a16:creationId xmlns:a16="http://schemas.microsoft.com/office/drawing/2014/main" id="{A8438498-3068-1A05-8160-B173BE9047D3}"/>
              </a:ext>
            </a:extLst>
          </p:cNvPr>
          <p:cNvSpPr>
            <a:spLocks noGrp="1"/>
          </p:cNvSpPr>
          <p:nvPr>
            <p:ph type="sldNum" sz="quarter" idx="23"/>
          </p:nvPr>
        </p:nvSpPr>
        <p:spPr/>
        <p:txBody>
          <a:bodyPr anchor="ctr">
            <a:normAutofit/>
          </a:bodyPr>
          <a:lstStyle/>
          <a:p>
            <a:pPr>
              <a:spcAft>
                <a:spcPts val="600"/>
              </a:spcAft>
            </a:pPr>
            <a:fld id="{04E9CEDC-B5D7-4E9A-BA46-5FD30BEA372C}" type="slidenum">
              <a:rPr lang="en-US" smtClean="0"/>
              <a:pPr>
                <a:spcAft>
                  <a:spcPts val="600"/>
                </a:spcAft>
              </a:pPr>
              <a:t>43</a:t>
            </a:fld>
            <a:endParaRPr lang="en-US"/>
          </a:p>
        </p:txBody>
      </p:sp>
    </p:spTree>
    <p:extLst>
      <p:ext uri="{BB962C8B-B14F-4D97-AF65-F5344CB8AC3E}">
        <p14:creationId xmlns:p14="http://schemas.microsoft.com/office/powerpoint/2010/main" val="3437478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95532B-50DC-4147-AEEE-BD3E3AA42FDD}"/>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960A7C2-D0C3-FC18-DEB8-0FB8CFECB321}"/>
              </a:ext>
            </a:extLst>
          </p:cNvPr>
          <p:cNvSpPr>
            <a:spLocks noGrp="1"/>
          </p:cNvSpPr>
          <p:nvPr>
            <p:ph sz="half" idx="1"/>
          </p:nvPr>
        </p:nvSpPr>
        <p:spPr>
          <a:xfrm>
            <a:off x="609600" y="1509593"/>
            <a:ext cx="3410712" cy="4662607"/>
          </a:xfrm>
          <a:ln>
            <a:solidFill>
              <a:srgbClr val="4472C4"/>
            </a:solidFill>
          </a:ln>
        </p:spPr>
        <p:txBody>
          <a:bodyPr vert="horz" lIns="0" tIns="0" rIns="0" bIns="0" rtlCol="0" anchor="t">
            <a:normAutofit/>
          </a:bodyPr>
          <a:lstStyle/>
          <a:p>
            <a:pPr marL="0" indent="0">
              <a:buNone/>
            </a:pPr>
            <a:r>
              <a:rPr lang="en-US" sz="2000" b="1">
                <a:ea typeface="+mn-lt"/>
                <a:cs typeface="+mn-lt"/>
              </a:rPr>
              <a:t>1. Individual productivity tools</a:t>
            </a:r>
            <a:endParaRPr lang="en-US">
              <a:ea typeface="+mn-lt"/>
              <a:cs typeface="+mn-lt"/>
            </a:endParaRPr>
          </a:p>
          <a:p>
            <a:pPr marL="342900" indent="-342900"/>
            <a:r>
              <a:rPr lang="en-US" sz="2000" b="1">
                <a:ea typeface="+mn-lt"/>
                <a:cs typeface="+mn-lt"/>
              </a:rPr>
              <a:t>Why:</a:t>
            </a:r>
            <a:r>
              <a:rPr lang="en-US" sz="2000">
                <a:ea typeface="+mn-lt"/>
                <a:cs typeface="+mn-lt"/>
              </a:rPr>
              <a:t> Help staff work faster on low-risk, everyday tasks</a:t>
            </a:r>
            <a:endParaRPr lang="en-US">
              <a:ea typeface="+mn-lt"/>
              <a:cs typeface="+mn-lt"/>
            </a:endParaRPr>
          </a:p>
          <a:p>
            <a:pPr marL="342900" indent="-342900"/>
            <a:r>
              <a:rPr lang="en-US" sz="2000" b="1">
                <a:ea typeface="+mn-lt"/>
                <a:cs typeface="+mn-lt"/>
              </a:rPr>
              <a:t>How:</a:t>
            </a:r>
            <a:r>
              <a:rPr lang="en-US" sz="2000">
                <a:ea typeface="+mn-lt"/>
                <a:cs typeface="+mn-lt"/>
              </a:rPr>
              <a:t> Desktop copilots, chat tools, document assistants</a:t>
            </a:r>
            <a:endParaRPr lang="en-US">
              <a:ea typeface="+mn-lt"/>
              <a:cs typeface="+mn-lt"/>
            </a:endParaRPr>
          </a:p>
          <a:p>
            <a:pPr marL="342900" indent="-342900"/>
            <a:r>
              <a:rPr lang="en-US" sz="2000" b="1">
                <a:ea typeface="+mn-lt"/>
                <a:cs typeface="+mn-lt"/>
              </a:rPr>
              <a:t>Focus on:</a:t>
            </a:r>
            <a:r>
              <a:rPr lang="en-US" sz="2000">
                <a:ea typeface="+mn-lt"/>
                <a:cs typeface="+mn-lt"/>
              </a:rPr>
              <a:t> Training, acceptable use, data handling, governance</a:t>
            </a:r>
            <a:endParaRPr lang="en-US">
              <a:ea typeface="+mn-lt"/>
              <a:cs typeface="+mn-lt"/>
            </a:endParaRPr>
          </a:p>
          <a:p>
            <a:pPr marL="342900" indent="-342900"/>
            <a:r>
              <a:rPr lang="en-US" sz="2000" b="1">
                <a:ea typeface="+mn-lt"/>
                <a:cs typeface="+mn-lt"/>
              </a:rPr>
              <a:t>Examples:</a:t>
            </a:r>
            <a:r>
              <a:rPr lang="en-US" sz="2000">
                <a:ea typeface="+mn-lt"/>
                <a:cs typeface="+mn-lt"/>
              </a:rPr>
              <a:t> Drafting emails, summarizing reports, organizing notes, first-pass document review</a:t>
            </a:r>
            <a:endParaRPr lang="en-US"/>
          </a:p>
          <a:p>
            <a:pPr marL="342900" indent="-342900">
              <a:buFont typeface="Franklin Gothic Book"/>
              <a:buChar char="–"/>
            </a:pPr>
            <a:endParaRPr lang="en-US" sz="2000"/>
          </a:p>
        </p:txBody>
      </p:sp>
      <p:sp>
        <p:nvSpPr>
          <p:cNvPr id="10" name="Content Placeholder 9">
            <a:extLst>
              <a:ext uri="{FF2B5EF4-FFF2-40B4-BE49-F238E27FC236}">
                <a16:creationId xmlns:a16="http://schemas.microsoft.com/office/drawing/2014/main" id="{083A6B26-0071-1F34-218A-8BD9ABB1304B}"/>
              </a:ext>
            </a:extLst>
          </p:cNvPr>
          <p:cNvSpPr>
            <a:spLocks noGrp="1"/>
          </p:cNvSpPr>
          <p:nvPr>
            <p:ph sz="half" idx="20"/>
          </p:nvPr>
        </p:nvSpPr>
        <p:spPr>
          <a:xfrm>
            <a:off x="4390644" y="1509593"/>
            <a:ext cx="3410712" cy="4662607"/>
          </a:xfrm>
          <a:ln>
            <a:solidFill>
              <a:srgbClr val="4472C4"/>
            </a:solidFill>
          </a:ln>
        </p:spPr>
        <p:txBody>
          <a:bodyPr vert="horz" lIns="0" tIns="0" rIns="0" bIns="0" rtlCol="0" anchor="t">
            <a:normAutofit/>
          </a:bodyPr>
          <a:lstStyle/>
          <a:p>
            <a:pPr marL="0" indent="0">
              <a:buNone/>
            </a:pPr>
            <a:r>
              <a:rPr lang="en-US" sz="2000" b="1"/>
              <a:t>2. Project-specific applications</a:t>
            </a:r>
            <a:endParaRPr lang="en-US"/>
          </a:p>
          <a:p>
            <a:pPr marL="342900" indent="-342900"/>
            <a:r>
              <a:rPr lang="en-US" sz="2000" b="1"/>
              <a:t>Why:</a:t>
            </a:r>
            <a:r>
              <a:rPr lang="en-US" sz="2000"/>
              <a:t> Improve a defined workflow or operational task</a:t>
            </a:r>
            <a:endParaRPr lang="en-US"/>
          </a:p>
          <a:p>
            <a:pPr marL="342900" indent="-342900"/>
            <a:r>
              <a:rPr lang="en-US" sz="2000" b="1"/>
              <a:t>How:</a:t>
            </a:r>
            <a:r>
              <a:rPr lang="en-US" sz="2000"/>
              <a:t> Purpose-built tools used by a team or function</a:t>
            </a:r>
            <a:endParaRPr lang="en-US"/>
          </a:p>
          <a:p>
            <a:pPr marL="342900" indent="-342900"/>
            <a:r>
              <a:rPr lang="en-US" sz="2000" b="1"/>
              <a:t>Focus on:</a:t>
            </a:r>
            <a:r>
              <a:rPr lang="en-US" sz="2000"/>
              <a:t> Task-level evaluation, security, human oversight, measurable ROI</a:t>
            </a:r>
            <a:endParaRPr lang="en-US"/>
          </a:p>
          <a:p>
            <a:pPr marL="342900" indent="-342900"/>
            <a:r>
              <a:rPr lang="en-US" sz="2000" b="1"/>
              <a:t>Examples:</a:t>
            </a:r>
            <a:r>
              <a:rPr lang="en-US" sz="2000"/>
              <a:t> Field report summarization, work order triage, permit/package review, knowledge search for standards and SOPs</a:t>
            </a:r>
            <a:endParaRPr lang="en-US"/>
          </a:p>
          <a:p>
            <a:pPr marL="0" indent="0">
              <a:buNone/>
            </a:pPr>
            <a:endParaRPr lang="en-US" sz="2800"/>
          </a:p>
          <a:p>
            <a:pPr marL="0" indent="0">
              <a:buNone/>
            </a:pPr>
            <a:endParaRPr lang="en-US" sz="3600" b="1"/>
          </a:p>
        </p:txBody>
      </p:sp>
      <p:sp>
        <p:nvSpPr>
          <p:cNvPr id="2" name="Content Placeholder 1">
            <a:extLst>
              <a:ext uri="{FF2B5EF4-FFF2-40B4-BE49-F238E27FC236}">
                <a16:creationId xmlns:a16="http://schemas.microsoft.com/office/drawing/2014/main" id="{487BB8E5-B463-4197-C2D9-891047BD87AA}"/>
              </a:ext>
            </a:extLst>
          </p:cNvPr>
          <p:cNvSpPr>
            <a:spLocks noGrp="1"/>
          </p:cNvSpPr>
          <p:nvPr>
            <p:ph sz="half" idx="21"/>
          </p:nvPr>
        </p:nvSpPr>
        <p:spPr>
          <a:xfrm>
            <a:off x="8171688" y="1508487"/>
            <a:ext cx="3630980" cy="4663713"/>
          </a:xfrm>
          <a:ln>
            <a:solidFill>
              <a:srgbClr val="4472C4"/>
            </a:solidFill>
          </a:ln>
        </p:spPr>
        <p:txBody>
          <a:bodyPr vert="horz" lIns="0" tIns="0" rIns="0" bIns="0" rtlCol="0" anchor="t">
            <a:noAutofit/>
          </a:bodyPr>
          <a:lstStyle/>
          <a:p>
            <a:pPr marL="0" indent="0">
              <a:buNone/>
            </a:pPr>
            <a:r>
              <a:rPr lang="en-US" sz="1800" b="1"/>
              <a:t>3. Enterprise AI platforms</a:t>
            </a:r>
          </a:p>
          <a:p>
            <a:r>
              <a:rPr lang="en-US" sz="1800" b="1"/>
              <a:t>Why:</a:t>
            </a:r>
            <a:r>
              <a:rPr lang="en-US" sz="1800"/>
              <a:t> Enable broader use of organizational knowledge and workflows across the utility</a:t>
            </a:r>
          </a:p>
          <a:p>
            <a:r>
              <a:rPr lang="en-US" sz="1800" b="1"/>
              <a:t>How:</a:t>
            </a:r>
            <a:r>
              <a:rPr lang="en-US" sz="1800"/>
              <a:t> Vendor platforms or integrated internal solutions connected to enterprise data</a:t>
            </a:r>
          </a:p>
          <a:p>
            <a:r>
              <a:rPr lang="en-US" sz="1800" b="1"/>
              <a:t>Focus on:</a:t>
            </a:r>
            <a:r>
              <a:rPr lang="en-US" sz="1800"/>
              <a:t> Governance, access controls, cybersecurity, change management, ongoing monitoring</a:t>
            </a:r>
          </a:p>
          <a:p>
            <a:r>
              <a:rPr lang="en-US" sz="1800" b="1"/>
              <a:t>Examples:</a:t>
            </a:r>
            <a:r>
              <a:rPr lang="en-US" sz="1800"/>
              <a:t> Enterprise knowledge assistants, cross-department document search, customer service support, organization-wide workflow copilots</a:t>
            </a:r>
          </a:p>
          <a:p>
            <a:pPr>
              <a:buFont typeface="Franklin Gothic Book"/>
              <a:buChar char="–"/>
            </a:pPr>
            <a:endParaRPr lang="en-US" sz="1800"/>
          </a:p>
          <a:p>
            <a:pPr marL="0" indent="0">
              <a:buNone/>
            </a:pPr>
            <a:endParaRPr lang="en-US" sz="1800" b="1"/>
          </a:p>
        </p:txBody>
      </p:sp>
      <p:sp>
        <p:nvSpPr>
          <p:cNvPr id="6" name="Title 5">
            <a:extLst>
              <a:ext uri="{FF2B5EF4-FFF2-40B4-BE49-F238E27FC236}">
                <a16:creationId xmlns:a16="http://schemas.microsoft.com/office/drawing/2014/main" id="{6ECE231E-56E1-3003-97C4-B0E1983438C6}"/>
              </a:ext>
            </a:extLst>
          </p:cNvPr>
          <p:cNvSpPr>
            <a:spLocks noGrp="1"/>
          </p:cNvSpPr>
          <p:nvPr>
            <p:ph type="title"/>
          </p:nvPr>
        </p:nvSpPr>
        <p:spPr/>
        <p:txBody>
          <a:bodyPr anchor="t">
            <a:normAutofit/>
          </a:bodyPr>
          <a:lstStyle/>
          <a:p>
            <a:r>
              <a:rPr lang="en-US" b="1"/>
              <a:t>Adoption Pathways</a:t>
            </a:r>
            <a:endParaRPr lang="en-US"/>
          </a:p>
        </p:txBody>
      </p:sp>
      <p:sp>
        <p:nvSpPr>
          <p:cNvPr id="5" name="Slide Number Placeholder 4">
            <a:extLst>
              <a:ext uri="{FF2B5EF4-FFF2-40B4-BE49-F238E27FC236}">
                <a16:creationId xmlns:a16="http://schemas.microsoft.com/office/drawing/2014/main" id="{74AE403C-2BED-7E49-FF08-1280BB817A27}"/>
              </a:ext>
            </a:extLst>
          </p:cNvPr>
          <p:cNvSpPr>
            <a:spLocks noGrp="1"/>
          </p:cNvSpPr>
          <p:nvPr>
            <p:ph type="sldNum" sz="quarter" idx="23"/>
          </p:nvPr>
        </p:nvSpPr>
        <p:spPr/>
        <p:txBody>
          <a:bodyPr anchor="ctr">
            <a:normAutofit/>
          </a:bodyPr>
          <a:lstStyle/>
          <a:p>
            <a:pPr>
              <a:spcAft>
                <a:spcPts val="600"/>
              </a:spcAft>
            </a:pPr>
            <a:fld id="{04E9CEDC-B5D7-4E9A-BA46-5FD30BEA372C}" type="slidenum">
              <a:rPr lang="en-US" smtClean="0"/>
              <a:pPr>
                <a:spcAft>
                  <a:spcPts val="600"/>
                </a:spcAft>
              </a:pPr>
              <a:t>44</a:t>
            </a:fld>
            <a:endParaRPr lang="en-US"/>
          </a:p>
        </p:txBody>
      </p:sp>
    </p:spTree>
    <p:extLst>
      <p:ext uri="{BB962C8B-B14F-4D97-AF65-F5344CB8AC3E}">
        <p14:creationId xmlns:p14="http://schemas.microsoft.com/office/powerpoint/2010/main" val="604370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7F9298-D992-871B-210B-030A72605696}"/>
              </a:ext>
            </a:extLst>
          </p:cNvPr>
          <p:cNvSpPr>
            <a:spLocks noGrp="1"/>
          </p:cNvSpPr>
          <p:nvPr>
            <p:ph idx="1"/>
          </p:nvPr>
        </p:nvSpPr>
        <p:spPr>
          <a:xfrm>
            <a:off x="609600" y="1509224"/>
            <a:ext cx="10972800" cy="4661203"/>
          </a:xfrm>
        </p:spPr>
        <p:txBody>
          <a:bodyPr vert="horz" lIns="0" tIns="0" rIns="0" bIns="0" rtlCol="0" anchor="t">
            <a:normAutofit lnSpcReduction="10000"/>
          </a:bodyPr>
          <a:lstStyle/>
          <a:p>
            <a:pPr>
              <a:spcAft>
                <a:spcPts val="0"/>
              </a:spcAft>
            </a:pPr>
            <a:r>
              <a:rPr lang="en-US"/>
              <a:t>GenAI has capabilities that are relevant to the water industry – in saving time by improving workflows and augmenting staff capabilities</a:t>
            </a:r>
          </a:p>
          <a:p>
            <a:pPr>
              <a:spcAft>
                <a:spcPts val="0"/>
              </a:spcAft>
            </a:pPr>
            <a:endParaRPr lang="en-US"/>
          </a:p>
          <a:p>
            <a:pPr>
              <a:spcAft>
                <a:spcPts val="0"/>
              </a:spcAft>
            </a:pPr>
            <a:r>
              <a:rPr lang="en-US"/>
              <a:t>No matter where your organization falls on the adoption continuum, it is likely that you and/or members of your organization are using AI tools </a:t>
            </a:r>
          </a:p>
          <a:p>
            <a:pPr>
              <a:spcAft>
                <a:spcPts val="0"/>
              </a:spcAft>
            </a:pPr>
            <a:endParaRPr lang="en-US"/>
          </a:p>
          <a:p>
            <a:pPr>
              <a:spcAft>
                <a:spcPts val="0"/>
              </a:spcAft>
            </a:pPr>
            <a:r>
              <a:rPr lang="en-US"/>
              <a:t>Each GenAI adoption pathway has tradeoffs (e.g., security, cost, speed, performance)</a:t>
            </a:r>
          </a:p>
          <a:p>
            <a:pPr>
              <a:spcAft>
                <a:spcPts val="0"/>
              </a:spcAft>
            </a:pPr>
            <a:endParaRPr lang="en-US"/>
          </a:p>
          <a:p>
            <a:pPr>
              <a:spcAft>
                <a:spcPts val="0"/>
              </a:spcAft>
            </a:pPr>
            <a:r>
              <a:rPr lang="en-US"/>
              <a:t>It is critical to choose the right tools for the task and be willing to go beyond verifying outputs when using GenAI on critical tasks</a:t>
            </a:r>
          </a:p>
          <a:p>
            <a:endParaRPr lang="en-US"/>
          </a:p>
          <a:p>
            <a:endParaRPr lang="en-US"/>
          </a:p>
        </p:txBody>
      </p:sp>
      <p:sp>
        <p:nvSpPr>
          <p:cNvPr id="5" name="Title 4">
            <a:extLst>
              <a:ext uri="{FF2B5EF4-FFF2-40B4-BE49-F238E27FC236}">
                <a16:creationId xmlns:a16="http://schemas.microsoft.com/office/drawing/2014/main" id="{18437F7F-F8BA-DA64-BF0B-3BBD2DCE8F7F}"/>
              </a:ext>
            </a:extLst>
          </p:cNvPr>
          <p:cNvSpPr>
            <a:spLocks noGrp="1"/>
          </p:cNvSpPr>
          <p:nvPr>
            <p:ph type="title"/>
          </p:nvPr>
        </p:nvSpPr>
        <p:spPr/>
        <p:txBody>
          <a:bodyPr/>
          <a:lstStyle/>
          <a:p>
            <a:r>
              <a:rPr lang="en-US"/>
              <a:t>Implications of GenAI for the Water Sector</a:t>
            </a:r>
          </a:p>
        </p:txBody>
      </p:sp>
      <p:sp>
        <p:nvSpPr>
          <p:cNvPr id="7" name="Slide Number Placeholder 6">
            <a:extLst>
              <a:ext uri="{FF2B5EF4-FFF2-40B4-BE49-F238E27FC236}">
                <a16:creationId xmlns:a16="http://schemas.microsoft.com/office/drawing/2014/main" id="{F26793A3-49D8-72D7-8D7F-65C3967AC91F}"/>
              </a:ext>
            </a:extLst>
          </p:cNvPr>
          <p:cNvSpPr>
            <a:spLocks noGrp="1"/>
          </p:cNvSpPr>
          <p:nvPr>
            <p:ph type="sldNum" sz="quarter" idx="11"/>
          </p:nvPr>
        </p:nvSpPr>
        <p:spPr/>
        <p:txBody>
          <a:bodyPr/>
          <a:lstStyle/>
          <a:p>
            <a:fld id="{04E9CEDC-B5D7-4E9A-BA46-5FD30BEA372C}" type="slidenum">
              <a:rPr lang="en-US" smtClean="0"/>
              <a:pPr/>
              <a:t>45</a:t>
            </a:fld>
            <a:endParaRPr lang="en-US"/>
          </a:p>
        </p:txBody>
      </p:sp>
    </p:spTree>
    <p:extLst>
      <p:ext uri="{BB962C8B-B14F-4D97-AF65-F5344CB8AC3E}">
        <p14:creationId xmlns:p14="http://schemas.microsoft.com/office/powerpoint/2010/main" val="130167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F817D76A-1AE6-DF39-B9E7-ADAD6347FAD1}"/>
              </a:ext>
            </a:extLst>
          </p:cNvPr>
          <p:cNvGraphicFramePr>
            <a:graphicFrameLocks noGrp="1"/>
          </p:cNvGraphicFramePr>
          <p:nvPr>
            <p:extLst>
              <p:ext uri="{D42A27DB-BD31-4B8C-83A1-F6EECF244321}">
                <p14:modId xmlns:p14="http://schemas.microsoft.com/office/powerpoint/2010/main" val="3922147806"/>
              </p:ext>
            </p:extLst>
          </p:nvPr>
        </p:nvGraphicFramePr>
        <p:xfrm>
          <a:off x="316522" y="1383323"/>
          <a:ext cx="11553240" cy="5279011"/>
        </p:xfrm>
        <a:graphic>
          <a:graphicData uri="http://schemas.openxmlformats.org/drawingml/2006/table">
            <a:tbl>
              <a:tblPr firstRow="1" bandRow="1">
                <a:tableStyleId>{D113A9D2-9D6B-4929-AA2D-F23B5EE8CBE7}</a:tableStyleId>
              </a:tblPr>
              <a:tblGrid>
                <a:gridCol w="2888310">
                  <a:extLst>
                    <a:ext uri="{9D8B030D-6E8A-4147-A177-3AD203B41FA5}">
                      <a16:colId xmlns:a16="http://schemas.microsoft.com/office/drawing/2014/main" val="223401579"/>
                    </a:ext>
                  </a:extLst>
                </a:gridCol>
                <a:gridCol w="2888310">
                  <a:extLst>
                    <a:ext uri="{9D8B030D-6E8A-4147-A177-3AD203B41FA5}">
                      <a16:colId xmlns:a16="http://schemas.microsoft.com/office/drawing/2014/main" val="3093342327"/>
                    </a:ext>
                  </a:extLst>
                </a:gridCol>
                <a:gridCol w="2888310">
                  <a:extLst>
                    <a:ext uri="{9D8B030D-6E8A-4147-A177-3AD203B41FA5}">
                      <a16:colId xmlns:a16="http://schemas.microsoft.com/office/drawing/2014/main" val="76734861"/>
                    </a:ext>
                  </a:extLst>
                </a:gridCol>
                <a:gridCol w="2888310">
                  <a:extLst>
                    <a:ext uri="{9D8B030D-6E8A-4147-A177-3AD203B41FA5}">
                      <a16:colId xmlns:a16="http://schemas.microsoft.com/office/drawing/2014/main" val="4184741301"/>
                    </a:ext>
                  </a:extLst>
                </a:gridCol>
              </a:tblGrid>
              <a:tr h="590687">
                <a:tc>
                  <a:txBody>
                    <a:bodyPr/>
                    <a:lstStyle/>
                    <a:p>
                      <a:pPr algn="l" fontAlgn="base">
                        <a:lnSpc>
                          <a:spcPts val="2175"/>
                        </a:lnSpc>
                        <a:buNone/>
                      </a:pPr>
                      <a:r>
                        <a:rPr lang="en-US" sz="1800">
                          <a:solidFill>
                            <a:schemeClr val="bg1"/>
                          </a:solidFill>
                          <a:effectLst/>
                        </a:rPr>
                        <a:t>Adoption Level</a:t>
                      </a: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50000"/>
                      </a:schemeClr>
                    </a:solidFill>
                  </a:tcPr>
                </a:tc>
                <a:tc>
                  <a:txBody>
                    <a:bodyPr/>
                    <a:lstStyle/>
                    <a:p>
                      <a:pPr algn="l" fontAlgn="base">
                        <a:lnSpc>
                          <a:spcPts val="2025"/>
                        </a:lnSpc>
                        <a:buNone/>
                      </a:pPr>
                      <a:r>
                        <a:rPr lang="en-US" sz="1800" u="none" strike="noStrike">
                          <a:solidFill>
                            <a:schemeClr val="bg1"/>
                          </a:solidFill>
                          <a:effectLst/>
                        </a:rPr>
                        <a:t>1. Individual</a:t>
                      </a:r>
                      <a:endParaRPr lang="en-US" sz="1800">
                        <a:solidFill>
                          <a:schemeClr val="bg1"/>
                        </a:solidFill>
                        <a:effectLst/>
                      </a:endParaRPr>
                    </a:p>
                    <a:p>
                      <a:pPr algn="l" fontAlgn="base">
                        <a:lnSpc>
                          <a:spcPts val="2025"/>
                        </a:lnSpc>
                        <a:buNone/>
                      </a:pPr>
                      <a:r>
                        <a:rPr lang="en-US" sz="1800" u="none" strike="noStrike">
                          <a:solidFill>
                            <a:schemeClr val="bg1"/>
                          </a:solidFill>
                          <a:effectLst/>
                        </a:rPr>
                        <a:t>productivity tools</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algn="l" fontAlgn="base">
                        <a:lnSpc>
                          <a:spcPts val="2025"/>
                        </a:lnSpc>
                        <a:buNone/>
                      </a:pPr>
                      <a:r>
                        <a:rPr lang="en-US" sz="1800" u="none" strike="noStrike">
                          <a:solidFill>
                            <a:schemeClr val="bg1"/>
                          </a:solidFill>
                          <a:effectLst/>
                        </a:rPr>
                        <a:t>2. Project-specific</a:t>
                      </a:r>
                      <a:endParaRPr lang="en-US" sz="1800">
                        <a:solidFill>
                          <a:schemeClr val="bg1"/>
                        </a:solidFill>
                        <a:effectLst/>
                      </a:endParaRPr>
                    </a:p>
                    <a:p>
                      <a:pPr algn="l" fontAlgn="base">
                        <a:lnSpc>
                          <a:spcPts val="2025"/>
                        </a:lnSpc>
                        <a:buNone/>
                      </a:pPr>
                      <a:r>
                        <a:rPr lang="en-US" sz="1800" u="none" strike="noStrike">
                          <a:solidFill>
                            <a:schemeClr val="bg1"/>
                          </a:solidFill>
                          <a:effectLst/>
                        </a:rPr>
                        <a:t>applications</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3">
                        <a:lumMod val="50000"/>
                      </a:schemeClr>
                    </a:solidFill>
                  </a:tcPr>
                </a:tc>
                <a:tc>
                  <a:txBody>
                    <a:bodyPr/>
                    <a:lstStyle/>
                    <a:p>
                      <a:pPr algn="l" fontAlgn="base">
                        <a:lnSpc>
                          <a:spcPts val="2025"/>
                        </a:lnSpc>
                        <a:buNone/>
                      </a:pPr>
                      <a:r>
                        <a:rPr lang="en-US" sz="1800" u="none" strike="noStrike">
                          <a:solidFill>
                            <a:schemeClr val="bg1"/>
                          </a:solidFill>
                          <a:effectLst/>
                        </a:rPr>
                        <a:t>3. Enterprise AI</a:t>
                      </a:r>
                      <a:endParaRPr lang="en-US" sz="1800">
                        <a:solidFill>
                          <a:schemeClr val="bg1"/>
                        </a:solidFill>
                        <a:effectLst/>
                      </a:endParaRPr>
                    </a:p>
                    <a:p>
                      <a:pPr algn="l" fontAlgn="base">
                        <a:lnSpc>
                          <a:spcPts val="2025"/>
                        </a:lnSpc>
                        <a:buNone/>
                      </a:pPr>
                      <a:r>
                        <a:rPr lang="en-US" sz="1800" u="none" strike="noStrike">
                          <a:solidFill>
                            <a:schemeClr val="bg1"/>
                          </a:solidFill>
                          <a:effectLst/>
                        </a:rPr>
                        <a:t>platforms</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bg2">
                        <a:lumMod val="50000"/>
                      </a:schemeClr>
                    </a:solidFill>
                  </a:tcPr>
                </a:tc>
                <a:extLst>
                  <a:ext uri="{0D108BD9-81ED-4DB2-BD59-A6C34878D82A}">
                    <a16:rowId xmlns:a16="http://schemas.microsoft.com/office/drawing/2014/main" val="2864520486"/>
                  </a:ext>
                </a:extLst>
              </a:tr>
              <a:tr h="1934307">
                <a:tc>
                  <a:txBody>
                    <a:bodyPr/>
                    <a:lstStyle/>
                    <a:p>
                      <a:pPr algn="l" fontAlgn="base">
                        <a:lnSpc>
                          <a:spcPts val="2400"/>
                        </a:lnSpc>
                        <a:buNone/>
                      </a:pPr>
                      <a:r>
                        <a:rPr lang="en-US" sz="1800" b="1" u="none" strike="noStrike">
                          <a:solidFill>
                            <a:schemeClr val="bg1"/>
                          </a:solidFill>
                          <a:effectLst/>
                        </a:rPr>
                        <a:t>Why</a:t>
                      </a:r>
                      <a:endParaRPr lang="en-US" sz="1800" b="1">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50000"/>
                      </a:schemeClr>
                    </a:solidFill>
                  </a:tcPr>
                </a:tc>
                <a:tc>
                  <a:txBody>
                    <a:bodyPr/>
                    <a:lstStyle/>
                    <a:p>
                      <a:pPr algn="l" fontAlgn="base">
                        <a:lnSpc>
                          <a:spcPts val="2400"/>
                        </a:lnSpc>
                        <a:buNone/>
                      </a:pPr>
                      <a:r>
                        <a:rPr lang="en-US" sz="1800" u="none" strike="noStrike">
                          <a:solidFill>
                            <a:schemeClr val="bg1"/>
                          </a:solidFill>
                          <a:effectLst/>
                        </a:rPr>
                        <a:t>Help staff work faster on low-risk, everyday tasks (e.g., drafting emails, summarizing reports, organizing notes, first-pass document review)</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algn="l" fontAlgn="base">
                        <a:lnSpc>
                          <a:spcPts val="1800"/>
                        </a:lnSpc>
                        <a:buNone/>
                      </a:pPr>
                      <a:r>
                        <a:rPr lang="en-US" sz="1800" u="none" strike="noStrike">
                          <a:solidFill>
                            <a:schemeClr val="bg1"/>
                          </a:solidFill>
                          <a:effectLst/>
                        </a:rPr>
                        <a:t>Improve a defined workflow</a:t>
                      </a:r>
                      <a:endParaRPr lang="en-US" sz="1800">
                        <a:solidFill>
                          <a:schemeClr val="bg1"/>
                        </a:solidFill>
                        <a:effectLst/>
                      </a:endParaRPr>
                    </a:p>
                    <a:p>
                      <a:pPr algn="l" fontAlgn="base">
                        <a:lnSpc>
                          <a:spcPts val="1800"/>
                        </a:lnSpc>
                        <a:buNone/>
                      </a:pPr>
                      <a:r>
                        <a:rPr lang="en-US" sz="1800" u="none" strike="noStrike">
                          <a:solidFill>
                            <a:schemeClr val="bg1"/>
                          </a:solidFill>
                          <a:effectLst/>
                        </a:rPr>
                        <a:t>or operational task (e.g., streamline data extraction, data analysis, synthesis, report generation, question-answering)</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3">
                        <a:lumMod val="50000"/>
                      </a:schemeClr>
                    </a:solidFill>
                  </a:tcPr>
                </a:tc>
                <a:tc>
                  <a:txBody>
                    <a:bodyPr/>
                    <a:lstStyle/>
                    <a:p>
                      <a:pPr algn="l" fontAlgn="base">
                        <a:lnSpc>
                          <a:spcPts val="1575"/>
                        </a:lnSpc>
                        <a:buNone/>
                      </a:pPr>
                      <a:r>
                        <a:rPr lang="en-US" sz="1800" u="none" strike="noStrike">
                          <a:solidFill>
                            <a:schemeClr val="bg1"/>
                          </a:solidFill>
                          <a:effectLst/>
                        </a:rPr>
                        <a:t>Empower employees and enable broader use of organizational</a:t>
                      </a:r>
                      <a:endParaRPr lang="en-US" sz="1800">
                        <a:solidFill>
                          <a:schemeClr val="bg1"/>
                        </a:solidFill>
                        <a:effectLst/>
                      </a:endParaRPr>
                    </a:p>
                    <a:p>
                      <a:pPr algn="l" fontAlgn="base">
                        <a:lnSpc>
                          <a:spcPts val="1575"/>
                        </a:lnSpc>
                        <a:buNone/>
                      </a:pPr>
                      <a:r>
                        <a:rPr lang="en-US" sz="1800" u="none" strike="noStrike">
                          <a:solidFill>
                            <a:schemeClr val="bg1"/>
                          </a:solidFill>
                          <a:effectLst/>
                        </a:rPr>
                        <a:t>knowledge and workflows across the utility (e.g., enterprise knowledge assistants, organization-wide tools or copilots)</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bg2">
                        <a:lumMod val="50000"/>
                      </a:schemeClr>
                    </a:solidFill>
                  </a:tcPr>
                </a:tc>
                <a:extLst>
                  <a:ext uri="{0D108BD9-81ED-4DB2-BD59-A6C34878D82A}">
                    <a16:rowId xmlns:a16="http://schemas.microsoft.com/office/drawing/2014/main" val="629297550"/>
                  </a:ext>
                </a:extLst>
              </a:tr>
              <a:tr h="1282224">
                <a:tc>
                  <a:txBody>
                    <a:bodyPr/>
                    <a:lstStyle/>
                    <a:p>
                      <a:pPr algn="l" fontAlgn="base">
                        <a:lnSpc>
                          <a:spcPts val="2400"/>
                        </a:lnSpc>
                        <a:buNone/>
                      </a:pPr>
                      <a:r>
                        <a:rPr lang="en-US" sz="1800" b="1" u="none" strike="noStrike">
                          <a:solidFill>
                            <a:schemeClr val="bg1"/>
                          </a:solidFill>
                          <a:effectLst/>
                        </a:rPr>
                        <a:t>How</a:t>
                      </a:r>
                      <a:endParaRPr lang="en-US" sz="1800" b="1">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50000"/>
                      </a:schemeClr>
                    </a:solidFill>
                  </a:tcPr>
                </a:tc>
                <a:tc>
                  <a:txBody>
                    <a:bodyPr/>
                    <a:lstStyle/>
                    <a:p>
                      <a:pPr algn="l" fontAlgn="base">
                        <a:lnSpc>
                          <a:spcPts val="2400"/>
                        </a:lnSpc>
                        <a:buNone/>
                      </a:pPr>
                      <a:r>
                        <a:rPr lang="en-US" sz="1800" u="none" strike="noStrike">
                          <a:solidFill>
                            <a:schemeClr val="bg1"/>
                          </a:solidFill>
                          <a:effectLst/>
                        </a:rPr>
                        <a:t>Desktop copilots, chat tools, document assistants</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algn="l" fontAlgn="base">
                        <a:lnSpc>
                          <a:spcPts val="1800"/>
                        </a:lnSpc>
                        <a:buNone/>
                      </a:pPr>
                      <a:r>
                        <a:rPr lang="en-US" sz="1800" u="none" strike="noStrike">
                          <a:solidFill>
                            <a:schemeClr val="bg1"/>
                          </a:solidFill>
                          <a:effectLst/>
                        </a:rPr>
                        <a:t>Create and evaluate purpose-built tools used by a specific team </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3">
                        <a:lumMod val="50000"/>
                      </a:schemeClr>
                    </a:solidFill>
                  </a:tcPr>
                </a:tc>
                <a:tc>
                  <a:txBody>
                    <a:bodyPr/>
                    <a:lstStyle/>
                    <a:p>
                      <a:pPr algn="l" fontAlgn="base">
                        <a:lnSpc>
                          <a:spcPts val="1650"/>
                        </a:lnSpc>
                        <a:buNone/>
                      </a:pPr>
                      <a:r>
                        <a:rPr lang="en-US" sz="1800" u="none" strike="noStrike">
                          <a:solidFill>
                            <a:schemeClr val="bg1"/>
                          </a:solidFill>
                          <a:effectLst/>
                        </a:rPr>
                        <a:t>Vendor platforms or integrated</a:t>
                      </a:r>
                      <a:endParaRPr lang="en-US" sz="1800">
                        <a:solidFill>
                          <a:schemeClr val="bg1"/>
                        </a:solidFill>
                        <a:effectLst/>
                      </a:endParaRPr>
                    </a:p>
                    <a:p>
                      <a:pPr algn="l" fontAlgn="base">
                        <a:lnSpc>
                          <a:spcPts val="1650"/>
                        </a:lnSpc>
                        <a:buNone/>
                      </a:pPr>
                      <a:r>
                        <a:rPr lang="en-US" sz="1800" u="none" strike="noStrike">
                          <a:solidFill>
                            <a:schemeClr val="bg1"/>
                          </a:solidFill>
                          <a:effectLst/>
                        </a:rPr>
                        <a:t>internal solutions connected to</a:t>
                      </a:r>
                      <a:endParaRPr lang="en-US" sz="1800">
                        <a:solidFill>
                          <a:schemeClr val="bg1"/>
                        </a:solidFill>
                        <a:effectLst/>
                      </a:endParaRPr>
                    </a:p>
                    <a:p>
                      <a:pPr algn="l" fontAlgn="base">
                        <a:lnSpc>
                          <a:spcPts val="1650"/>
                        </a:lnSpc>
                        <a:buNone/>
                      </a:pPr>
                      <a:r>
                        <a:rPr lang="en-US" sz="1800" u="none" strike="noStrike">
                          <a:solidFill>
                            <a:schemeClr val="bg1"/>
                          </a:solidFill>
                          <a:effectLst/>
                        </a:rPr>
                        <a:t>enterprise data</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bg2">
                        <a:lumMod val="50000"/>
                      </a:schemeClr>
                    </a:solidFill>
                  </a:tcPr>
                </a:tc>
                <a:extLst>
                  <a:ext uri="{0D108BD9-81ED-4DB2-BD59-A6C34878D82A}">
                    <a16:rowId xmlns:a16="http://schemas.microsoft.com/office/drawing/2014/main" val="654078048"/>
                  </a:ext>
                </a:extLst>
              </a:tr>
              <a:tr h="1123747">
                <a:tc>
                  <a:txBody>
                    <a:bodyPr/>
                    <a:lstStyle/>
                    <a:p>
                      <a:pPr algn="l" fontAlgn="base">
                        <a:lnSpc>
                          <a:spcPts val="2400"/>
                        </a:lnSpc>
                        <a:buNone/>
                      </a:pPr>
                      <a:r>
                        <a:rPr lang="en-US" sz="1800" b="1" u="none" strike="noStrike">
                          <a:solidFill>
                            <a:schemeClr val="bg1"/>
                          </a:solidFill>
                          <a:effectLst/>
                        </a:rPr>
                        <a:t>Adoption Focus Areas</a:t>
                      </a:r>
                      <a:endParaRPr lang="en-US" sz="1800" b="1">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50000"/>
                      </a:schemeClr>
                    </a:solidFill>
                  </a:tcPr>
                </a:tc>
                <a:tc>
                  <a:txBody>
                    <a:bodyPr/>
                    <a:lstStyle/>
                    <a:p>
                      <a:pPr algn="l" fontAlgn="base">
                        <a:lnSpc>
                          <a:spcPts val="2400"/>
                        </a:lnSpc>
                        <a:buNone/>
                      </a:pPr>
                      <a:r>
                        <a:rPr lang="en-US" sz="1800" u="none" strike="noStrike">
                          <a:solidFill>
                            <a:schemeClr val="bg1"/>
                          </a:solidFill>
                          <a:effectLst/>
                        </a:rPr>
                        <a:t>Training, acceptable use, data handling, governance</a:t>
                      </a:r>
                      <a:endParaRPr lang="en-US" sz="1800">
                        <a:solidFill>
                          <a:schemeClr val="bg1"/>
                        </a:solidFill>
                        <a:effectLst/>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algn="l" fontAlgn="base">
                        <a:lnSpc>
                          <a:spcPts val="1650"/>
                        </a:lnSpc>
                        <a:buNone/>
                      </a:pPr>
                      <a:r>
                        <a:rPr lang="en-US" sz="1800" u="none" strike="noStrike">
                          <a:solidFill>
                            <a:schemeClr val="bg1"/>
                          </a:solidFill>
                          <a:effectLst/>
                        </a:rPr>
                        <a:t>Task-level evaluation</a:t>
                      </a:r>
                      <a:endParaRPr lang="en-US" sz="1800">
                        <a:solidFill>
                          <a:schemeClr val="bg1"/>
                        </a:solidFill>
                        <a:effectLst/>
                      </a:endParaRPr>
                    </a:p>
                    <a:p>
                      <a:pPr algn="l" fontAlgn="base">
                        <a:lnSpc>
                          <a:spcPts val="1650"/>
                        </a:lnSpc>
                        <a:buNone/>
                      </a:pPr>
                      <a:r>
                        <a:rPr lang="en-US" sz="1800" u="none" strike="noStrike">
                          <a:solidFill>
                            <a:schemeClr val="bg1"/>
                          </a:solidFill>
                          <a:effectLst/>
                        </a:rPr>
                        <a:t>Security</a:t>
                      </a:r>
                      <a:endParaRPr lang="en-US" sz="1800">
                        <a:solidFill>
                          <a:schemeClr val="bg1"/>
                        </a:solidFill>
                        <a:effectLst/>
                      </a:endParaRPr>
                    </a:p>
                    <a:p>
                      <a:pPr algn="l" fontAlgn="base">
                        <a:lnSpc>
                          <a:spcPts val="1650"/>
                        </a:lnSpc>
                        <a:buNone/>
                      </a:pPr>
                      <a:r>
                        <a:rPr lang="en-US" sz="1800" u="none" strike="noStrike">
                          <a:solidFill>
                            <a:schemeClr val="bg1"/>
                          </a:solidFill>
                          <a:effectLst/>
                        </a:rPr>
                        <a:t>Human oversight</a:t>
                      </a:r>
                      <a:endParaRPr lang="en-US" sz="1800">
                        <a:solidFill>
                          <a:schemeClr val="bg1"/>
                        </a:solidFill>
                        <a:effectLst/>
                      </a:endParaRPr>
                    </a:p>
                    <a:p>
                      <a:pPr algn="l" fontAlgn="base">
                        <a:lnSpc>
                          <a:spcPts val="1650"/>
                        </a:lnSpc>
                        <a:buNone/>
                      </a:pPr>
                      <a:r>
                        <a:rPr lang="en-US" sz="1800" u="none" strike="noStrike">
                          <a:solidFill>
                            <a:schemeClr val="bg1"/>
                          </a:solidFill>
                          <a:effectLst/>
                        </a:rPr>
                        <a:t>Quantifying return-on-investment</a:t>
                      </a:r>
                    </a:p>
                  </a:txBody>
                  <a:tcPr>
                    <a:lnL w="12700">
                      <a:solidFill>
                        <a:schemeClr val="bg1"/>
                      </a:solidFill>
                    </a:lnL>
                    <a:lnR w="12700">
                      <a:solidFill>
                        <a:schemeClr val="bg1"/>
                      </a:solidFill>
                    </a:lnR>
                    <a:lnT w="12700">
                      <a:solidFill>
                        <a:schemeClr val="bg1"/>
                      </a:solidFill>
                    </a:lnT>
                    <a:lnB w="12700">
                      <a:solidFill>
                        <a:schemeClr val="bg1"/>
                      </a:solidFill>
                    </a:lnB>
                    <a:solidFill>
                      <a:schemeClr val="accent3">
                        <a:lumMod val="50000"/>
                      </a:schemeClr>
                    </a:solidFill>
                  </a:tcPr>
                </a:tc>
                <a:tc>
                  <a:txBody>
                    <a:bodyPr/>
                    <a:lstStyle/>
                    <a:p>
                      <a:pPr lvl="0" algn="l">
                        <a:lnSpc>
                          <a:spcPct val="100000"/>
                        </a:lnSpc>
                        <a:spcBef>
                          <a:spcPts val="0"/>
                        </a:spcBef>
                        <a:spcAft>
                          <a:spcPts val="0"/>
                        </a:spcAft>
                        <a:buNone/>
                      </a:pPr>
                      <a:r>
                        <a:rPr lang="en-US" sz="1800" u="none" strike="noStrike" noProof="0">
                          <a:solidFill>
                            <a:schemeClr val="bg1"/>
                          </a:solidFill>
                          <a:effectLst/>
                        </a:rPr>
                        <a:t>Governance</a:t>
                      </a:r>
                      <a:endParaRPr lang="en-US" sz="1800">
                        <a:solidFill>
                          <a:schemeClr val="bg1"/>
                        </a:solidFill>
                      </a:endParaRPr>
                    </a:p>
                    <a:p>
                      <a:pPr lvl="0" algn="l">
                        <a:lnSpc>
                          <a:spcPct val="100000"/>
                        </a:lnSpc>
                        <a:spcBef>
                          <a:spcPts val="0"/>
                        </a:spcBef>
                        <a:spcAft>
                          <a:spcPts val="0"/>
                        </a:spcAft>
                        <a:buNone/>
                      </a:pPr>
                      <a:r>
                        <a:rPr lang="en-US" sz="1800" u="none" strike="noStrike" noProof="0">
                          <a:solidFill>
                            <a:schemeClr val="bg1"/>
                          </a:solidFill>
                          <a:effectLst/>
                        </a:rPr>
                        <a:t>Access controls</a:t>
                      </a:r>
                      <a:endParaRPr lang="en-US" sz="1800">
                        <a:solidFill>
                          <a:schemeClr val="bg1"/>
                        </a:solidFill>
                      </a:endParaRPr>
                    </a:p>
                    <a:p>
                      <a:pPr lvl="0" algn="l">
                        <a:lnSpc>
                          <a:spcPct val="100000"/>
                        </a:lnSpc>
                        <a:spcBef>
                          <a:spcPts val="0"/>
                        </a:spcBef>
                        <a:spcAft>
                          <a:spcPts val="0"/>
                        </a:spcAft>
                        <a:buNone/>
                      </a:pPr>
                      <a:r>
                        <a:rPr lang="en-US" sz="1800" u="none" strike="noStrike" noProof="0">
                          <a:solidFill>
                            <a:schemeClr val="bg1"/>
                          </a:solidFill>
                          <a:effectLst/>
                        </a:rPr>
                        <a:t>Cybersecurity</a:t>
                      </a:r>
                      <a:endParaRPr lang="en-US" sz="1800">
                        <a:solidFill>
                          <a:schemeClr val="bg1"/>
                        </a:solidFill>
                      </a:endParaRPr>
                    </a:p>
                    <a:p>
                      <a:pPr lvl="0" algn="l">
                        <a:lnSpc>
                          <a:spcPct val="100000"/>
                        </a:lnSpc>
                        <a:spcBef>
                          <a:spcPts val="0"/>
                        </a:spcBef>
                        <a:spcAft>
                          <a:spcPts val="0"/>
                        </a:spcAft>
                        <a:buNone/>
                      </a:pPr>
                      <a:r>
                        <a:rPr lang="en-US" sz="1800" u="none" strike="noStrike" noProof="0">
                          <a:solidFill>
                            <a:schemeClr val="bg1"/>
                          </a:solidFill>
                          <a:effectLst/>
                        </a:rPr>
                        <a:t>Change management</a:t>
                      </a:r>
                      <a:endParaRPr lang="en-US" sz="1800">
                        <a:solidFill>
                          <a:schemeClr val="bg1"/>
                        </a:solidFill>
                      </a:endParaRPr>
                    </a:p>
                    <a:p>
                      <a:pPr lvl="0" algn="l">
                        <a:lnSpc>
                          <a:spcPct val="100000"/>
                        </a:lnSpc>
                        <a:spcBef>
                          <a:spcPts val="0"/>
                        </a:spcBef>
                        <a:spcAft>
                          <a:spcPts val="0"/>
                        </a:spcAft>
                        <a:buNone/>
                      </a:pPr>
                      <a:r>
                        <a:rPr lang="en-US" sz="1800" u="none" strike="noStrike" noProof="0">
                          <a:solidFill>
                            <a:schemeClr val="bg1"/>
                          </a:solidFill>
                          <a:effectLst/>
                        </a:rPr>
                        <a:t>Ongoing monitoring</a:t>
                      </a:r>
                      <a:endParaRPr lang="en-US" sz="1800">
                        <a:solidFill>
                          <a:schemeClr val="bg1"/>
                        </a:solidFill>
                      </a:endParaRPr>
                    </a:p>
                  </a:txBody>
                  <a:tcPr>
                    <a:lnL w="12700">
                      <a:solidFill>
                        <a:schemeClr val="bg1"/>
                      </a:solidFill>
                    </a:lnL>
                    <a:lnR w="12700">
                      <a:solidFill>
                        <a:schemeClr val="bg1"/>
                      </a:solidFill>
                    </a:lnR>
                    <a:lnT w="12700">
                      <a:solidFill>
                        <a:schemeClr val="bg1"/>
                      </a:solidFill>
                    </a:lnT>
                    <a:lnB w="12700">
                      <a:solidFill>
                        <a:schemeClr val="bg1"/>
                      </a:solidFill>
                    </a:lnB>
                    <a:solidFill>
                      <a:schemeClr val="bg2">
                        <a:lumMod val="50000"/>
                      </a:schemeClr>
                    </a:solidFill>
                  </a:tcPr>
                </a:tc>
                <a:extLst>
                  <a:ext uri="{0D108BD9-81ED-4DB2-BD59-A6C34878D82A}">
                    <a16:rowId xmlns:a16="http://schemas.microsoft.com/office/drawing/2014/main" val="1279360319"/>
                  </a:ext>
                </a:extLst>
              </a:tr>
            </a:tbl>
          </a:graphicData>
        </a:graphic>
      </p:graphicFrame>
      <p:sp>
        <p:nvSpPr>
          <p:cNvPr id="14" name="Title 5">
            <a:extLst>
              <a:ext uri="{FF2B5EF4-FFF2-40B4-BE49-F238E27FC236}">
                <a16:creationId xmlns:a16="http://schemas.microsoft.com/office/drawing/2014/main" id="{4CEB6822-803B-7BDC-03D1-5F285DA6F8C4}"/>
              </a:ext>
            </a:extLst>
          </p:cNvPr>
          <p:cNvSpPr>
            <a:spLocks noGrp="1"/>
          </p:cNvSpPr>
          <p:nvPr>
            <p:ph type="title"/>
          </p:nvPr>
        </p:nvSpPr>
        <p:spPr>
          <a:xfrm>
            <a:off x="304800" y="759731"/>
            <a:ext cx="4349262" cy="523220"/>
          </a:xfrm>
        </p:spPr>
        <p:txBody>
          <a:bodyPr anchor="t">
            <a:normAutofit/>
          </a:bodyPr>
          <a:lstStyle/>
          <a:p>
            <a:r>
              <a:rPr lang="en-US" b="1"/>
              <a:t>Adoption Pathways</a:t>
            </a:r>
            <a:endParaRPr lang="en-US"/>
          </a:p>
        </p:txBody>
      </p:sp>
    </p:spTree>
    <p:extLst>
      <p:ext uri="{BB962C8B-B14F-4D97-AF65-F5344CB8AC3E}">
        <p14:creationId xmlns:p14="http://schemas.microsoft.com/office/powerpoint/2010/main" val="3934558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9574-6AD9-C3D5-CBD1-C24E6231A61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3DD215F-DDE8-7674-1868-F513197DE0F9}"/>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9CEDC-B5D7-4E9A-BA46-5FD30BEA372C}" type="slidenum">
              <a:rPr kumimoji="0" lang="en-US" sz="1050" b="0" i="0" u="none" strike="noStrike" kern="1200" cap="none" spc="0" normalizeH="0" baseline="0" noProof="0" smtClean="0">
                <a:ln>
                  <a:noFill/>
                </a:ln>
                <a:solidFill>
                  <a:srgbClr val="909D93"/>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050" b="0" i="0" u="none" strike="noStrike" kern="1200" cap="none" spc="0" normalizeH="0" baseline="0" noProof="0">
              <a:ln>
                <a:noFill/>
              </a:ln>
              <a:solidFill>
                <a:srgbClr val="909D93"/>
              </a:solidFill>
              <a:effectLst/>
              <a:uLnTx/>
              <a:uFillTx/>
              <a:latin typeface="Franklin Gothic Book"/>
              <a:ea typeface="+mn-ea"/>
              <a:cs typeface="+mn-cs"/>
            </a:endParaRPr>
          </a:p>
        </p:txBody>
      </p:sp>
      <p:sp>
        <p:nvSpPr>
          <p:cNvPr id="6" name="Title 5">
            <a:extLst>
              <a:ext uri="{FF2B5EF4-FFF2-40B4-BE49-F238E27FC236}">
                <a16:creationId xmlns:a16="http://schemas.microsoft.com/office/drawing/2014/main" id="{28D85140-297A-2844-D105-561ACDD1045E}"/>
              </a:ext>
            </a:extLst>
          </p:cNvPr>
          <p:cNvSpPr>
            <a:spLocks noGrp="1"/>
          </p:cNvSpPr>
          <p:nvPr>
            <p:ph type="title"/>
          </p:nvPr>
        </p:nvSpPr>
        <p:spPr/>
        <p:txBody>
          <a:bodyPr/>
          <a:lstStyle/>
          <a:p>
            <a:r>
              <a:rPr lang="en-US"/>
              <a:t>Takeaways for Water Sector</a:t>
            </a:r>
          </a:p>
        </p:txBody>
      </p:sp>
      <p:sp>
        <p:nvSpPr>
          <p:cNvPr id="3" name="Rectangle: Rounded Corners 2">
            <a:extLst>
              <a:ext uri="{FF2B5EF4-FFF2-40B4-BE49-F238E27FC236}">
                <a16:creationId xmlns:a16="http://schemas.microsoft.com/office/drawing/2014/main" id="{1095BD29-7345-C3E5-7850-95587F1F45E6}"/>
              </a:ext>
            </a:extLst>
          </p:cNvPr>
          <p:cNvSpPr/>
          <p:nvPr/>
        </p:nvSpPr>
        <p:spPr>
          <a:xfrm>
            <a:off x="609600" y="2636166"/>
            <a:ext cx="10972799" cy="10613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t>We can use AI in the Water Sector</a:t>
            </a:r>
          </a:p>
        </p:txBody>
      </p:sp>
      <p:sp>
        <p:nvSpPr>
          <p:cNvPr id="8" name="TextBox 7">
            <a:extLst>
              <a:ext uri="{FF2B5EF4-FFF2-40B4-BE49-F238E27FC236}">
                <a16:creationId xmlns:a16="http://schemas.microsoft.com/office/drawing/2014/main" id="{9FAE8649-F372-39F6-E426-967F5125B3C2}"/>
              </a:ext>
            </a:extLst>
          </p:cNvPr>
          <p:cNvSpPr txBox="1"/>
          <p:nvPr/>
        </p:nvSpPr>
        <p:spPr>
          <a:xfrm>
            <a:off x="3886199" y="2114078"/>
            <a:ext cx="4419600" cy="369332"/>
          </a:xfrm>
          <a:prstGeom prst="rect">
            <a:avLst/>
          </a:prstGeom>
          <a:noFill/>
        </p:spPr>
        <p:txBody>
          <a:bodyPr wrap="square" rtlCol="0">
            <a:spAutoFit/>
          </a:bodyPr>
          <a:lstStyle/>
          <a:p>
            <a:pPr algn="ctr"/>
            <a:r>
              <a:rPr lang="en-US" dirty="0">
                <a:highlight>
                  <a:srgbClr val="FFFF00"/>
                </a:highlight>
              </a:rPr>
              <a:t>Work in progress</a:t>
            </a:r>
          </a:p>
        </p:txBody>
      </p:sp>
      <p:sp>
        <p:nvSpPr>
          <p:cNvPr id="9" name="Rectangle: Rounded Corners 8">
            <a:extLst>
              <a:ext uri="{FF2B5EF4-FFF2-40B4-BE49-F238E27FC236}">
                <a16:creationId xmlns:a16="http://schemas.microsoft.com/office/drawing/2014/main" id="{8AE62706-99D9-836B-DE8E-193C575E4556}"/>
              </a:ext>
            </a:extLst>
          </p:cNvPr>
          <p:cNvSpPr/>
          <p:nvPr/>
        </p:nvSpPr>
        <p:spPr>
          <a:xfrm>
            <a:off x="609599" y="3965579"/>
            <a:ext cx="10972799" cy="10613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t>AI can effectively support and augment our water workforce</a:t>
            </a:r>
          </a:p>
        </p:txBody>
      </p:sp>
      <p:sp>
        <p:nvSpPr>
          <p:cNvPr id="10" name="Rectangle: Rounded Corners 9">
            <a:extLst>
              <a:ext uri="{FF2B5EF4-FFF2-40B4-BE49-F238E27FC236}">
                <a16:creationId xmlns:a16="http://schemas.microsoft.com/office/drawing/2014/main" id="{1507895D-7925-E459-7FC1-D034ADB1EBD4}"/>
              </a:ext>
            </a:extLst>
          </p:cNvPr>
          <p:cNvSpPr/>
          <p:nvPr/>
        </p:nvSpPr>
        <p:spPr>
          <a:xfrm>
            <a:off x="609599" y="5294992"/>
            <a:ext cx="10972799" cy="10613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t>There are limitations of AI, but we can minimize these with appropriate development practices and use….</a:t>
            </a:r>
          </a:p>
        </p:txBody>
      </p:sp>
    </p:spTree>
    <p:extLst>
      <p:ext uri="{BB962C8B-B14F-4D97-AF65-F5344CB8AC3E}">
        <p14:creationId xmlns:p14="http://schemas.microsoft.com/office/powerpoint/2010/main" val="1392314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7F9298-D992-871B-210B-030A72605696}"/>
              </a:ext>
            </a:extLst>
          </p:cNvPr>
          <p:cNvSpPr>
            <a:spLocks noGrp="1"/>
          </p:cNvSpPr>
          <p:nvPr>
            <p:ph idx="1"/>
          </p:nvPr>
        </p:nvSpPr>
        <p:spPr>
          <a:xfrm>
            <a:off x="609600" y="1509224"/>
            <a:ext cx="10972800" cy="4661203"/>
          </a:xfrm>
        </p:spPr>
        <p:txBody>
          <a:bodyPr vert="horz" lIns="0" tIns="0" rIns="0" bIns="0" rtlCol="0" anchor="t">
            <a:normAutofit lnSpcReduction="10000"/>
          </a:bodyPr>
          <a:lstStyle/>
          <a:p>
            <a:pPr>
              <a:spcAft>
                <a:spcPts val="0"/>
              </a:spcAft>
            </a:pPr>
            <a:r>
              <a:rPr lang="en-US" dirty="0">
                <a:highlight>
                  <a:srgbClr val="FFFF00"/>
                </a:highlight>
              </a:rPr>
              <a:t>GenAI has capabilities that are relevant to the water industry – in saving time by improving workflows and augmenting staff capabilities</a:t>
            </a:r>
          </a:p>
          <a:p>
            <a:pPr>
              <a:spcAft>
                <a:spcPts val="0"/>
              </a:spcAft>
            </a:pPr>
            <a:endParaRPr lang="en-US" dirty="0">
              <a:highlight>
                <a:srgbClr val="FFFF00"/>
              </a:highlight>
            </a:endParaRPr>
          </a:p>
          <a:p>
            <a:pPr>
              <a:spcAft>
                <a:spcPts val="0"/>
              </a:spcAft>
            </a:pPr>
            <a:r>
              <a:rPr lang="en-US" dirty="0">
                <a:highlight>
                  <a:srgbClr val="FFFF00"/>
                </a:highlight>
              </a:rPr>
              <a:t>No matter where your organization falls on the adoption continuum, it is likely that you and/or members of your organization are using AI tools </a:t>
            </a:r>
          </a:p>
          <a:p>
            <a:pPr>
              <a:spcAft>
                <a:spcPts val="0"/>
              </a:spcAft>
            </a:pPr>
            <a:endParaRPr lang="en-US" dirty="0">
              <a:highlight>
                <a:srgbClr val="FFFF00"/>
              </a:highlight>
            </a:endParaRPr>
          </a:p>
          <a:p>
            <a:pPr>
              <a:spcAft>
                <a:spcPts val="0"/>
              </a:spcAft>
            </a:pPr>
            <a:r>
              <a:rPr lang="en-US" dirty="0">
                <a:highlight>
                  <a:srgbClr val="FFFF00"/>
                </a:highlight>
              </a:rPr>
              <a:t>Each GenAI adoption pathway has tradeoffs (e.g., security, cost, speed, performance)</a:t>
            </a:r>
          </a:p>
          <a:p>
            <a:pPr>
              <a:spcAft>
                <a:spcPts val="0"/>
              </a:spcAft>
            </a:pPr>
            <a:endParaRPr lang="en-US" dirty="0">
              <a:highlight>
                <a:srgbClr val="FFFF00"/>
              </a:highlight>
            </a:endParaRPr>
          </a:p>
          <a:p>
            <a:pPr>
              <a:spcAft>
                <a:spcPts val="0"/>
              </a:spcAft>
            </a:pPr>
            <a:r>
              <a:rPr lang="en-US" dirty="0">
                <a:highlight>
                  <a:srgbClr val="FFFF00"/>
                </a:highlight>
              </a:rPr>
              <a:t>It is critical to choose the right tools for the task and be willing to go beyond verifying outputs when using GenAI on critical tasks</a:t>
            </a:r>
          </a:p>
          <a:p>
            <a:endParaRPr lang="en-US" dirty="0">
              <a:highlight>
                <a:srgbClr val="FFFF00"/>
              </a:highlight>
            </a:endParaRPr>
          </a:p>
          <a:p>
            <a:endParaRPr lang="en-US" dirty="0">
              <a:highlight>
                <a:srgbClr val="FFFF00"/>
              </a:highlight>
            </a:endParaRPr>
          </a:p>
        </p:txBody>
      </p:sp>
      <p:sp>
        <p:nvSpPr>
          <p:cNvPr id="5" name="Title 4">
            <a:extLst>
              <a:ext uri="{FF2B5EF4-FFF2-40B4-BE49-F238E27FC236}">
                <a16:creationId xmlns:a16="http://schemas.microsoft.com/office/drawing/2014/main" id="{18437F7F-F8BA-DA64-BF0B-3BBD2DCE8F7F}"/>
              </a:ext>
            </a:extLst>
          </p:cNvPr>
          <p:cNvSpPr>
            <a:spLocks noGrp="1"/>
          </p:cNvSpPr>
          <p:nvPr>
            <p:ph type="title"/>
          </p:nvPr>
        </p:nvSpPr>
        <p:spPr/>
        <p:txBody>
          <a:bodyPr/>
          <a:lstStyle/>
          <a:p>
            <a:r>
              <a:rPr lang="en-US"/>
              <a:t>Implications of GenAI for the Water Sector</a:t>
            </a:r>
          </a:p>
        </p:txBody>
      </p:sp>
      <p:sp>
        <p:nvSpPr>
          <p:cNvPr id="7" name="Slide Number Placeholder 6">
            <a:extLst>
              <a:ext uri="{FF2B5EF4-FFF2-40B4-BE49-F238E27FC236}">
                <a16:creationId xmlns:a16="http://schemas.microsoft.com/office/drawing/2014/main" id="{F26793A3-49D8-72D7-8D7F-65C3967AC91F}"/>
              </a:ext>
            </a:extLst>
          </p:cNvPr>
          <p:cNvSpPr>
            <a:spLocks noGrp="1"/>
          </p:cNvSpPr>
          <p:nvPr>
            <p:ph type="sldNum" sz="quarter" idx="11"/>
          </p:nvPr>
        </p:nvSpPr>
        <p:spPr/>
        <p:txBody>
          <a:bodyPr/>
          <a:lstStyle/>
          <a:p>
            <a:fld id="{04E9CEDC-B5D7-4E9A-BA46-5FD30BEA372C}" type="slidenum">
              <a:rPr lang="en-US" smtClean="0"/>
              <a:pPr/>
              <a:t>48</a:t>
            </a:fld>
            <a:endParaRPr lang="en-US"/>
          </a:p>
        </p:txBody>
      </p:sp>
    </p:spTree>
    <p:extLst>
      <p:ext uri="{BB962C8B-B14F-4D97-AF65-F5344CB8AC3E}">
        <p14:creationId xmlns:p14="http://schemas.microsoft.com/office/powerpoint/2010/main" val="1489985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F155039-DCEE-4780-AFA5-8460F1B95682}"/>
              </a:ext>
            </a:extLst>
          </p:cNvPr>
          <p:cNvSpPr>
            <a:spLocks noGrp="1"/>
          </p:cNvSpPr>
          <p:nvPr>
            <p:ph type="body" sz="quarter" idx="12"/>
          </p:nvPr>
        </p:nvSpPr>
        <p:spPr>
          <a:xfrm>
            <a:off x="609600" y="2362200"/>
            <a:ext cx="10972800" cy="1982349"/>
          </a:xfrm>
        </p:spPr>
        <p:txBody>
          <a:bodyPr/>
          <a:lstStyle/>
          <a:p>
            <a:r>
              <a:rPr lang="en-US"/>
              <a:t>Questions?</a:t>
            </a:r>
          </a:p>
        </p:txBody>
      </p:sp>
      <p:sp>
        <p:nvSpPr>
          <p:cNvPr id="4" name="Title 3">
            <a:extLst>
              <a:ext uri="{FF2B5EF4-FFF2-40B4-BE49-F238E27FC236}">
                <a16:creationId xmlns:a16="http://schemas.microsoft.com/office/drawing/2014/main" id="{CE6C38DA-1C44-415B-9CC3-501355022237}"/>
              </a:ext>
            </a:extLst>
          </p:cNvPr>
          <p:cNvSpPr>
            <a:spLocks noGrp="1"/>
          </p:cNvSpPr>
          <p:nvPr>
            <p:ph type="title"/>
          </p:nvPr>
        </p:nvSpPr>
        <p:spPr>
          <a:xfrm>
            <a:off x="609600" y="1529395"/>
            <a:ext cx="10972800" cy="832806"/>
          </a:xfrm>
        </p:spPr>
        <p:txBody>
          <a:bodyPr/>
          <a:lstStyle/>
          <a:p>
            <a:r>
              <a:rPr lang="en-US"/>
              <a:t>Thank you.</a:t>
            </a:r>
          </a:p>
        </p:txBody>
      </p:sp>
      <p:pic>
        <p:nvPicPr>
          <p:cNvPr id="6" name="Graphic 5">
            <a:extLst>
              <a:ext uri="{FF2B5EF4-FFF2-40B4-BE49-F238E27FC236}">
                <a16:creationId xmlns:a16="http://schemas.microsoft.com/office/drawing/2014/main" id="{00747156-C3FC-44CA-B132-0A1C97CD14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96200" y="-316064"/>
            <a:ext cx="4848094" cy="5163800"/>
          </a:xfrm>
          <a:prstGeom prst="rect">
            <a:avLst/>
          </a:prstGeom>
        </p:spPr>
      </p:pic>
      <p:pic>
        <p:nvPicPr>
          <p:cNvPr id="8" name="Picture 7" descr="A black background with white text&#10;&#10;AI-generated content may be incorrect.">
            <a:extLst>
              <a:ext uri="{FF2B5EF4-FFF2-40B4-BE49-F238E27FC236}">
                <a16:creationId xmlns:a16="http://schemas.microsoft.com/office/drawing/2014/main" id="{A38FCB25-6F7F-16A4-F79E-0DB3C97A1486}"/>
              </a:ext>
            </a:extLst>
          </p:cNvPr>
          <p:cNvPicPr>
            <a:picLocks noChangeAspect="1"/>
          </p:cNvPicPr>
          <p:nvPr/>
        </p:nvPicPr>
        <p:blipFill>
          <a:blip r:embed="rId4"/>
          <a:stretch>
            <a:fillRect/>
          </a:stretch>
        </p:blipFill>
        <p:spPr>
          <a:xfrm>
            <a:off x="3174880" y="5903214"/>
            <a:ext cx="1773449" cy="487753"/>
          </a:xfrm>
          <a:prstGeom prst="rect">
            <a:avLst/>
          </a:prstGeom>
        </p:spPr>
      </p:pic>
      <p:sp>
        <p:nvSpPr>
          <p:cNvPr id="9" name="TextBox 8">
            <a:extLst>
              <a:ext uri="{FF2B5EF4-FFF2-40B4-BE49-F238E27FC236}">
                <a16:creationId xmlns:a16="http://schemas.microsoft.com/office/drawing/2014/main" id="{573CB134-211C-3C42-1BB7-B1E5720E5279}"/>
              </a:ext>
            </a:extLst>
          </p:cNvPr>
          <p:cNvSpPr txBox="1"/>
          <p:nvPr/>
        </p:nvSpPr>
        <p:spPr>
          <a:xfrm>
            <a:off x="603849" y="3227717"/>
            <a:ext cx="680049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solidFill>
                  <a:schemeClr val="bg1"/>
                </a:solidFill>
                <a:latin typeface="Aptos Display"/>
              </a:rPr>
              <a:t>Dillon McCormick (</a:t>
            </a:r>
            <a:r>
              <a:rPr lang="en-US" sz="2400" dirty="0">
                <a:solidFill>
                  <a:schemeClr val="bg1"/>
                </a:solidFill>
                <a:ea typeface="+mn-lt"/>
                <a:cs typeface="+mn-lt"/>
                <a:hlinkClick r:id="rId5">
                  <a:extLst>
                    <a:ext uri="{A12FA001-AC4F-418D-AE19-62706E023703}">
                      <ahyp:hlinkClr xmlns:ahyp="http://schemas.microsoft.com/office/drawing/2018/hyperlinkcolor" val="tx"/>
                    </a:ext>
                  </a:extLst>
                </a:hlinkClick>
              </a:rPr>
              <a:t>dmccormick@brwncald.com</a:t>
            </a:r>
            <a:r>
              <a:rPr lang="en-US" sz="2400" dirty="0">
                <a:solidFill>
                  <a:schemeClr val="bg1"/>
                </a:solidFill>
                <a:ea typeface="+mn-lt"/>
                <a:cs typeface="+mn-lt"/>
              </a:rPr>
              <a:t>)</a:t>
            </a:r>
            <a:endParaRPr lang="en-US" dirty="0">
              <a:solidFill>
                <a:schemeClr val="bg1"/>
              </a:solidFill>
              <a:ea typeface="+mn-lt"/>
              <a:cs typeface="+mn-lt"/>
            </a:endParaRPr>
          </a:p>
          <a:p>
            <a:r>
              <a:rPr lang="en-US" sz="2400" baseline="0" dirty="0">
                <a:solidFill>
                  <a:schemeClr val="bg1"/>
                </a:solidFill>
                <a:latin typeface="Aptos Display"/>
              </a:rPr>
              <a:t>Andrew Goldberg (</a:t>
            </a:r>
            <a:r>
              <a:rPr lang="en-US" sz="2400" dirty="0">
                <a:solidFill>
                  <a:schemeClr val="bg1"/>
                </a:solidFill>
                <a:latin typeface="Aptos Display"/>
                <a:hlinkClick r:id="rId6">
                  <a:extLst>
                    <a:ext uri="{A12FA001-AC4F-418D-AE19-62706E023703}">
                      <ahyp:hlinkClr xmlns:ahyp="http://schemas.microsoft.com/office/drawing/2018/hyperlinkcolor" val="tx"/>
                    </a:ext>
                  </a:extLst>
                </a:hlinkClick>
              </a:rPr>
              <a:t>agoldberg@ekiconsult.com</a:t>
            </a:r>
            <a:r>
              <a:rPr lang="en-US" sz="2400" dirty="0">
                <a:solidFill>
                  <a:schemeClr val="bg1"/>
                </a:solidFill>
                <a:latin typeface="Aptos Display"/>
              </a:rPr>
              <a:t>)</a:t>
            </a:r>
            <a:r>
              <a:rPr sz="2400" dirty="0">
                <a:solidFill>
                  <a:schemeClr val="bg1"/>
                </a:solidFill>
                <a:latin typeface="Aptos Display"/>
                <a:ea typeface="Aptos Display"/>
                <a:cs typeface="Aptos Display"/>
              </a:rPr>
              <a:t>​</a:t>
            </a:r>
            <a:endParaRPr lang="en-US" dirty="0">
              <a:solidFill>
                <a:schemeClr val="bg1"/>
              </a:solidFill>
            </a:endParaRPr>
          </a:p>
        </p:txBody>
      </p:sp>
      <p:pic>
        <p:nvPicPr>
          <p:cNvPr id="3" name="Picture 2" descr="Carollo Engineers | UltraFacility">
            <a:extLst>
              <a:ext uri="{FF2B5EF4-FFF2-40B4-BE49-F238E27FC236}">
                <a16:creationId xmlns:a16="http://schemas.microsoft.com/office/drawing/2014/main" id="{1627A700-1034-734B-185E-50395ED959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8094" y="5939509"/>
            <a:ext cx="2871066" cy="451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56038"/>
      </p:ext>
    </p:extLst>
  </p:cSld>
  <p:clrMapOvr>
    <a:masterClrMapping/>
  </p:clrMapOvr>
</p:sld>
</file>

<file path=ppt/theme/theme1.xml><?xml version="1.0" encoding="utf-8"?>
<a:theme xmlns:a="http://schemas.openxmlformats.org/drawingml/2006/main" name="BC Layout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2021-BC-Brand">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Library-reduced" id="{8CA66919-1EF9-4AD9-8F65-0CAE16FC6224}" vid="{3CB7E859-3FCF-4982-B092-6D553EF81E41}"/>
    </a:ext>
  </a:extLst>
</a:theme>
</file>

<file path=ppt/theme/theme2.xml><?xml version="1.0" encoding="utf-8"?>
<a:theme xmlns:a="http://schemas.openxmlformats.org/drawingml/2006/main" name="BC Covers and Divider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Library-reduced" id="{8CA66919-1EF9-4AD9-8F65-0CAE16FC6224}" vid="{43C5BD6B-2E0B-457A-AE89-E472337AE9C1}"/>
    </a:ext>
  </a:extLst>
</a:theme>
</file>

<file path=ppt/theme/theme3.xml><?xml version="1.0" encoding="utf-8"?>
<a:theme xmlns:a="http://schemas.openxmlformats.org/drawingml/2006/main" name="2_#1_BC Purple">
  <a:themeElements>
    <a:clrScheme name="BC PPT TEMPLATE">
      <a:dk1>
        <a:sysClr val="windowText" lastClr="000000"/>
      </a:dk1>
      <a:lt1>
        <a:sysClr val="window" lastClr="FFFFFF"/>
      </a:lt1>
      <a:dk2>
        <a:srgbClr val="262626"/>
      </a:dk2>
      <a:lt2>
        <a:srgbClr val="FFFFFF"/>
      </a:lt2>
      <a:accent1>
        <a:srgbClr val="009ED1"/>
      </a:accent1>
      <a:accent2>
        <a:srgbClr val="76B043"/>
      </a:accent2>
      <a:accent3>
        <a:srgbClr val="C0CAC7"/>
      </a:accent3>
      <a:accent4>
        <a:srgbClr val="F58220"/>
      </a:accent4>
      <a:accent5>
        <a:srgbClr val="909D93"/>
      </a:accent5>
      <a:accent6>
        <a:srgbClr val="332A86"/>
      </a:accent6>
      <a:hlink>
        <a:srgbClr val="009ED1"/>
      </a:hlink>
      <a:folHlink>
        <a:srgbClr val="009ED1"/>
      </a:folHlink>
    </a:clrScheme>
    <a:fontScheme name="BC PPT TEMPLATE">
      <a:majorFont>
        <a:latin typeface="Franklin Gothic Medium"/>
        <a:ea typeface=""/>
        <a:cs typeface=""/>
      </a:majorFont>
      <a:minorFont>
        <a:latin typeface="Franklin Gothic Boo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Lst>
    <a:ext uri="{05A4C25C-085E-4340-85A3-A5531E510DB2}">
      <thm15:themeFamily xmlns:thm15="http://schemas.microsoft.com/office/thememl/2012/main" name="2_Presentation_Wide" id="{4F85D4D3-1FD5-4C6A-AB99-3C04856BC32F}" vid="{7AA80AA5-416D-45C2-B2ED-3BCCD2EE5509}"/>
    </a:ext>
  </a:extLst>
</a:theme>
</file>

<file path=ppt/theme/theme4.xml><?xml version="1.0" encoding="utf-8"?>
<a:theme xmlns:a="http://schemas.openxmlformats.org/drawingml/2006/main" name="#2_Diagonal Line">
  <a:themeElements>
    <a:clrScheme name="BC PPT TEMPLATE">
      <a:dk1>
        <a:sysClr val="windowText" lastClr="000000"/>
      </a:dk1>
      <a:lt1>
        <a:sysClr val="window" lastClr="FFFFFF"/>
      </a:lt1>
      <a:dk2>
        <a:srgbClr val="262626"/>
      </a:dk2>
      <a:lt2>
        <a:srgbClr val="FFFFFF"/>
      </a:lt2>
      <a:accent1>
        <a:srgbClr val="009ED1"/>
      </a:accent1>
      <a:accent2>
        <a:srgbClr val="76B043"/>
      </a:accent2>
      <a:accent3>
        <a:srgbClr val="C0CAC7"/>
      </a:accent3>
      <a:accent4>
        <a:srgbClr val="F58220"/>
      </a:accent4>
      <a:accent5>
        <a:srgbClr val="909D93"/>
      </a:accent5>
      <a:accent6>
        <a:srgbClr val="332A86"/>
      </a:accent6>
      <a:hlink>
        <a:srgbClr val="009ED1"/>
      </a:hlink>
      <a:folHlink>
        <a:srgbClr val="009ED1"/>
      </a:folHlink>
    </a:clrScheme>
    <a:fontScheme name="BC PPT TEMPLATE">
      <a:majorFont>
        <a:latin typeface="Franklin Gothic Medium"/>
        <a:ea typeface=""/>
        <a:cs typeface=""/>
      </a:majorFont>
      <a:minorFont>
        <a:latin typeface="Franklin Gothic Book"/>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Lst>
    <a:ext uri="{05A4C25C-085E-4340-85A3-A5531E510DB2}">
      <thm15:themeFamily xmlns:thm15="http://schemas.microsoft.com/office/thememl/2012/main" name="MS2016-BC_Template-Widescreen.pptx" id="{3FB6A8E1-D428-4635-B8FA-CCD53D3ECD42}" vid="{BA88D68A-7E89-417C-A48F-DE021CA63EB2}"/>
    </a:ext>
  </a:extLst>
</a:theme>
</file>

<file path=ppt/theme/theme5.xml><?xml version="1.0" encoding="utf-8"?>
<a:theme xmlns:a="http://schemas.openxmlformats.org/drawingml/2006/main" name="1_BC Covers and Divider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C_Presentation Start.potx" id="{4E582BB9-7EA4-4D71-BB4C-EBCC83F2697D}" vid="{B59CADB4-3F9F-48E1-A875-C995AD5603AA}"/>
    </a:ext>
  </a:extLst>
</a:theme>
</file>

<file path=ppt/theme/theme6.xml><?xml version="1.0" encoding="utf-8"?>
<a:theme xmlns:a="http://schemas.openxmlformats.org/drawingml/2006/main" name="1_BC Layout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2021-BC-Brand">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C_Presentation Start.potx" id="{4E582BB9-7EA4-4D71-BB4C-EBCC83F2697D}" vid="{8C095BA1-D137-4A5F-8B8C-EDD337D073DF}"/>
    </a:ext>
  </a:extLst>
</a:theme>
</file>

<file path=ppt/theme/theme7.xml><?xml version="1.0" encoding="utf-8"?>
<a:theme xmlns:a="http://schemas.openxmlformats.org/drawingml/2006/main" name="2_BC Covers and Divider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C_Presentation Start.potx" id="{4E582BB9-7EA4-4D71-BB4C-EBCC83F2697D}" vid="{B59CADB4-3F9F-48E1-A875-C995AD5603AA}"/>
    </a:ext>
  </a:extLst>
</a:theme>
</file>

<file path=ppt/theme/theme8.xml><?xml version="1.0" encoding="utf-8"?>
<a:theme xmlns:a="http://schemas.openxmlformats.org/drawingml/2006/main" name="2_BC Layouts">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2021-BC-Brand">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 Cover" id="{E4F2B4CB-0656-426F-96C0-08999398D4B5}" vid="{94EC40E6-3667-419B-8F28-C0803EEF42B2}"/>
    </a:ext>
  </a:extLst>
</a:theme>
</file>

<file path=ppt/theme/theme9.xml><?xml version="1.0" encoding="utf-8"?>
<a:theme xmlns:a="http://schemas.openxmlformats.org/drawingml/2006/main" name="Office Theme">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2021-BC-Brand">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2021 BC-Brand">
      <a:dk1>
        <a:srgbClr val="000000"/>
      </a:dk1>
      <a:lt1>
        <a:srgbClr val="FFFFFF"/>
      </a:lt1>
      <a:dk2>
        <a:srgbClr val="332A86"/>
      </a:dk2>
      <a:lt2>
        <a:srgbClr val="C0CAC7"/>
      </a:lt2>
      <a:accent1>
        <a:srgbClr val="009ED1"/>
      </a:accent1>
      <a:accent2>
        <a:srgbClr val="43525A"/>
      </a:accent2>
      <a:accent3>
        <a:srgbClr val="27BDBE"/>
      </a:accent3>
      <a:accent4>
        <a:srgbClr val="909D93"/>
      </a:accent4>
      <a:accent5>
        <a:srgbClr val="76B043"/>
      </a:accent5>
      <a:accent6>
        <a:srgbClr val="F58220"/>
      </a:accent6>
      <a:hlink>
        <a:srgbClr val="6DCFF6"/>
      </a:hlink>
      <a:folHlink>
        <a:srgbClr val="2E83B7"/>
      </a:folHlink>
    </a:clrScheme>
    <a:fontScheme name="2021-BC-Brand">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82747e5-0149-4b2a-89ca-91426a77d4f3">
      <Terms xmlns="http://schemas.microsoft.com/office/infopath/2007/PartnerControls"/>
    </lcf76f155ced4ddcb4097134ff3c332f>
    <TaxCatchAll xmlns="cfbb0a2b-38b3-4d25-a052-168fcfa34659" xsi:nil="true"/>
    <SharedWithUsers xmlns="cfbb0a2b-38b3-4d25-a052-168fcfa34659">
      <UserInfo>
        <DisplayName>Elizabeth Seavers</DisplayName>
        <AccountId>284</AccountId>
        <AccountType/>
      </UserInfo>
      <UserInfo>
        <DisplayName>Andy Safulko</DisplayName>
        <AccountId>797</AccountId>
        <AccountType/>
      </UserInfo>
      <UserInfo>
        <DisplayName>Peter Randazzo</DisplayName>
        <AccountId>798</AccountId>
        <AccountType/>
      </UserInfo>
      <UserInfo>
        <DisplayName>Charles Meyn</DisplayName>
        <AccountId>791</AccountId>
        <AccountType/>
      </UserInfo>
      <UserInfo>
        <DisplayName>Dante Fiorino</DisplayName>
        <AccountId>423</AccountId>
        <AccountType/>
      </UserInfo>
      <UserInfo>
        <DisplayName>Embrey Bronstad</DisplayName>
        <AccountId>650</AccountId>
        <AccountType/>
      </UserInfo>
      <UserInfo>
        <DisplayName>Eileen Navarrete</DisplayName>
        <AccountId>306</AccountId>
        <AccountType/>
      </UserInfo>
      <UserInfo>
        <DisplayName>John Willis</DisplayName>
        <AccountId>553</AccountId>
        <AccountType/>
      </UserInfo>
      <UserInfo>
        <DisplayName>Trung Le</DisplayName>
        <AccountId>748</AccountId>
        <AccountType/>
      </UserInfo>
      <UserInfo>
        <DisplayName>Adam Ross</DisplayName>
        <AccountId>540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ABBDACC3E8E74AAE6FCBFAB8CB9C38" ma:contentTypeVersion="14" ma:contentTypeDescription="Create a new document." ma:contentTypeScope="" ma:versionID="59bace4d2112868f0fc42ded6459bc70">
  <xsd:schema xmlns:xsd="http://www.w3.org/2001/XMLSchema" xmlns:xs="http://www.w3.org/2001/XMLSchema" xmlns:p="http://schemas.microsoft.com/office/2006/metadata/properties" xmlns:ns2="682747e5-0149-4b2a-89ca-91426a77d4f3" xmlns:ns3="cfbb0a2b-38b3-4d25-a052-168fcfa34659" targetNamespace="http://schemas.microsoft.com/office/2006/metadata/properties" ma:root="true" ma:fieldsID="67ab11b0ecd0ed41ff580e857e049024" ns2:_="" ns3:_="">
    <xsd:import namespace="682747e5-0149-4b2a-89ca-91426a77d4f3"/>
    <xsd:import namespace="cfbb0a2b-38b3-4d25-a052-168fcfa346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747e5-0149-4b2a-89ca-91426a77d4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4e1c1e-bac0-4b76-8556-135f3febef3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bb0a2b-38b3-4d25-a052-168fcfa346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f48a4f6a-c0fc-46a0-bb9d-1cc739c3c7a7}" ma:internalName="TaxCatchAll" ma:showField="CatchAllData" ma:web="cfbb0a2b-38b3-4d25-a052-168fcfa3465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88C17-E8C5-4A40-811A-37F5C7F1E54D}">
  <ds:schemaRefs>
    <ds:schemaRef ds:uri="http://schemas.microsoft.com/sharepoint/v3/contenttype/forms"/>
  </ds:schemaRefs>
</ds:datastoreItem>
</file>

<file path=customXml/itemProps2.xml><?xml version="1.0" encoding="utf-8"?>
<ds:datastoreItem xmlns:ds="http://schemas.openxmlformats.org/officeDocument/2006/customXml" ds:itemID="{829C9763-0080-497E-B8E0-55361C42E0F4}">
  <ds:schemaRefs>
    <ds:schemaRef ds:uri="682747e5-0149-4b2a-89ca-91426a77d4f3"/>
    <ds:schemaRef ds:uri="cfbb0a2b-38b3-4d25-a052-168fcfa3465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4D5F732-F3D6-4D44-9C10-FBE5D9AF2F7E}">
  <ds:schemaRefs>
    <ds:schemaRef ds:uri="682747e5-0149-4b2a-89ca-91426a77d4f3"/>
    <ds:schemaRef ds:uri="cfbb0a2b-38b3-4d25-a052-168fcfa346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ae29e37d-a8a4-4222-a804-8a2bb3536c03}" enabled="1" method="Standard" siteId="{cb2bab3d-7d90-44ea-9e31-531011b1213d}" removed="0"/>
</clbl:labelList>
</file>

<file path=docProps/app.xml><?xml version="1.0" encoding="utf-8"?>
<Properties xmlns="http://schemas.openxmlformats.org/officeDocument/2006/extended-properties" xmlns:vt="http://schemas.openxmlformats.org/officeDocument/2006/docPropsVTypes">
  <Template>2_BC_Presentation Library</Template>
  <TotalTime>111</TotalTime>
  <Words>8667</Words>
  <Application>Microsoft Office PowerPoint</Application>
  <PresentationFormat>Widescreen</PresentationFormat>
  <Paragraphs>826</Paragraphs>
  <Slides>49</Slides>
  <Notes>34</Notes>
  <HiddenSlides>4</HiddenSlides>
  <MMClips>0</MMClips>
  <ScaleCrop>false</ScaleCrop>
  <HeadingPairs>
    <vt:vector size="6" baseType="variant">
      <vt:variant>
        <vt:lpstr>Fonts Used</vt:lpstr>
      </vt:variant>
      <vt:variant>
        <vt:i4>17</vt:i4>
      </vt:variant>
      <vt:variant>
        <vt:lpstr>Theme</vt:lpstr>
      </vt:variant>
      <vt:variant>
        <vt:i4>8</vt:i4>
      </vt:variant>
      <vt:variant>
        <vt:lpstr>Slide Titles</vt:lpstr>
      </vt:variant>
      <vt:variant>
        <vt:i4>49</vt:i4>
      </vt:variant>
    </vt:vector>
  </HeadingPairs>
  <TitlesOfParts>
    <vt:vector size="74" baseType="lpstr">
      <vt:lpstr>Aptos</vt:lpstr>
      <vt:lpstr>Aptos Display</vt:lpstr>
      <vt:lpstr>Arial</vt:lpstr>
      <vt:lpstr>Arial Narrow</vt:lpstr>
      <vt:lpstr>Calibri</vt:lpstr>
      <vt:lpstr>Consolas</vt:lpstr>
      <vt:lpstr>Courier New</vt:lpstr>
      <vt:lpstr>Courier New,monospace</vt:lpstr>
      <vt:lpstr>Franklin Gothic Book</vt:lpstr>
      <vt:lpstr>Franklin Gothic Demi Cond</vt:lpstr>
      <vt:lpstr>Franklin Gothic Medium</vt:lpstr>
      <vt:lpstr>Franklin Gothic Medium Cond</vt:lpstr>
      <vt:lpstr>Georgia</vt:lpstr>
      <vt:lpstr>Merriweather Web</vt:lpstr>
      <vt:lpstr>Segoe UI</vt:lpstr>
      <vt:lpstr>Segoe UI Light</vt:lpstr>
      <vt:lpstr>Wingdings</vt:lpstr>
      <vt:lpstr>BC Layouts</vt:lpstr>
      <vt:lpstr>BC Covers and Dividers</vt:lpstr>
      <vt:lpstr>2_#1_BC Purple</vt:lpstr>
      <vt:lpstr>#2_Diagonal Line</vt:lpstr>
      <vt:lpstr>1_BC Covers and Dividers</vt:lpstr>
      <vt:lpstr>1_BC Layouts</vt:lpstr>
      <vt:lpstr>2_BC Covers and Dividers</vt:lpstr>
      <vt:lpstr>2_BC Layouts</vt:lpstr>
      <vt:lpstr>Dillon McCormick (Brown and Caldwell)  Andrew Goldberg (EKI Environment &amp; Water, Inc.) Craig Jariz &amp; Yoko Koyama (Carollo Engineers)</vt:lpstr>
      <vt:lpstr>PowerPoint Presentation</vt:lpstr>
      <vt:lpstr>Introduction to GenAI for Water Professionals</vt:lpstr>
      <vt:lpstr>What is Artificial Intelligence (AI) and Generative Artificial Intelligence (GenAI)?</vt:lpstr>
      <vt:lpstr>What is a Large Language Model (LLM)? </vt:lpstr>
      <vt:lpstr>Pop Quiz:</vt:lpstr>
      <vt:lpstr>Learning objectives – Participants will learn…</vt:lpstr>
      <vt:lpstr>Large language models can help utilities develop asset inventories using data from scanned paper records</vt:lpstr>
      <vt:lpstr>Create Research Summaries</vt:lpstr>
      <vt:lpstr>PowerPoint Presentation</vt:lpstr>
      <vt:lpstr>Three primary challenges of using large language models on technical tasks</vt:lpstr>
      <vt:lpstr>LLMs aren’t perfect…</vt:lpstr>
      <vt:lpstr>… nor are the humans using LLMs</vt:lpstr>
      <vt:lpstr>… and LLMs could be misused without guardrails and controls</vt:lpstr>
      <vt:lpstr>How can we mitigate these issues?</vt:lpstr>
      <vt:lpstr>Standard Interaction vs. Retrieval Augmented Generation (RAG)</vt:lpstr>
      <vt:lpstr>Standard Interaction vs. Retrieval Augmented Generation (RAG)</vt:lpstr>
      <vt:lpstr>Prompts in a RAG System</vt:lpstr>
      <vt:lpstr>Guardrails</vt:lpstr>
      <vt:lpstr>GitHub to download activity guide</vt:lpstr>
      <vt:lpstr>Activity Reflection Questions</vt:lpstr>
      <vt:lpstr>PowerPoint Presentation</vt:lpstr>
      <vt:lpstr>PowerPoint Presentation</vt:lpstr>
      <vt:lpstr>Various tools for each step in a RAG</vt:lpstr>
      <vt:lpstr>What We Just Learned —  and Where We're Going Next </vt:lpstr>
      <vt:lpstr>PowerPoint Presentation</vt:lpstr>
      <vt:lpstr>PowerPoint Presentation</vt:lpstr>
      <vt:lpstr>Chat vs Agent</vt:lpstr>
      <vt:lpstr>PowerPoint Presentation</vt:lpstr>
      <vt:lpstr>PowerPoint Presentation</vt:lpstr>
      <vt:lpstr>Hands-on, Field-Data Activity – The Background</vt:lpstr>
      <vt:lpstr>PowerPoint Presentation</vt:lpstr>
      <vt:lpstr>PowerPoint Presentation</vt:lpstr>
      <vt:lpstr>Hands-on Activity – How to get started</vt:lpstr>
      <vt:lpstr>PowerPoint Presentation</vt:lpstr>
      <vt:lpstr>PowerPoint Presentation</vt:lpstr>
      <vt:lpstr>PowerPoint Presentation</vt:lpstr>
      <vt:lpstr>Adoption Guidance</vt:lpstr>
      <vt:lpstr>Water Sector Adoption Gap</vt:lpstr>
      <vt:lpstr>Common Adoption</vt:lpstr>
      <vt:lpstr>The LLM Adoption Continuum for water suppliers</vt:lpstr>
      <vt:lpstr>How can we address barriers to moving along this AI adoption continuum?</vt:lpstr>
      <vt:lpstr>Adoption Pathways</vt:lpstr>
      <vt:lpstr>Adoption Pathways</vt:lpstr>
      <vt:lpstr>Implications of GenAI for the Water Sector</vt:lpstr>
      <vt:lpstr>Adoption Pathways</vt:lpstr>
      <vt:lpstr>Takeaways for Water Sector</vt:lpstr>
      <vt:lpstr>Implications of GenAI for the Water Sector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Library</dc:title>
  <dc:creator>Giridhar Upadhyaya</dc:creator>
  <cp:lastModifiedBy>Andrew Goldberg</cp:lastModifiedBy>
  <cp:revision>35</cp:revision>
  <cp:lastPrinted>2025-01-25T01:04:43Z</cp:lastPrinted>
  <dcterms:created xsi:type="dcterms:W3CDTF">2023-08-20T22:53:51Z</dcterms:created>
  <dcterms:modified xsi:type="dcterms:W3CDTF">2026-06-04T22:14:02Z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29e37d-a8a4-4222-a804-8a2bb3536c03_Enabled">
    <vt:lpwstr>true</vt:lpwstr>
  </property>
  <property fmtid="{D5CDD505-2E9C-101B-9397-08002B2CF9AE}" pid="3" name="MSIP_Label_ae29e37d-a8a4-4222-a804-8a2bb3536c03_SetDate">
    <vt:lpwstr>2021-06-24T18:02:12Z</vt:lpwstr>
  </property>
  <property fmtid="{D5CDD505-2E9C-101B-9397-08002B2CF9AE}" pid="4" name="MSIP_Label_ae29e37d-a8a4-4222-a804-8a2bb3536c03_Method">
    <vt:lpwstr>Standard</vt:lpwstr>
  </property>
  <property fmtid="{D5CDD505-2E9C-101B-9397-08002B2CF9AE}" pid="5" name="MSIP_Label_ae29e37d-a8a4-4222-a804-8a2bb3536c03_Name">
    <vt:lpwstr>General (Default)</vt:lpwstr>
  </property>
  <property fmtid="{D5CDD505-2E9C-101B-9397-08002B2CF9AE}" pid="6" name="MSIP_Label_ae29e37d-a8a4-4222-a804-8a2bb3536c03_SiteId">
    <vt:lpwstr>cb2bab3d-7d90-44ea-9e31-531011b1213d</vt:lpwstr>
  </property>
  <property fmtid="{D5CDD505-2E9C-101B-9397-08002B2CF9AE}" pid="7" name="MSIP_Label_ae29e37d-a8a4-4222-a804-8a2bb3536c03_ActionId">
    <vt:lpwstr>1f169a89-fb09-4027-8436-2b1b2d54a594</vt:lpwstr>
  </property>
  <property fmtid="{D5CDD505-2E9C-101B-9397-08002B2CF9AE}" pid="8" name="MSIP_Label_ae29e37d-a8a4-4222-a804-8a2bb3536c03_ContentBits">
    <vt:lpwstr>0</vt:lpwstr>
  </property>
  <property fmtid="{D5CDD505-2E9C-101B-9397-08002B2CF9AE}" pid="9" name="MediaServiceImageTags">
    <vt:lpwstr/>
  </property>
  <property fmtid="{D5CDD505-2E9C-101B-9397-08002B2CF9AE}" pid="10" name="ContentTypeId">
    <vt:lpwstr>0x01010045ABBDACC3E8E74AAE6FCBFAB8CB9C38</vt:lpwstr>
  </property>
</Properties>
</file>