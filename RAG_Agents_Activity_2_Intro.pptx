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0" r:id="rId5"/>
  </p:sldMasterIdLst>
  <p:notesMasterIdLst>
    <p:notesMasterId r:id="rId17"/>
  </p:notesMasterIdLst>
  <p:sldIdLst>
    <p:sldId id="256" r:id="rId6"/>
    <p:sldId id="2134096100" r:id="rId7"/>
    <p:sldId id="2134096099" r:id="rId8"/>
    <p:sldId id="2134096101" r:id="rId9"/>
    <p:sldId id="259" r:id="rId10"/>
    <p:sldId id="2134096102" r:id="rId11"/>
    <p:sldId id="264" r:id="rId12"/>
    <p:sldId id="263" r:id="rId13"/>
    <p:sldId id="262" r:id="rId14"/>
    <p:sldId id="260" r:id="rId15"/>
    <p:sldId id="26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EEB8554-E8C8-486D-BAF2-DFF78DDAC4D7}">
          <p14:sldIdLst>
            <p14:sldId id="256"/>
            <p14:sldId id="2134096100"/>
            <p14:sldId id="2134096099"/>
            <p14:sldId id="2134096101"/>
            <p14:sldId id="259"/>
            <p14:sldId id="2134096102"/>
            <p14:sldId id="264"/>
            <p14:sldId id="263"/>
          </p14:sldIdLst>
        </p14:section>
        <p14:section name="Activity" id="{7461AB5E-B074-4F5F-A4A7-8AC44572B99D}">
          <p14:sldIdLst>
            <p14:sldId id="262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6E8"/>
    <a:srgbClr val="E8F6EE"/>
    <a:srgbClr val="EEEAFF"/>
    <a:srgbClr val="F4F4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F710D2-8926-4D7D-8900-A7A6028D96DC}" v="29" dt="2026-05-19T16:27:24.1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ko Koyama" userId="e85506b6-a7eb-47d5-b903-7836a57d18f6" providerId="ADAL" clId="{F763FD2E-6A75-458A-AE3A-0BD442D78F38}"/>
    <pc:docChg chg="undo custSel addSld delSld modSld sldOrd addSection modSection">
      <pc:chgData name="Yoko Koyama" userId="e85506b6-a7eb-47d5-b903-7836a57d18f6" providerId="ADAL" clId="{F763FD2E-6A75-458A-AE3A-0BD442D78F38}" dt="2026-05-19T16:28:56.969" v="1439" actId="20577"/>
      <pc:docMkLst>
        <pc:docMk/>
      </pc:docMkLst>
      <pc:sldChg chg="addSp modSp mod">
        <pc:chgData name="Yoko Koyama" userId="e85506b6-a7eb-47d5-b903-7836a57d18f6" providerId="ADAL" clId="{F763FD2E-6A75-458A-AE3A-0BD442D78F38}" dt="2026-05-19T14:41:50.894" v="944" actId="255"/>
        <pc:sldMkLst>
          <pc:docMk/>
          <pc:sldMk cId="0" sldId="256"/>
        </pc:sldMkLst>
        <pc:spChg chg="mod">
          <ac:chgData name="Yoko Koyama" userId="e85506b6-a7eb-47d5-b903-7836a57d18f6" providerId="ADAL" clId="{F763FD2E-6A75-458A-AE3A-0BD442D78F38}" dt="2026-05-19T13:58:07.843" v="258" actId="27636"/>
          <ac:spMkLst>
            <pc:docMk/>
            <pc:sldMk cId="0" sldId="256"/>
            <ac:spMk id="4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5:59.584" v="24" actId="2057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41:47.108" v="943" actId="255"/>
          <ac:spMkLst>
            <pc:docMk/>
            <pc:sldMk cId="0" sldId="256"/>
            <ac:spMk id="14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843" v="260" actId="2763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5:45.180" v="18" actId="14100"/>
          <ac:spMkLst>
            <pc:docMk/>
            <pc:sldMk cId="0" sldId="256"/>
            <ac:spMk id="18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843" v="261" actId="27636"/>
          <ac:spMkLst>
            <pc:docMk/>
            <pc:sldMk cId="0" sldId="256"/>
            <ac:spMk id="19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843" v="262" actId="27636"/>
          <ac:spMkLst>
            <pc:docMk/>
            <pc:sldMk cId="0" sldId="256"/>
            <ac:spMk id="20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843" v="257" actId="27636"/>
          <ac:spMkLst>
            <pc:docMk/>
            <pc:sldMk cId="0" sldId="256"/>
            <ac:spMk id="21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843" v="259" actId="27636"/>
          <ac:spMkLst>
            <pc:docMk/>
            <pc:sldMk cId="0" sldId="256"/>
            <ac:spMk id="22" creationId="{00000000-0000-0000-0000-000000000000}"/>
          </ac:spMkLst>
        </pc:spChg>
        <pc:spChg chg="add mod">
          <ac:chgData name="Yoko Koyama" userId="e85506b6-a7eb-47d5-b903-7836a57d18f6" providerId="ADAL" clId="{F763FD2E-6A75-458A-AE3A-0BD442D78F38}" dt="2026-05-19T14:41:01.270" v="921" actId="14100"/>
          <ac:spMkLst>
            <pc:docMk/>
            <pc:sldMk cId="0" sldId="256"/>
            <ac:spMk id="23" creationId="{BD71505A-17FC-E078-3668-6C2BB745308D}"/>
          </ac:spMkLst>
        </pc:spChg>
        <pc:spChg chg="add mod">
          <ac:chgData name="Yoko Koyama" userId="e85506b6-a7eb-47d5-b903-7836a57d18f6" providerId="ADAL" clId="{F763FD2E-6A75-458A-AE3A-0BD442D78F38}" dt="2026-05-19T14:41:50.894" v="944" actId="255"/>
          <ac:spMkLst>
            <pc:docMk/>
            <pc:sldMk cId="0" sldId="256"/>
            <ac:spMk id="25" creationId="{1332DC91-D92B-D2DF-5958-E900CC32315F}"/>
          </ac:spMkLst>
        </pc:spChg>
        <pc:picChg chg="mod">
          <ac:chgData name="Yoko Koyama" userId="e85506b6-a7eb-47d5-b903-7836a57d18f6" providerId="ADAL" clId="{F763FD2E-6A75-458A-AE3A-0BD442D78F38}" dt="2026-05-19T14:41:11.713" v="924" actId="1076"/>
          <ac:picMkLst>
            <pc:docMk/>
            <pc:sldMk cId="0" sldId="256"/>
            <ac:picMk id="3" creationId="{00000000-0000-0000-0000-000000000000}"/>
          </ac:picMkLst>
        </pc:picChg>
      </pc:sldChg>
      <pc:sldChg chg="modSp add del mod setBg">
        <pc:chgData name="Yoko Koyama" userId="e85506b6-a7eb-47d5-b903-7836a57d18f6" providerId="ADAL" clId="{F763FD2E-6A75-458A-AE3A-0BD442D78F38}" dt="2026-05-19T14:28:55.723" v="665" actId="47"/>
        <pc:sldMkLst>
          <pc:docMk/>
          <pc:sldMk cId="0" sldId="257"/>
        </pc:sldMkLst>
        <pc:spChg chg="mod">
          <ac:chgData name="Yoko Koyama" userId="e85506b6-a7eb-47d5-b903-7836a57d18f6" providerId="ADAL" clId="{F763FD2E-6A75-458A-AE3A-0BD442D78F38}" dt="2026-05-19T14:24:02.889" v="453" actId="27636"/>
          <ac:spMkLst>
            <pc:docMk/>
            <pc:sldMk cId="0" sldId="257"/>
            <ac:spMk id="2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24:02.889" v="455" actId="2763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24:02.889" v="449" actId="2763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24:02.889" v="452" actId="2763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24:02.889" v="446" actId="27636"/>
          <ac:spMkLst>
            <pc:docMk/>
            <pc:sldMk cId="0" sldId="257"/>
            <ac:spMk id="22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24:02.899" v="459" actId="27636"/>
          <ac:spMkLst>
            <pc:docMk/>
            <pc:sldMk cId="0" sldId="257"/>
            <ac:spMk id="25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24:02.889" v="448" actId="27636"/>
          <ac:spMkLst>
            <pc:docMk/>
            <pc:sldMk cId="0" sldId="257"/>
            <ac:spMk id="35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24:02.889" v="450" actId="27636"/>
          <ac:spMkLst>
            <pc:docMk/>
            <pc:sldMk cId="0" sldId="257"/>
            <ac:spMk id="38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24:02.883" v="445" actId="27636"/>
          <ac:spMkLst>
            <pc:docMk/>
            <pc:sldMk cId="0" sldId="257"/>
            <ac:spMk id="41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24:02.889" v="451" actId="27636"/>
          <ac:spMkLst>
            <pc:docMk/>
            <pc:sldMk cId="0" sldId="257"/>
            <ac:spMk id="43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24:02.899" v="456" actId="27636"/>
          <ac:spMkLst>
            <pc:docMk/>
            <pc:sldMk cId="0" sldId="257"/>
            <ac:spMk id="46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24:02.889" v="447" actId="27636"/>
          <ac:spMkLst>
            <pc:docMk/>
            <pc:sldMk cId="0" sldId="257"/>
            <ac:spMk id="47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24:02.899" v="457" actId="27636"/>
          <ac:spMkLst>
            <pc:docMk/>
            <pc:sldMk cId="0" sldId="257"/>
            <ac:spMk id="48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24:02.899" v="458" actId="27636"/>
          <ac:spMkLst>
            <pc:docMk/>
            <pc:sldMk cId="0" sldId="257"/>
            <ac:spMk id="49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24:02.889" v="454" actId="27636"/>
          <ac:spMkLst>
            <pc:docMk/>
            <pc:sldMk cId="0" sldId="257"/>
            <ac:spMk id="50" creationId="{00000000-0000-0000-0000-000000000000}"/>
          </ac:spMkLst>
        </pc:spChg>
      </pc:sldChg>
      <pc:sldChg chg="delSp modSp del mod modClrScheme chgLayout">
        <pc:chgData name="Yoko Koyama" userId="e85506b6-a7eb-47d5-b903-7836a57d18f6" providerId="ADAL" clId="{F763FD2E-6A75-458A-AE3A-0BD442D78F38}" dt="2026-05-19T16:26:31.590" v="1364" actId="47"/>
        <pc:sldMkLst>
          <pc:docMk/>
          <pc:sldMk cId="0" sldId="258"/>
        </pc:sldMkLst>
        <pc:spChg chg="mod">
          <ac:chgData name="Yoko Koyama" userId="e85506b6-a7eb-47d5-b903-7836a57d18f6" providerId="ADAL" clId="{F763FD2E-6A75-458A-AE3A-0BD442D78F38}" dt="2026-05-19T13:58:07.717" v="166" actId="27636"/>
          <ac:spMkLst>
            <pc:docMk/>
            <pc:sldMk cId="0" sldId="258"/>
            <ac:spMk id="3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17" v="167" actId="27636"/>
          <ac:spMkLst>
            <pc:docMk/>
            <pc:sldMk cId="0" sldId="258"/>
            <ac:spMk id="9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17" v="164" actId="2763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17" v="165" actId="2763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17" v="168" actId="2763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42:19.133" v="945" actId="688"/>
          <ac:spMkLst>
            <pc:docMk/>
            <pc:sldMk cId="0" sldId="258"/>
            <ac:spMk id="27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17" v="162" actId="27636"/>
          <ac:spMkLst>
            <pc:docMk/>
            <pc:sldMk cId="0" sldId="258"/>
            <ac:spMk id="29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17" v="170" actId="27636"/>
          <ac:spMkLst>
            <pc:docMk/>
            <pc:sldMk cId="0" sldId="258"/>
            <ac:spMk id="32" creationId="{00000000-0000-0000-0000-000000000000}"/>
          </ac:spMkLst>
        </pc:spChg>
        <pc:spChg chg="del mod">
          <ac:chgData name="Yoko Koyama" userId="e85506b6-a7eb-47d5-b903-7836a57d18f6" providerId="ADAL" clId="{F763FD2E-6A75-458A-AE3A-0BD442D78F38}" dt="2026-05-19T14:29:16.707" v="667" actId="478"/>
          <ac:spMkLst>
            <pc:docMk/>
            <pc:sldMk cId="0" sldId="258"/>
            <ac:spMk id="33" creationId="{00000000-0000-0000-0000-000000000000}"/>
          </ac:spMkLst>
        </pc:spChg>
        <pc:spChg chg="del mod">
          <ac:chgData name="Yoko Koyama" userId="e85506b6-a7eb-47d5-b903-7836a57d18f6" providerId="ADAL" clId="{F763FD2E-6A75-458A-AE3A-0BD442D78F38}" dt="2026-05-19T16:10:34.429" v="979" actId="478"/>
          <ac:spMkLst>
            <pc:docMk/>
            <pc:sldMk cId="0" sldId="258"/>
            <ac:spMk id="34" creationId="{00000000-0000-0000-0000-000000000000}"/>
          </ac:spMkLst>
        </pc:spChg>
        <pc:spChg chg="del mod">
          <ac:chgData name="Yoko Koyama" userId="e85506b6-a7eb-47d5-b903-7836a57d18f6" providerId="ADAL" clId="{F763FD2E-6A75-458A-AE3A-0BD442D78F38}" dt="2026-05-19T16:10:36.176" v="981" actId="478"/>
          <ac:spMkLst>
            <pc:docMk/>
            <pc:sldMk cId="0" sldId="258"/>
            <ac:spMk id="35" creationId="{00000000-0000-0000-0000-000000000000}"/>
          </ac:spMkLst>
        </pc:spChg>
        <pc:spChg chg="del mod">
          <ac:chgData name="Yoko Koyama" userId="e85506b6-a7eb-47d5-b903-7836a57d18f6" providerId="ADAL" clId="{F763FD2E-6A75-458A-AE3A-0BD442D78F38}" dt="2026-05-19T16:10:35.373" v="980" actId="478"/>
          <ac:spMkLst>
            <pc:docMk/>
            <pc:sldMk cId="0" sldId="258"/>
            <ac:spMk id="36" creationId="{00000000-0000-0000-0000-000000000000}"/>
          </ac:spMkLst>
        </pc:spChg>
      </pc:sldChg>
      <pc:sldChg chg="addSp delSp modSp mod modClrScheme chgLayout">
        <pc:chgData name="Yoko Koyama" userId="e85506b6-a7eb-47d5-b903-7836a57d18f6" providerId="ADAL" clId="{F763FD2E-6A75-458A-AE3A-0BD442D78F38}" dt="2026-05-19T16:27:29.246" v="1407" actId="1076"/>
        <pc:sldMkLst>
          <pc:docMk/>
          <pc:sldMk cId="0" sldId="259"/>
        </pc:sldMkLst>
        <pc:spChg chg="mod">
          <ac:chgData name="Yoko Koyama" userId="e85506b6-a7eb-47d5-b903-7836a57d18f6" providerId="ADAL" clId="{F763FD2E-6A75-458A-AE3A-0BD442D78F38}" dt="2026-05-19T16:26:01.568" v="1362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48" v="185" actId="27636"/>
          <ac:spMkLst>
            <pc:docMk/>
            <pc:sldMk cId="0" sldId="259"/>
            <ac:spMk id="3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33" v="173" actId="27636"/>
          <ac:spMkLst>
            <pc:docMk/>
            <pc:sldMk cId="0" sldId="259"/>
            <ac:spMk id="6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33" v="175" actId="27636"/>
          <ac:spMkLst>
            <pc:docMk/>
            <pc:sldMk cId="0" sldId="259"/>
            <ac:spMk id="8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33" v="176" actId="27636"/>
          <ac:spMkLst>
            <pc:docMk/>
            <pc:sldMk cId="0" sldId="259"/>
            <ac:spMk id="9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48" v="188" actId="2763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48" v="195" actId="2763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48" v="190" actId="2763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48" v="186" actId="2763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48" v="193" actId="27636"/>
          <ac:spMkLst>
            <pc:docMk/>
            <pc:sldMk cId="0" sldId="259"/>
            <ac:spMk id="22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33" v="174" actId="27636"/>
          <ac:spMkLst>
            <pc:docMk/>
            <pc:sldMk cId="0" sldId="259"/>
            <ac:spMk id="23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33" v="183" actId="27636"/>
          <ac:spMkLst>
            <pc:docMk/>
            <pc:sldMk cId="0" sldId="259"/>
            <ac:spMk id="27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48" v="192" actId="27636"/>
          <ac:spMkLst>
            <pc:docMk/>
            <pc:sldMk cId="0" sldId="259"/>
            <ac:spMk id="29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48" v="194" actId="27636"/>
          <ac:spMkLst>
            <pc:docMk/>
            <pc:sldMk cId="0" sldId="259"/>
            <ac:spMk id="30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48" v="184" actId="27636"/>
          <ac:spMkLst>
            <pc:docMk/>
            <pc:sldMk cId="0" sldId="259"/>
            <ac:spMk id="34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33" v="180" actId="27636"/>
          <ac:spMkLst>
            <pc:docMk/>
            <pc:sldMk cId="0" sldId="259"/>
            <ac:spMk id="36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33" v="182" actId="27636"/>
          <ac:spMkLst>
            <pc:docMk/>
            <pc:sldMk cId="0" sldId="259"/>
            <ac:spMk id="37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6:27:19.755" v="1403" actId="164"/>
          <ac:spMkLst>
            <pc:docMk/>
            <pc:sldMk cId="0" sldId="259"/>
            <ac:spMk id="38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6:27:19.755" v="1403" actId="164"/>
          <ac:spMkLst>
            <pc:docMk/>
            <pc:sldMk cId="0" sldId="259"/>
            <ac:spMk id="39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6:27:19.755" v="1403" actId="164"/>
          <ac:spMkLst>
            <pc:docMk/>
            <pc:sldMk cId="0" sldId="259"/>
            <ac:spMk id="40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6:26:54.738" v="1396" actId="1036"/>
          <ac:spMkLst>
            <pc:docMk/>
            <pc:sldMk cId="0" sldId="259"/>
            <ac:spMk id="41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6:26:54.738" v="1396" actId="1036"/>
          <ac:spMkLst>
            <pc:docMk/>
            <pc:sldMk cId="0" sldId="259"/>
            <ac:spMk id="42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6:26:54.738" v="1396" actId="1036"/>
          <ac:spMkLst>
            <pc:docMk/>
            <pc:sldMk cId="0" sldId="259"/>
            <ac:spMk id="43" creationId="{00000000-0000-0000-0000-000000000000}"/>
          </ac:spMkLst>
        </pc:spChg>
        <pc:spChg chg="del mod">
          <ac:chgData name="Yoko Koyama" userId="e85506b6-a7eb-47d5-b903-7836a57d18f6" providerId="ADAL" clId="{F763FD2E-6A75-458A-AE3A-0BD442D78F38}" dt="2026-05-19T14:29:19.160" v="668" actId="478"/>
          <ac:spMkLst>
            <pc:docMk/>
            <pc:sldMk cId="0" sldId="259"/>
            <ac:spMk id="44" creationId="{00000000-0000-0000-0000-000000000000}"/>
          </ac:spMkLst>
        </pc:spChg>
        <pc:spChg chg="del mod">
          <ac:chgData name="Yoko Koyama" userId="e85506b6-a7eb-47d5-b903-7836a57d18f6" providerId="ADAL" clId="{F763FD2E-6A75-458A-AE3A-0BD442D78F38}" dt="2026-05-19T16:20:29.676" v="1149" actId="478"/>
          <ac:spMkLst>
            <pc:docMk/>
            <pc:sldMk cId="0" sldId="259"/>
            <ac:spMk id="45" creationId="{00000000-0000-0000-0000-000000000000}"/>
          </ac:spMkLst>
        </pc:spChg>
        <pc:spChg chg="del mod">
          <ac:chgData name="Yoko Koyama" userId="e85506b6-a7eb-47d5-b903-7836a57d18f6" providerId="ADAL" clId="{F763FD2E-6A75-458A-AE3A-0BD442D78F38}" dt="2026-05-19T16:20:29.676" v="1149" actId="478"/>
          <ac:spMkLst>
            <pc:docMk/>
            <pc:sldMk cId="0" sldId="259"/>
            <ac:spMk id="46" creationId="{00000000-0000-0000-0000-000000000000}"/>
          </ac:spMkLst>
        </pc:spChg>
        <pc:spChg chg="del mod">
          <ac:chgData name="Yoko Koyama" userId="e85506b6-a7eb-47d5-b903-7836a57d18f6" providerId="ADAL" clId="{F763FD2E-6A75-458A-AE3A-0BD442D78F38}" dt="2026-05-19T16:20:30.508" v="1150" actId="478"/>
          <ac:spMkLst>
            <pc:docMk/>
            <pc:sldMk cId="0" sldId="259"/>
            <ac:spMk id="47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6:27:24.151" v="1406"/>
          <ac:spMkLst>
            <pc:docMk/>
            <pc:sldMk cId="0" sldId="259"/>
            <ac:spMk id="51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6:27:24.151" v="1406"/>
          <ac:spMkLst>
            <pc:docMk/>
            <pc:sldMk cId="0" sldId="259"/>
            <ac:spMk id="52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6:27:24.151" v="1406"/>
          <ac:spMkLst>
            <pc:docMk/>
            <pc:sldMk cId="0" sldId="259"/>
            <ac:spMk id="53" creationId="{00000000-0000-0000-0000-000000000000}"/>
          </ac:spMkLst>
        </pc:spChg>
        <pc:spChg chg="add mod">
          <ac:chgData name="Yoko Koyama" userId="e85506b6-a7eb-47d5-b903-7836a57d18f6" providerId="ADAL" clId="{F763FD2E-6A75-458A-AE3A-0BD442D78F38}" dt="2026-05-19T16:27:06.572" v="1400" actId="164"/>
          <ac:spMkLst>
            <pc:docMk/>
            <pc:sldMk cId="0" sldId="259"/>
            <ac:spMk id="70" creationId="{9B99EC5A-F118-58B4-0A75-943BF739BD50}"/>
          </ac:spMkLst>
        </pc:spChg>
        <pc:spChg chg="add mod">
          <ac:chgData name="Yoko Koyama" userId="e85506b6-a7eb-47d5-b903-7836a57d18f6" providerId="ADAL" clId="{F763FD2E-6A75-458A-AE3A-0BD442D78F38}" dt="2026-05-19T16:27:06.572" v="1400" actId="164"/>
          <ac:spMkLst>
            <pc:docMk/>
            <pc:sldMk cId="0" sldId="259"/>
            <ac:spMk id="71" creationId="{01BD4388-A7EB-2D7F-3EC3-4A2F4AA55B90}"/>
          </ac:spMkLst>
        </pc:spChg>
        <pc:spChg chg="add mod">
          <ac:chgData name="Yoko Koyama" userId="e85506b6-a7eb-47d5-b903-7836a57d18f6" providerId="ADAL" clId="{F763FD2E-6A75-458A-AE3A-0BD442D78F38}" dt="2026-05-19T16:27:06.572" v="1400" actId="164"/>
          <ac:spMkLst>
            <pc:docMk/>
            <pc:sldMk cId="0" sldId="259"/>
            <ac:spMk id="72" creationId="{BB234D06-B265-31AF-42FD-DF1FA85532C0}"/>
          </ac:spMkLst>
        </pc:spChg>
        <pc:spChg chg="add mod">
          <ac:chgData name="Yoko Koyama" userId="e85506b6-a7eb-47d5-b903-7836a57d18f6" providerId="ADAL" clId="{F763FD2E-6A75-458A-AE3A-0BD442D78F38}" dt="2026-05-19T16:27:06.572" v="1400" actId="164"/>
          <ac:spMkLst>
            <pc:docMk/>
            <pc:sldMk cId="0" sldId="259"/>
            <ac:spMk id="73" creationId="{AF46A6FF-771E-09EC-6267-29CB313D5E20}"/>
          </ac:spMkLst>
        </pc:spChg>
        <pc:spChg chg="add mod">
          <ac:chgData name="Yoko Koyama" userId="e85506b6-a7eb-47d5-b903-7836a57d18f6" providerId="ADAL" clId="{F763FD2E-6A75-458A-AE3A-0BD442D78F38}" dt="2026-05-19T16:27:06.572" v="1400" actId="164"/>
          <ac:spMkLst>
            <pc:docMk/>
            <pc:sldMk cId="0" sldId="259"/>
            <ac:spMk id="74" creationId="{11ADE6FD-D1F8-3E47-B86A-789DF7382721}"/>
          </ac:spMkLst>
        </pc:spChg>
        <pc:spChg chg="add mod">
          <ac:chgData name="Yoko Koyama" userId="e85506b6-a7eb-47d5-b903-7836a57d18f6" providerId="ADAL" clId="{F763FD2E-6A75-458A-AE3A-0BD442D78F38}" dt="2026-05-19T16:27:06.572" v="1400" actId="164"/>
          <ac:spMkLst>
            <pc:docMk/>
            <pc:sldMk cId="0" sldId="259"/>
            <ac:spMk id="75" creationId="{6BEF73F8-9688-A4CD-BDDA-90FA5EEAADF1}"/>
          </ac:spMkLst>
        </pc:spChg>
        <pc:spChg chg="add mod">
          <ac:chgData name="Yoko Koyama" userId="e85506b6-a7eb-47d5-b903-7836a57d18f6" providerId="ADAL" clId="{F763FD2E-6A75-458A-AE3A-0BD442D78F38}" dt="2026-05-19T16:27:06.572" v="1400" actId="164"/>
          <ac:spMkLst>
            <pc:docMk/>
            <pc:sldMk cId="0" sldId="259"/>
            <ac:spMk id="76" creationId="{F0CE5DC2-8F54-7CDF-3247-DD8FCEC2AACB}"/>
          </ac:spMkLst>
        </pc:spChg>
        <pc:spChg chg="add mod">
          <ac:chgData name="Yoko Koyama" userId="e85506b6-a7eb-47d5-b903-7836a57d18f6" providerId="ADAL" clId="{F763FD2E-6A75-458A-AE3A-0BD442D78F38}" dt="2026-05-19T16:27:06.572" v="1400" actId="164"/>
          <ac:spMkLst>
            <pc:docMk/>
            <pc:sldMk cId="0" sldId="259"/>
            <ac:spMk id="77" creationId="{0FA6CF21-1972-1945-C335-26011D58B59D}"/>
          </ac:spMkLst>
        </pc:spChg>
        <pc:grpChg chg="add mod">
          <ac:chgData name="Yoko Koyama" userId="e85506b6-a7eb-47d5-b903-7836a57d18f6" providerId="ADAL" clId="{F763FD2E-6A75-458A-AE3A-0BD442D78F38}" dt="2026-05-19T16:27:23.246" v="1405" actId="1076"/>
          <ac:grpSpMkLst>
            <pc:docMk/>
            <pc:sldMk cId="0" sldId="259"/>
            <ac:grpSpMk id="48" creationId="{83301FD8-96C9-9842-501D-2FB25DB291DE}"/>
          </ac:grpSpMkLst>
        </pc:grpChg>
        <pc:grpChg chg="add del mod">
          <ac:chgData name="Yoko Koyama" userId="e85506b6-a7eb-47d5-b903-7836a57d18f6" providerId="ADAL" clId="{F763FD2E-6A75-458A-AE3A-0BD442D78F38}" dt="2026-05-19T16:27:20.667" v="1404" actId="21"/>
          <ac:grpSpMkLst>
            <pc:docMk/>
            <pc:sldMk cId="0" sldId="259"/>
            <ac:grpSpMk id="49" creationId="{BC309939-0253-AC13-D8FE-D35D23CCBE49}"/>
          </ac:grpSpMkLst>
        </pc:grpChg>
        <pc:grpChg chg="add mod">
          <ac:chgData name="Yoko Koyama" userId="e85506b6-a7eb-47d5-b903-7836a57d18f6" providerId="ADAL" clId="{F763FD2E-6A75-458A-AE3A-0BD442D78F38}" dt="2026-05-19T16:27:29.246" v="1407" actId="1076"/>
          <ac:grpSpMkLst>
            <pc:docMk/>
            <pc:sldMk cId="0" sldId="259"/>
            <ac:grpSpMk id="50" creationId="{BC309939-0253-AC13-D8FE-D35D23CCBE49}"/>
          </ac:grpSpMkLst>
        </pc:grpChg>
      </pc:sldChg>
      <pc:sldChg chg="delSp modSp mod modClrScheme chgLayout">
        <pc:chgData name="Yoko Koyama" userId="e85506b6-a7eb-47d5-b903-7836a57d18f6" providerId="ADAL" clId="{F763FD2E-6A75-458A-AE3A-0BD442D78F38}" dt="2026-05-19T16:24:53.205" v="1337" actId="27636"/>
        <pc:sldMkLst>
          <pc:docMk/>
          <pc:sldMk cId="0" sldId="260"/>
        </pc:sldMkLst>
        <pc:spChg chg="del">
          <ac:chgData name="Yoko Koyama" userId="e85506b6-a7eb-47d5-b903-7836a57d18f6" providerId="ADAL" clId="{F763FD2E-6A75-458A-AE3A-0BD442D78F38}" dt="2026-05-19T16:24:35.002" v="1332" actId="478"/>
          <ac:spMkLst>
            <pc:docMk/>
            <pc:sldMk cId="0" sldId="260"/>
            <ac:spMk id="2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64" v="200" actId="27636"/>
          <ac:spMkLst>
            <pc:docMk/>
            <pc:sldMk cId="0" sldId="260"/>
            <ac:spMk id="3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80" v="212" actId="27636"/>
          <ac:spMkLst>
            <pc:docMk/>
            <pc:sldMk cId="0" sldId="260"/>
            <ac:spMk id="9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64" v="203" actId="2763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80" v="210" actId="2763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6:24:53.205" v="1337" actId="27636"/>
          <ac:spMkLst>
            <pc:docMk/>
            <pc:sldMk cId="0" sldId="260"/>
            <ac:spMk id="21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64" v="204" actId="27636"/>
          <ac:spMkLst>
            <pc:docMk/>
            <pc:sldMk cId="0" sldId="260"/>
            <ac:spMk id="27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64" v="206" actId="27636"/>
          <ac:spMkLst>
            <pc:docMk/>
            <pc:sldMk cId="0" sldId="260"/>
            <ac:spMk id="29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80" v="208" actId="27636"/>
          <ac:spMkLst>
            <pc:docMk/>
            <pc:sldMk cId="0" sldId="260"/>
            <ac:spMk id="37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80" v="211" actId="27636"/>
          <ac:spMkLst>
            <pc:docMk/>
            <pc:sldMk cId="0" sldId="260"/>
            <ac:spMk id="40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64" v="205" actId="27636"/>
          <ac:spMkLst>
            <pc:docMk/>
            <pc:sldMk cId="0" sldId="260"/>
            <ac:spMk id="46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64" v="196" actId="27636"/>
          <ac:spMkLst>
            <pc:docMk/>
            <pc:sldMk cId="0" sldId="260"/>
            <ac:spMk id="48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64" v="199" actId="27636"/>
          <ac:spMkLst>
            <pc:docMk/>
            <pc:sldMk cId="0" sldId="260"/>
            <ac:spMk id="56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6:24:53.205" v="1336" actId="27636"/>
          <ac:spMkLst>
            <pc:docMk/>
            <pc:sldMk cId="0" sldId="260"/>
            <ac:spMk id="58" creationId="{00000000-0000-0000-0000-000000000000}"/>
          </ac:spMkLst>
        </pc:spChg>
        <pc:spChg chg="del mod">
          <ac:chgData name="Yoko Koyama" userId="e85506b6-a7eb-47d5-b903-7836a57d18f6" providerId="ADAL" clId="{F763FD2E-6A75-458A-AE3A-0BD442D78F38}" dt="2026-05-19T14:29:20.967" v="669" actId="478"/>
          <ac:spMkLst>
            <pc:docMk/>
            <pc:sldMk cId="0" sldId="260"/>
            <ac:spMk id="60" creationId="{00000000-0000-0000-0000-000000000000}"/>
          </ac:spMkLst>
        </pc:spChg>
        <pc:spChg chg="del mod">
          <ac:chgData name="Yoko Koyama" userId="e85506b6-a7eb-47d5-b903-7836a57d18f6" providerId="ADAL" clId="{F763FD2E-6A75-458A-AE3A-0BD442D78F38}" dt="2026-05-19T16:24:48.147" v="1334" actId="478"/>
          <ac:spMkLst>
            <pc:docMk/>
            <pc:sldMk cId="0" sldId="260"/>
            <ac:spMk id="61" creationId="{00000000-0000-0000-0000-000000000000}"/>
          </ac:spMkLst>
        </pc:spChg>
        <pc:spChg chg="del mod">
          <ac:chgData name="Yoko Koyama" userId="e85506b6-a7eb-47d5-b903-7836a57d18f6" providerId="ADAL" clId="{F763FD2E-6A75-458A-AE3A-0BD442D78F38}" dt="2026-05-19T16:24:48.147" v="1334" actId="478"/>
          <ac:spMkLst>
            <pc:docMk/>
            <pc:sldMk cId="0" sldId="260"/>
            <ac:spMk id="62" creationId="{00000000-0000-0000-0000-000000000000}"/>
          </ac:spMkLst>
        </pc:spChg>
        <pc:spChg chg="del mod">
          <ac:chgData name="Yoko Koyama" userId="e85506b6-a7eb-47d5-b903-7836a57d18f6" providerId="ADAL" clId="{F763FD2E-6A75-458A-AE3A-0BD442D78F38}" dt="2026-05-19T16:24:48.147" v="1334" actId="478"/>
          <ac:spMkLst>
            <pc:docMk/>
            <pc:sldMk cId="0" sldId="260"/>
            <ac:spMk id="63" creationId="{00000000-0000-0000-0000-000000000000}"/>
          </ac:spMkLst>
        </pc:spChg>
      </pc:sldChg>
      <pc:sldChg chg="delSp modSp mod modClrScheme chgLayout">
        <pc:chgData name="Yoko Koyama" userId="e85506b6-a7eb-47d5-b903-7836a57d18f6" providerId="ADAL" clId="{F763FD2E-6A75-458A-AE3A-0BD442D78F38}" dt="2026-05-19T16:25:09.091" v="1340" actId="478"/>
        <pc:sldMkLst>
          <pc:docMk/>
          <pc:sldMk cId="0" sldId="261"/>
        </pc:sldMkLst>
        <pc:spChg chg="del">
          <ac:chgData name="Yoko Koyama" userId="e85506b6-a7eb-47d5-b903-7836a57d18f6" providerId="ADAL" clId="{F763FD2E-6A75-458A-AE3A-0BD442D78F38}" dt="2026-05-19T16:25:09.091" v="1340" actId="478"/>
          <ac:spMkLst>
            <pc:docMk/>
            <pc:sldMk cId="0" sldId="261"/>
            <ac:spMk id="3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95" v="228" actId="27636"/>
          <ac:spMkLst>
            <pc:docMk/>
            <pc:sldMk cId="0" sldId="261"/>
            <ac:spMk id="4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95" v="217" actId="27636"/>
          <ac:spMkLst>
            <pc:docMk/>
            <pc:sldMk cId="0" sldId="261"/>
            <ac:spMk id="6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95" v="226" actId="27636"/>
          <ac:spMkLst>
            <pc:docMk/>
            <pc:sldMk cId="0" sldId="261"/>
            <ac:spMk id="7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95" v="225" actId="27636"/>
          <ac:spMkLst>
            <pc:docMk/>
            <pc:sldMk cId="0" sldId="261"/>
            <ac:spMk id="8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95" v="223" actId="27636"/>
          <ac:spMkLst>
            <pc:docMk/>
            <pc:sldMk cId="0" sldId="261"/>
            <ac:spMk id="9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32:30.418" v="816" actId="14100"/>
          <ac:spMkLst>
            <pc:docMk/>
            <pc:sldMk cId="0" sldId="261"/>
            <ac:spMk id="10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95" v="229" actId="2763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32:27.037" v="815" actId="255"/>
          <ac:spMkLst>
            <pc:docMk/>
            <pc:sldMk cId="0" sldId="261"/>
            <ac:spMk id="14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32:32.902" v="817" actId="14100"/>
          <ac:spMkLst>
            <pc:docMk/>
            <pc:sldMk cId="0" sldId="261"/>
            <ac:spMk id="15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95" v="224" actId="2763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32:43.861" v="820" actId="255"/>
          <ac:spMkLst>
            <pc:docMk/>
            <pc:sldMk cId="0" sldId="261"/>
            <ac:spMk id="19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32:36.247" v="818" actId="14100"/>
          <ac:spMkLst>
            <pc:docMk/>
            <pc:sldMk cId="0" sldId="261"/>
            <ac:spMk id="20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80" v="213" actId="27636"/>
          <ac:spMkLst>
            <pc:docMk/>
            <pc:sldMk cId="0" sldId="261"/>
            <ac:spMk id="23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32:47.898" v="821" actId="255"/>
          <ac:spMkLst>
            <pc:docMk/>
            <pc:sldMk cId="0" sldId="261"/>
            <ac:spMk id="24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32:39.763" v="819" actId="14100"/>
          <ac:spMkLst>
            <pc:docMk/>
            <pc:sldMk cId="0" sldId="261"/>
            <ac:spMk id="25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795" v="219" actId="27636"/>
          <ac:spMkLst>
            <pc:docMk/>
            <pc:sldMk cId="0" sldId="261"/>
            <ac:spMk id="28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32:52.321" v="822" actId="255"/>
          <ac:spMkLst>
            <pc:docMk/>
            <pc:sldMk cId="0" sldId="261"/>
            <ac:spMk id="29" creationId="{00000000-0000-0000-0000-000000000000}"/>
          </ac:spMkLst>
        </pc:spChg>
        <pc:spChg chg="del mod">
          <ac:chgData name="Yoko Koyama" userId="e85506b6-a7eb-47d5-b903-7836a57d18f6" providerId="ADAL" clId="{F763FD2E-6A75-458A-AE3A-0BD442D78F38}" dt="2026-05-19T14:29:23.590" v="670" actId="478"/>
          <ac:spMkLst>
            <pc:docMk/>
            <pc:sldMk cId="0" sldId="261"/>
            <ac:spMk id="30" creationId="{00000000-0000-0000-0000-000000000000}"/>
          </ac:spMkLst>
        </pc:spChg>
        <pc:spChg chg="del mod">
          <ac:chgData name="Yoko Koyama" userId="e85506b6-a7eb-47d5-b903-7836a57d18f6" providerId="ADAL" clId="{F763FD2E-6A75-458A-AE3A-0BD442D78F38}" dt="2026-05-19T16:25:02.938" v="1339" actId="478"/>
          <ac:spMkLst>
            <pc:docMk/>
            <pc:sldMk cId="0" sldId="261"/>
            <ac:spMk id="31" creationId="{00000000-0000-0000-0000-000000000000}"/>
          </ac:spMkLst>
        </pc:spChg>
        <pc:spChg chg="del mod">
          <ac:chgData name="Yoko Koyama" userId="e85506b6-a7eb-47d5-b903-7836a57d18f6" providerId="ADAL" clId="{F763FD2E-6A75-458A-AE3A-0BD442D78F38}" dt="2026-05-19T16:25:02.938" v="1339" actId="478"/>
          <ac:spMkLst>
            <pc:docMk/>
            <pc:sldMk cId="0" sldId="261"/>
            <ac:spMk id="32" creationId="{00000000-0000-0000-0000-000000000000}"/>
          </ac:spMkLst>
        </pc:spChg>
        <pc:spChg chg="del mod">
          <ac:chgData name="Yoko Koyama" userId="e85506b6-a7eb-47d5-b903-7836a57d18f6" providerId="ADAL" clId="{F763FD2E-6A75-458A-AE3A-0BD442D78F38}" dt="2026-05-19T16:25:02.938" v="1339" actId="478"/>
          <ac:spMkLst>
            <pc:docMk/>
            <pc:sldMk cId="0" sldId="261"/>
            <ac:spMk id="33" creationId="{00000000-0000-0000-0000-000000000000}"/>
          </ac:spMkLst>
        </pc:spChg>
      </pc:sldChg>
      <pc:sldChg chg="addSp delSp modSp mod ord modClrScheme chgLayout">
        <pc:chgData name="Yoko Koyama" userId="e85506b6-a7eb-47d5-b903-7836a57d18f6" providerId="ADAL" clId="{F763FD2E-6A75-458A-AE3A-0BD442D78F38}" dt="2026-05-19T16:24:42.113" v="1333" actId="478"/>
        <pc:sldMkLst>
          <pc:docMk/>
          <pc:sldMk cId="0" sldId="262"/>
        </pc:sldMkLst>
        <pc:spChg chg="del">
          <ac:chgData name="Yoko Koyama" userId="e85506b6-a7eb-47d5-b903-7836a57d18f6" providerId="ADAL" clId="{F763FD2E-6A75-458A-AE3A-0BD442D78F38}" dt="2026-05-19T16:23:59.972" v="1308" actId="478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Yoko Koyama" userId="e85506b6-a7eb-47d5-b903-7836a57d18f6" providerId="ADAL" clId="{F763FD2E-6A75-458A-AE3A-0BD442D78F38}" dt="2026-05-19T16:24:18.983" v="1330" actId="478"/>
          <ac:spMkLst>
            <pc:docMk/>
            <pc:sldMk cId="0" sldId="262"/>
            <ac:spMk id="3" creationId="{00000000-0000-0000-0000-000000000000}"/>
          </ac:spMkLst>
        </pc:spChg>
        <pc:spChg chg="del">
          <ac:chgData name="Yoko Koyama" userId="e85506b6-a7eb-47d5-b903-7836a57d18f6" providerId="ADAL" clId="{F763FD2E-6A75-458A-AE3A-0BD442D78F38}" dt="2026-05-19T14:30:01.032" v="675" actId="478"/>
          <ac:spMkLst>
            <pc:docMk/>
            <pc:sldMk cId="0" sldId="262"/>
            <ac:spMk id="4" creationId="{00000000-0000-0000-0000-000000000000}"/>
          </ac:spMkLst>
        </pc:spChg>
        <pc:spChg chg="del">
          <ac:chgData name="Yoko Koyama" userId="e85506b6-a7eb-47d5-b903-7836a57d18f6" providerId="ADAL" clId="{F763FD2E-6A75-458A-AE3A-0BD442D78F38}" dt="2026-05-19T14:30:01.032" v="675" actId="478"/>
          <ac:spMkLst>
            <pc:docMk/>
            <pc:sldMk cId="0" sldId="262"/>
            <ac:spMk id="5" creationId="{00000000-0000-0000-0000-000000000000}"/>
          </ac:spMkLst>
        </pc:spChg>
        <pc:spChg chg="del mod">
          <ac:chgData name="Yoko Koyama" userId="e85506b6-a7eb-47d5-b903-7836a57d18f6" providerId="ADAL" clId="{F763FD2E-6A75-458A-AE3A-0BD442D78F38}" dt="2026-05-19T14:30:01.032" v="675" actId="478"/>
          <ac:spMkLst>
            <pc:docMk/>
            <pc:sldMk cId="0" sldId="262"/>
            <ac:spMk id="6" creationId="{00000000-0000-0000-0000-000000000000}"/>
          </ac:spMkLst>
        </pc:spChg>
        <pc:spChg chg="del mod">
          <ac:chgData name="Yoko Koyama" userId="e85506b6-a7eb-47d5-b903-7836a57d18f6" providerId="ADAL" clId="{F763FD2E-6A75-458A-AE3A-0BD442D78F38}" dt="2026-05-19T14:30:01.032" v="675" actId="478"/>
          <ac:spMkLst>
            <pc:docMk/>
            <pc:sldMk cId="0" sldId="262"/>
            <ac:spMk id="7" creationId="{00000000-0000-0000-0000-000000000000}"/>
          </ac:spMkLst>
        </pc:spChg>
        <pc:spChg chg="del">
          <ac:chgData name="Yoko Koyama" userId="e85506b6-a7eb-47d5-b903-7836a57d18f6" providerId="ADAL" clId="{F763FD2E-6A75-458A-AE3A-0BD442D78F38}" dt="2026-05-19T14:30:01.032" v="675" actId="478"/>
          <ac:spMkLst>
            <pc:docMk/>
            <pc:sldMk cId="0" sldId="262"/>
            <ac:spMk id="8" creationId="{00000000-0000-0000-0000-000000000000}"/>
          </ac:spMkLst>
        </pc:spChg>
        <pc:spChg chg="del">
          <ac:chgData name="Yoko Koyama" userId="e85506b6-a7eb-47d5-b903-7836a57d18f6" providerId="ADAL" clId="{F763FD2E-6A75-458A-AE3A-0BD442D78F38}" dt="2026-05-19T14:30:01.032" v="675" actId="478"/>
          <ac:spMkLst>
            <pc:docMk/>
            <pc:sldMk cId="0" sldId="262"/>
            <ac:spMk id="9" creationId="{00000000-0000-0000-0000-000000000000}"/>
          </ac:spMkLst>
        </pc:spChg>
        <pc:spChg chg="del">
          <ac:chgData name="Yoko Koyama" userId="e85506b6-a7eb-47d5-b903-7836a57d18f6" providerId="ADAL" clId="{F763FD2E-6A75-458A-AE3A-0BD442D78F38}" dt="2026-05-19T14:30:01.032" v="675" actId="478"/>
          <ac:spMkLst>
            <pc:docMk/>
            <pc:sldMk cId="0" sldId="262"/>
            <ac:spMk id="10" creationId="{00000000-0000-0000-0000-000000000000}"/>
          </ac:spMkLst>
        </pc:spChg>
        <pc:spChg chg="del">
          <ac:chgData name="Yoko Koyama" userId="e85506b6-a7eb-47d5-b903-7836a57d18f6" providerId="ADAL" clId="{F763FD2E-6A75-458A-AE3A-0BD442D78F38}" dt="2026-05-19T14:30:01.032" v="675" actId="478"/>
          <ac:spMkLst>
            <pc:docMk/>
            <pc:sldMk cId="0" sldId="262"/>
            <ac:spMk id="11" creationId="{00000000-0000-0000-0000-000000000000}"/>
          </ac:spMkLst>
        </pc:spChg>
        <pc:spChg chg="del">
          <ac:chgData name="Yoko Koyama" userId="e85506b6-a7eb-47d5-b903-7836a57d18f6" providerId="ADAL" clId="{F763FD2E-6A75-458A-AE3A-0BD442D78F38}" dt="2026-05-19T14:30:01.032" v="675" actId="478"/>
          <ac:spMkLst>
            <pc:docMk/>
            <pc:sldMk cId="0" sldId="262"/>
            <ac:spMk id="12" creationId="{00000000-0000-0000-0000-000000000000}"/>
          </ac:spMkLst>
        </pc:spChg>
        <pc:spChg chg="del">
          <ac:chgData name="Yoko Koyama" userId="e85506b6-a7eb-47d5-b903-7836a57d18f6" providerId="ADAL" clId="{F763FD2E-6A75-458A-AE3A-0BD442D78F38}" dt="2026-05-19T14:30:01.032" v="675" actId="478"/>
          <ac:spMkLst>
            <pc:docMk/>
            <pc:sldMk cId="0" sldId="262"/>
            <ac:spMk id="13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30:23.422" v="781" actId="1038"/>
          <ac:spMkLst>
            <pc:docMk/>
            <pc:sldMk cId="0" sldId="262"/>
            <ac:spMk id="14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30:23.422" v="781" actId="1038"/>
          <ac:spMkLst>
            <pc:docMk/>
            <pc:sldMk cId="0" sldId="262"/>
            <ac:spMk id="15" creationId="{00000000-0000-0000-0000-000000000000}"/>
          </ac:spMkLst>
        </pc:spChg>
        <pc:spChg chg="del mod">
          <ac:chgData name="Yoko Koyama" userId="e85506b6-a7eb-47d5-b903-7836a57d18f6" providerId="ADAL" clId="{F763FD2E-6A75-458A-AE3A-0BD442D78F38}" dt="2026-05-19T14:30:08.931" v="676" actId="478"/>
          <ac:spMkLst>
            <pc:docMk/>
            <pc:sldMk cId="0" sldId="262"/>
            <ac:spMk id="16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30:23.422" v="781" actId="1038"/>
          <ac:spMkLst>
            <pc:docMk/>
            <pc:sldMk cId="0" sldId="262"/>
            <ac:spMk id="17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30:23.422" v="781" actId="1038"/>
          <ac:spMkLst>
            <pc:docMk/>
            <pc:sldMk cId="0" sldId="262"/>
            <ac:spMk id="18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30:23.422" v="781" actId="1038"/>
          <ac:spMkLst>
            <pc:docMk/>
            <pc:sldMk cId="0" sldId="262"/>
            <ac:spMk id="19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30:23.422" v="781" actId="1038"/>
          <ac:spMkLst>
            <pc:docMk/>
            <pc:sldMk cId="0" sldId="262"/>
            <ac:spMk id="20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30:23.422" v="781" actId="1038"/>
          <ac:spMkLst>
            <pc:docMk/>
            <pc:sldMk cId="0" sldId="262"/>
            <ac:spMk id="21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30:23.422" v="781" actId="1038"/>
          <ac:spMkLst>
            <pc:docMk/>
            <pc:sldMk cId="0" sldId="262"/>
            <ac:spMk id="22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30:23.422" v="781" actId="1038"/>
          <ac:spMkLst>
            <pc:docMk/>
            <pc:sldMk cId="0" sldId="262"/>
            <ac:spMk id="23" creationId="{00000000-0000-0000-0000-000000000000}"/>
          </ac:spMkLst>
        </pc:spChg>
        <pc:spChg chg="del mod">
          <ac:chgData name="Yoko Koyama" userId="e85506b6-a7eb-47d5-b903-7836a57d18f6" providerId="ADAL" clId="{F763FD2E-6A75-458A-AE3A-0BD442D78F38}" dt="2026-05-19T14:29:25.422" v="671" actId="478"/>
          <ac:spMkLst>
            <pc:docMk/>
            <pc:sldMk cId="0" sldId="262"/>
            <ac:spMk id="24" creationId="{00000000-0000-0000-0000-000000000000}"/>
          </ac:spMkLst>
        </pc:spChg>
        <pc:spChg chg="del mod">
          <ac:chgData name="Yoko Koyama" userId="e85506b6-a7eb-47d5-b903-7836a57d18f6" providerId="ADAL" clId="{F763FD2E-6A75-458A-AE3A-0BD442D78F38}" dt="2026-05-19T16:24:42.113" v="1333" actId="478"/>
          <ac:spMkLst>
            <pc:docMk/>
            <pc:sldMk cId="0" sldId="262"/>
            <ac:spMk id="25" creationId="{00000000-0000-0000-0000-000000000000}"/>
          </ac:spMkLst>
        </pc:spChg>
        <pc:spChg chg="del mod">
          <ac:chgData name="Yoko Koyama" userId="e85506b6-a7eb-47d5-b903-7836a57d18f6" providerId="ADAL" clId="{F763FD2E-6A75-458A-AE3A-0BD442D78F38}" dt="2026-05-19T16:24:42.113" v="1333" actId="478"/>
          <ac:spMkLst>
            <pc:docMk/>
            <pc:sldMk cId="0" sldId="262"/>
            <ac:spMk id="26" creationId="{00000000-0000-0000-0000-000000000000}"/>
          </ac:spMkLst>
        </pc:spChg>
        <pc:spChg chg="del mod">
          <ac:chgData name="Yoko Koyama" userId="e85506b6-a7eb-47d5-b903-7836a57d18f6" providerId="ADAL" clId="{F763FD2E-6A75-458A-AE3A-0BD442D78F38}" dt="2026-05-19T16:24:42.113" v="1333" actId="478"/>
          <ac:spMkLst>
            <pc:docMk/>
            <pc:sldMk cId="0" sldId="262"/>
            <ac:spMk id="27" creationId="{00000000-0000-0000-0000-000000000000}"/>
          </ac:spMkLst>
        </pc:spChg>
        <pc:spChg chg="add mod">
          <ac:chgData name="Yoko Koyama" userId="e85506b6-a7eb-47d5-b903-7836a57d18f6" providerId="ADAL" clId="{F763FD2E-6A75-458A-AE3A-0BD442D78F38}" dt="2026-05-19T14:30:43.933" v="810" actId="20577"/>
          <ac:spMkLst>
            <pc:docMk/>
            <pc:sldMk cId="0" sldId="262"/>
            <ac:spMk id="28" creationId="{B60903AA-148F-80D4-F533-231423617118}"/>
          </ac:spMkLst>
        </pc:spChg>
        <pc:spChg chg="add mod ord">
          <ac:chgData name="Yoko Koyama" userId="e85506b6-a7eb-47d5-b903-7836a57d18f6" providerId="ADAL" clId="{F763FD2E-6A75-458A-AE3A-0BD442D78F38}" dt="2026-05-19T16:24:21.541" v="1331" actId="14100"/>
          <ac:spMkLst>
            <pc:docMk/>
            <pc:sldMk cId="0" sldId="262"/>
            <ac:spMk id="29" creationId="{146816D7-C5A2-0B08-B224-27677AAC9A9E}"/>
          </ac:spMkLst>
        </pc:spChg>
      </pc:sldChg>
      <pc:sldChg chg="addSp delSp modSp mod ord">
        <pc:chgData name="Yoko Koyama" userId="e85506b6-a7eb-47d5-b903-7836a57d18f6" providerId="ADAL" clId="{F763FD2E-6A75-458A-AE3A-0BD442D78F38}" dt="2026-05-19T16:28:56.969" v="1439" actId="20577"/>
        <pc:sldMkLst>
          <pc:docMk/>
          <pc:sldMk cId="0" sldId="263"/>
        </pc:sldMkLst>
        <pc:spChg chg="mod">
          <ac:chgData name="Yoko Koyama" userId="e85506b6-a7eb-47d5-b903-7836a57d18f6" providerId="ADAL" clId="{F763FD2E-6A75-458A-AE3A-0BD442D78F38}" dt="2026-05-19T16:25:44.354" v="1347" actId="20577"/>
          <ac:spMkLst>
            <pc:docMk/>
            <pc:sldMk cId="0" sldId="263"/>
            <ac:spMk id="3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6:28:56.969" v="1439" actId="20577"/>
          <ac:spMkLst>
            <pc:docMk/>
            <pc:sldMk cId="0" sldId="263"/>
            <ac:spMk id="4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34:39.688" v="893" actId="1076"/>
          <ac:spMkLst>
            <pc:docMk/>
            <pc:sldMk cId="0" sldId="263"/>
            <ac:spMk id="5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827" v="253" actId="2763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6:23:00.143" v="1217" actId="27636"/>
          <ac:spMkLst>
            <pc:docMk/>
            <pc:sldMk cId="0" sldId="263"/>
            <ac:spMk id="11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34:34.132" v="890" actId="107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827" v="247" actId="27636"/>
          <ac:spMkLst>
            <pc:docMk/>
            <pc:sldMk cId="0" sldId="263"/>
            <ac:spMk id="18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34:50.845" v="896" actId="27636"/>
          <ac:spMkLst>
            <pc:docMk/>
            <pc:sldMk cId="0" sldId="263"/>
            <ac:spMk id="19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827" v="242" actId="27636"/>
          <ac:spMkLst>
            <pc:docMk/>
            <pc:sldMk cId="0" sldId="263"/>
            <ac:spMk id="20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815" v="239" actId="27636"/>
          <ac:spMkLst>
            <pc:docMk/>
            <pc:sldMk cId="0" sldId="263"/>
            <ac:spMk id="26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34:55.712" v="898" actId="27636"/>
          <ac:spMkLst>
            <pc:docMk/>
            <pc:sldMk cId="0" sldId="263"/>
            <ac:spMk id="27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6:23:30.517" v="1278" actId="20577"/>
          <ac:spMkLst>
            <pc:docMk/>
            <pc:sldMk cId="0" sldId="263"/>
            <ac:spMk id="28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827" v="243" actId="27636"/>
          <ac:spMkLst>
            <pc:docMk/>
            <pc:sldMk cId="0" sldId="263"/>
            <ac:spMk id="31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827" v="244" actId="27636"/>
          <ac:spMkLst>
            <pc:docMk/>
            <pc:sldMk cId="0" sldId="263"/>
            <ac:spMk id="32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827" v="251" actId="27636"/>
          <ac:spMkLst>
            <pc:docMk/>
            <pc:sldMk cId="0" sldId="263"/>
            <ac:spMk id="33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827" v="245" actId="27636"/>
          <ac:spMkLst>
            <pc:docMk/>
            <pc:sldMk cId="0" sldId="263"/>
            <ac:spMk id="34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827" v="246" actId="27636"/>
          <ac:spMkLst>
            <pc:docMk/>
            <pc:sldMk cId="0" sldId="263"/>
            <ac:spMk id="35" creationId="{00000000-0000-0000-0000-000000000000}"/>
          </ac:spMkLst>
        </pc:spChg>
        <pc:spChg chg="del mod">
          <ac:chgData name="Yoko Koyama" userId="e85506b6-a7eb-47d5-b903-7836a57d18f6" providerId="ADAL" clId="{F763FD2E-6A75-458A-AE3A-0BD442D78F38}" dt="2026-05-19T14:29:33.826" v="674" actId="478"/>
          <ac:spMkLst>
            <pc:docMk/>
            <pc:sldMk cId="0" sldId="263"/>
            <ac:spMk id="37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827" v="248" actId="27636"/>
          <ac:spMkLst>
            <pc:docMk/>
            <pc:sldMk cId="0" sldId="263"/>
            <ac:spMk id="38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827" v="250" actId="27636"/>
          <ac:spMkLst>
            <pc:docMk/>
            <pc:sldMk cId="0" sldId="263"/>
            <ac:spMk id="39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3:58:07.827" v="249" actId="27636"/>
          <ac:spMkLst>
            <pc:docMk/>
            <pc:sldMk cId="0" sldId="263"/>
            <ac:spMk id="40" creationId="{00000000-0000-0000-0000-000000000000}"/>
          </ac:spMkLst>
        </pc:spChg>
        <pc:picChg chg="add del">
          <ac:chgData name="Yoko Koyama" userId="e85506b6-a7eb-47d5-b903-7836a57d18f6" providerId="ADAL" clId="{F763FD2E-6A75-458A-AE3A-0BD442D78F38}" dt="2026-05-19T14:29:30.431" v="673" actId="478"/>
          <ac:picMkLst>
            <pc:docMk/>
            <pc:sldMk cId="0" sldId="263"/>
            <ac:picMk id="2" creationId="{00000000-0000-0000-0000-000000000000}"/>
          </ac:picMkLst>
        </pc:picChg>
      </pc:sldChg>
      <pc:sldChg chg="delSp modSp add mod setBg">
        <pc:chgData name="Yoko Koyama" userId="e85506b6-a7eb-47d5-b903-7836a57d18f6" providerId="ADAL" clId="{F763FD2E-6A75-458A-AE3A-0BD442D78F38}" dt="2026-05-19T16:25:49.575" v="1352" actId="20577"/>
        <pc:sldMkLst>
          <pc:docMk/>
          <pc:sldMk cId="0" sldId="264"/>
        </pc:sldMkLst>
        <pc:spChg chg="mod">
          <ac:chgData name="Yoko Koyama" userId="e85506b6-a7eb-47d5-b903-7836a57d18f6" providerId="ADAL" clId="{F763FD2E-6A75-458A-AE3A-0BD442D78F38}" dt="2026-05-19T16:25:49.575" v="1352" actId="20577"/>
          <ac:spMkLst>
            <pc:docMk/>
            <pc:sldMk cId="0" sldId="264"/>
            <ac:spMk id="2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6:21:25.219" v="1152" actId="27636"/>
          <ac:spMkLst>
            <pc:docMk/>
            <pc:sldMk cId="0" sldId="264"/>
            <ac:spMk id="32" creationId="{00000000-0000-0000-0000-000000000000}"/>
          </ac:spMkLst>
        </pc:spChg>
        <pc:spChg chg="del">
          <ac:chgData name="Yoko Koyama" userId="e85506b6-a7eb-47d5-b903-7836a57d18f6" providerId="ADAL" clId="{F763FD2E-6A75-458A-AE3A-0BD442D78F38}" dt="2026-05-19T16:21:32.839" v="1154" actId="478"/>
          <ac:spMkLst>
            <pc:docMk/>
            <pc:sldMk cId="0" sldId="264"/>
            <ac:spMk id="40" creationId="{00000000-0000-0000-0000-000000000000}"/>
          </ac:spMkLst>
        </pc:spChg>
        <pc:spChg chg="del">
          <ac:chgData name="Yoko Koyama" userId="e85506b6-a7eb-47d5-b903-7836a57d18f6" providerId="ADAL" clId="{F763FD2E-6A75-458A-AE3A-0BD442D78F38}" dt="2026-05-19T16:21:32.839" v="1154" actId="478"/>
          <ac:spMkLst>
            <pc:docMk/>
            <pc:sldMk cId="0" sldId="264"/>
            <ac:spMk id="41" creationId="{00000000-0000-0000-0000-000000000000}"/>
          </ac:spMkLst>
        </pc:spChg>
        <pc:spChg chg="del">
          <ac:chgData name="Yoko Koyama" userId="e85506b6-a7eb-47d5-b903-7836a57d18f6" providerId="ADAL" clId="{F763FD2E-6A75-458A-AE3A-0BD442D78F38}" dt="2026-05-19T16:21:32.839" v="1154" actId="478"/>
          <ac:spMkLst>
            <pc:docMk/>
            <pc:sldMk cId="0" sldId="264"/>
            <ac:spMk id="42" creationId="{00000000-0000-0000-0000-000000000000}"/>
          </ac:spMkLst>
        </pc:spChg>
      </pc:sldChg>
      <pc:sldChg chg="addSp delSp modSp add del mod">
        <pc:chgData name="Yoko Koyama" userId="e85506b6-a7eb-47d5-b903-7836a57d18f6" providerId="ADAL" clId="{F763FD2E-6A75-458A-AE3A-0BD442D78F38}" dt="2026-05-19T14:28:42.021" v="664" actId="948"/>
        <pc:sldMkLst>
          <pc:docMk/>
          <pc:sldMk cId="1079649957" sldId="2134096099"/>
        </pc:sldMkLst>
        <pc:spChg chg="mod">
          <ac:chgData name="Yoko Koyama" userId="e85506b6-a7eb-47d5-b903-7836a57d18f6" providerId="ADAL" clId="{F763FD2E-6A75-458A-AE3A-0BD442D78F38}" dt="2026-05-19T14:24:22.275" v="467" actId="20577"/>
          <ac:spMkLst>
            <pc:docMk/>
            <pc:sldMk cId="1079649957" sldId="2134096099"/>
            <ac:spMk id="2" creationId="{0FBD02B9-C003-8AA4-6632-BA8BA8C27B2C}"/>
          </ac:spMkLst>
        </pc:spChg>
        <pc:spChg chg="del">
          <ac:chgData name="Yoko Koyama" userId="e85506b6-a7eb-47d5-b903-7836a57d18f6" providerId="ADAL" clId="{F763FD2E-6A75-458A-AE3A-0BD442D78F38}" dt="2026-05-19T13:58:44.065" v="267" actId="478"/>
          <ac:spMkLst>
            <pc:docMk/>
            <pc:sldMk cId="1079649957" sldId="2134096099"/>
            <ac:spMk id="3" creationId="{95BDDAD1-F0AC-E838-9EFB-B31551375A9E}"/>
          </ac:spMkLst>
        </pc:spChg>
        <pc:spChg chg="mod">
          <ac:chgData name="Yoko Koyama" userId="e85506b6-a7eb-47d5-b903-7836a57d18f6" providerId="ADAL" clId="{F763FD2E-6A75-458A-AE3A-0BD442D78F38}" dt="2026-05-19T13:58:56.721" v="268" actId="207"/>
          <ac:spMkLst>
            <pc:docMk/>
            <pc:sldMk cId="1079649957" sldId="2134096099"/>
            <ac:spMk id="4" creationId="{7BBC4747-6370-519C-ADD3-230282DF4FA2}"/>
          </ac:spMkLst>
        </pc:spChg>
        <pc:spChg chg="add del mod">
          <ac:chgData name="Yoko Koyama" userId="e85506b6-a7eb-47d5-b903-7836a57d18f6" providerId="ADAL" clId="{F763FD2E-6A75-458A-AE3A-0BD442D78F38}" dt="2026-05-19T14:24:17.790" v="460" actId="478"/>
          <ac:spMkLst>
            <pc:docMk/>
            <pc:sldMk cId="1079649957" sldId="2134096099"/>
            <ac:spMk id="5" creationId="{5C6B5CCF-E42D-A58D-8ABF-3AB6F6929221}"/>
          </ac:spMkLst>
        </pc:spChg>
        <pc:spChg chg="add del mod">
          <ac:chgData name="Yoko Koyama" userId="e85506b6-a7eb-47d5-b903-7836a57d18f6" providerId="ADAL" clId="{F763FD2E-6A75-458A-AE3A-0BD442D78F38}" dt="2026-05-19T14:24:17.790" v="460" actId="478"/>
          <ac:spMkLst>
            <pc:docMk/>
            <pc:sldMk cId="1079649957" sldId="2134096099"/>
            <ac:spMk id="6" creationId="{6E7BBB09-16B0-55D8-B783-CE2AB0DAF3DB}"/>
          </ac:spMkLst>
        </pc:spChg>
        <pc:spChg chg="mod">
          <ac:chgData name="Yoko Koyama" userId="e85506b6-a7eb-47d5-b903-7836a57d18f6" providerId="ADAL" clId="{F763FD2E-6A75-458A-AE3A-0BD442D78F38}" dt="2026-05-19T14:00:42.309" v="278" actId="207"/>
          <ac:spMkLst>
            <pc:docMk/>
            <pc:sldMk cId="1079649957" sldId="2134096099"/>
            <ac:spMk id="10" creationId="{92021692-64D3-6CCD-CD37-A2173C9A21A5}"/>
          </ac:spMkLst>
        </pc:spChg>
        <pc:spChg chg="mod">
          <ac:chgData name="Yoko Koyama" userId="e85506b6-a7eb-47d5-b903-7836a57d18f6" providerId="ADAL" clId="{F763FD2E-6A75-458A-AE3A-0BD442D78F38}" dt="2026-05-19T14:00:42.309" v="278" actId="207"/>
          <ac:spMkLst>
            <pc:docMk/>
            <pc:sldMk cId="1079649957" sldId="2134096099"/>
            <ac:spMk id="14" creationId="{9359D308-F50A-8180-2AE6-E6A3B292206C}"/>
          </ac:spMkLst>
        </pc:spChg>
        <pc:spChg chg="add del mod">
          <ac:chgData name="Yoko Koyama" userId="e85506b6-a7eb-47d5-b903-7836a57d18f6" providerId="ADAL" clId="{F763FD2E-6A75-458A-AE3A-0BD442D78F38}" dt="2026-05-19T14:24:17.790" v="460" actId="478"/>
          <ac:spMkLst>
            <pc:docMk/>
            <pc:sldMk cId="1079649957" sldId="2134096099"/>
            <ac:spMk id="17" creationId="{E6555371-C972-33CE-C4C3-2D367E77B4C5}"/>
          </ac:spMkLst>
        </pc:spChg>
        <pc:spChg chg="mod">
          <ac:chgData name="Yoko Koyama" userId="e85506b6-a7eb-47d5-b903-7836a57d18f6" providerId="ADAL" clId="{F763FD2E-6A75-458A-AE3A-0BD442D78F38}" dt="2026-05-19T14:00:42.309" v="278" actId="207"/>
          <ac:spMkLst>
            <pc:docMk/>
            <pc:sldMk cId="1079649957" sldId="2134096099"/>
            <ac:spMk id="18" creationId="{B07EE52A-0810-6DA8-7C19-7B6AF58D4DD8}"/>
          </ac:spMkLst>
        </pc:spChg>
        <pc:spChg chg="add del mod">
          <ac:chgData name="Yoko Koyama" userId="e85506b6-a7eb-47d5-b903-7836a57d18f6" providerId="ADAL" clId="{F763FD2E-6A75-458A-AE3A-0BD442D78F38}" dt="2026-05-19T14:24:17.790" v="460" actId="478"/>
          <ac:spMkLst>
            <pc:docMk/>
            <pc:sldMk cId="1079649957" sldId="2134096099"/>
            <ac:spMk id="19" creationId="{2B638906-E6B3-B2C8-E8F0-C0D919A4AE78}"/>
          </ac:spMkLst>
        </pc:spChg>
        <pc:spChg chg="add del mod">
          <ac:chgData name="Yoko Koyama" userId="e85506b6-a7eb-47d5-b903-7836a57d18f6" providerId="ADAL" clId="{F763FD2E-6A75-458A-AE3A-0BD442D78F38}" dt="2026-05-19T14:24:17.790" v="460" actId="478"/>
          <ac:spMkLst>
            <pc:docMk/>
            <pc:sldMk cId="1079649957" sldId="2134096099"/>
            <ac:spMk id="23" creationId="{978F4F85-A947-BB65-FB43-1BCBFF849432}"/>
          </ac:spMkLst>
        </pc:spChg>
        <pc:spChg chg="mod">
          <ac:chgData name="Yoko Koyama" userId="e85506b6-a7eb-47d5-b903-7836a57d18f6" providerId="ADAL" clId="{F763FD2E-6A75-458A-AE3A-0BD442D78F38}" dt="2026-05-19T13:59:11.697" v="270" actId="207"/>
          <ac:spMkLst>
            <pc:docMk/>
            <pc:sldMk cId="1079649957" sldId="2134096099"/>
            <ac:spMk id="24" creationId="{F9FDDC1F-F380-158E-645D-ACFC4317B1A6}"/>
          </ac:spMkLst>
        </pc:spChg>
        <pc:spChg chg="add del mod">
          <ac:chgData name="Yoko Koyama" userId="e85506b6-a7eb-47d5-b903-7836a57d18f6" providerId="ADAL" clId="{F763FD2E-6A75-458A-AE3A-0BD442D78F38}" dt="2026-05-19T14:24:17.790" v="460" actId="478"/>
          <ac:spMkLst>
            <pc:docMk/>
            <pc:sldMk cId="1079649957" sldId="2134096099"/>
            <ac:spMk id="25" creationId="{468BE426-4509-CD48-88F0-FE0C68D818A5}"/>
          </ac:spMkLst>
        </pc:spChg>
        <pc:spChg chg="add del mod">
          <ac:chgData name="Yoko Koyama" userId="e85506b6-a7eb-47d5-b903-7836a57d18f6" providerId="ADAL" clId="{F763FD2E-6A75-458A-AE3A-0BD442D78F38}" dt="2026-05-19T14:24:17.790" v="460" actId="478"/>
          <ac:spMkLst>
            <pc:docMk/>
            <pc:sldMk cId="1079649957" sldId="2134096099"/>
            <ac:spMk id="26" creationId="{3AFA170D-4DB7-6AAE-5132-5BADAA2F86E5}"/>
          </ac:spMkLst>
        </pc:spChg>
        <pc:spChg chg="add del mod">
          <ac:chgData name="Yoko Koyama" userId="e85506b6-a7eb-47d5-b903-7836a57d18f6" providerId="ADAL" clId="{F763FD2E-6A75-458A-AE3A-0BD442D78F38}" dt="2026-05-19T14:24:17.790" v="460" actId="478"/>
          <ac:spMkLst>
            <pc:docMk/>
            <pc:sldMk cId="1079649957" sldId="2134096099"/>
            <ac:spMk id="30" creationId="{3B6B2F84-084B-39B0-40A7-B877E1901847}"/>
          </ac:spMkLst>
        </pc:spChg>
        <pc:spChg chg="add del mod">
          <ac:chgData name="Yoko Koyama" userId="e85506b6-a7eb-47d5-b903-7836a57d18f6" providerId="ADAL" clId="{F763FD2E-6A75-458A-AE3A-0BD442D78F38}" dt="2026-05-19T14:24:17.790" v="460" actId="478"/>
          <ac:spMkLst>
            <pc:docMk/>
            <pc:sldMk cId="1079649957" sldId="2134096099"/>
            <ac:spMk id="32" creationId="{7D731E1B-C5DB-6C35-3E25-353927FF440E}"/>
          </ac:spMkLst>
        </pc:spChg>
        <pc:spChg chg="add del mod">
          <ac:chgData name="Yoko Koyama" userId="e85506b6-a7eb-47d5-b903-7836a57d18f6" providerId="ADAL" clId="{F763FD2E-6A75-458A-AE3A-0BD442D78F38}" dt="2026-05-19T14:24:17.790" v="460" actId="478"/>
          <ac:spMkLst>
            <pc:docMk/>
            <pc:sldMk cId="1079649957" sldId="2134096099"/>
            <ac:spMk id="33" creationId="{095D82A5-FFC0-C177-8E7D-57AB67C931A6}"/>
          </ac:spMkLst>
        </pc:spChg>
        <pc:spChg chg="mod">
          <ac:chgData name="Yoko Koyama" userId="e85506b6-a7eb-47d5-b903-7836a57d18f6" providerId="ADAL" clId="{F763FD2E-6A75-458A-AE3A-0BD442D78F38}" dt="2026-05-19T14:27:44.746" v="633" actId="14100"/>
          <ac:spMkLst>
            <pc:docMk/>
            <pc:sldMk cId="1079649957" sldId="2134096099"/>
            <ac:spMk id="34" creationId="{A5278628-2E82-8D27-E935-90B012DACFE0}"/>
          </ac:spMkLst>
        </pc:spChg>
        <pc:spChg chg="mod">
          <ac:chgData name="Yoko Koyama" userId="e85506b6-a7eb-47d5-b903-7836a57d18f6" providerId="ADAL" clId="{F763FD2E-6A75-458A-AE3A-0BD442D78F38}" dt="2026-05-19T14:28:05.262" v="649" actId="14100"/>
          <ac:spMkLst>
            <pc:docMk/>
            <pc:sldMk cId="1079649957" sldId="2134096099"/>
            <ac:spMk id="35" creationId="{FC3E5A75-396F-1A38-0D42-299DCC75474E}"/>
          </ac:spMkLst>
        </pc:spChg>
        <pc:spChg chg="mod">
          <ac:chgData name="Yoko Koyama" userId="e85506b6-a7eb-47d5-b903-7836a57d18f6" providerId="ADAL" clId="{F763FD2E-6A75-458A-AE3A-0BD442D78F38}" dt="2026-05-19T14:27:59.970" v="648" actId="14100"/>
          <ac:spMkLst>
            <pc:docMk/>
            <pc:sldMk cId="1079649957" sldId="2134096099"/>
            <ac:spMk id="36" creationId="{BD118D7E-1064-25D1-4B07-C918EF140AF9}"/>
          </ac:spMkLst>
        </pc:spChg>
        <pc:spChg chg="mod">
          <ac:chgData name="Yoko Koyama" userId="e85506b6-a7eb-47d5-b903-7836a57d18f6" providerId="ADAL" clId="{F763FD2E-6A75-458A-AE3A-0BD442D78F38}" dt="2026-05-19T14:27:55.107" v="647" actId="1037"/>
          <ac:spMkLst>
            <pc:docMk/>
            <pc:sldMk cId="1079649957" sldId="2134096099"/>
            <ac:spMk id="38" creationId="{C8CE345B-BCCD-0E36-A49E-E7E8232220C0}"/>
          </ac:spMkLst>
        </pc:spChg>
        <pc:spChg chg="mod">
          <ac:chgData name="Yoko Koyama" userId="e85506b6-a7eb-47d5-b903-7836a57d18f6" providerId="ADAL" clId="{F763FD2E-6A75-458A-AE3A-0BD442D78F38}" dt="2026-05-19T14:28:42.021" v="664" actId="948"/>
          <ac:spMkLst>
            <pc:docMk/>
            <pc:sldMk cId="1079649957" sldId="2134096099"/>
            <ac:spMk id="40" creationId="{2B8B6E02-48F3-88EB-87FF-400BA093FB28}"/>
          </ac:spMkLst>
        </pc:spChg>
        <pc:spChg chg="mod">
          <ac:chgData name="Yoko Koyama" userId="e85506b6-a7eb-47d5-b903-7836a57d18f6" providerId="ADAL" clId="{F763FD2E-6A75-458A-AE3A-0BD442D78F38}" dt="2026-05-19T14:24:31.306" v="476" actId="27636"/>
          <ac:spMkLst>
            <pc:docMk/>
            <pc:sldMk cId="1079649957" sldId="2134096099"/>
            <ac:spMk id="43" creationId="{1CC30183-9646-9E89-CCF5-412830077F69}"/>
          </ac:spMkLst>
        </pc:spChg>
        <pc:spChg chg="add mod">
          <ac:chgData name="Yoko Koyama" userId="e85506b6-a7eb-47d5-b903-7836a57d18f6" providerId="ADAL" clId="{F763FD2E-6A75-458A-AE3A-0BD442D78F38}" dt="2026-05-19T14:27:39.245" v="632" actId="403"/>
          <ac:spMkLst>
            <pc:docMk/>
            <pc:sldMk cId="1079649957" sldId="2134096099"/>
            <ac:spMk id="45" creationId="{921F3C6B-EF8D-36CB-C6CE-C42DDABD87A9}"/>
          </ac:spMkLst>
        </pc:spChg>
        <pc:spChg chg="add mod">
          <ac:chgData name="Yoko Koyama" userId="e85506b6-a7eb-47d5-b903-7836a57d18f6" providerId="ADAL" clId="{F763FD2E-6A75-458A-AE3A-0BD442D78F38}" dt="2026-05-19T14:27:39.245" v="632" actId="403"/>
          <ac:spMkLst>
            <pc:docMk/>
            <pc:sldMk cId="1079649957" sldId="2134096099"/>
            <ac:spMk id="46" creationId="{A3823482-BB8C-D59E-6DD3-EAB3D2EC35AD}"/>
          </ac:spMkLst>
        </pc:spChg>
        <pc:spChg chg="add mod">
          <ac:chgData name="Yoko Koyama" userId="e85506b6-a7eb-47d5-b903-7836a57d18f6" providerId="ADAL" clId="{F763FD2E-6A75-458A-AE3A-0BD442D78F38}" dt="2026-05-19T14:27:39.245" v="632" actId="403"/>
          <ac:spMkLst>
            <pc:docMk/>
            <pc:sldMk cId="1079649957" sldId="2134096099"/>
            <ac:spMk id="47" creationId="{957ED213-A518-F601-89AA-7B5BE2C8AAD4}"/>
          </ac:spMkLst>
        </pc:spChg>
        <pc:spChg chg="mod">
          <ac:chgData name="Yoko Koyama" userId="e85506b6-a7eb-47d5-b903-7836a57d18f6" providerId="ADAL" clId="{F763FD2E-6A75-458A-AE3A-0BD442D78F38}" dt="2026-05-19T14:24:31.306" v="477" actId="27636"/>
          <ac:spMkLst>
            <pc:docMk/>
            <pc:sldMk cId="1079649957" sldId="2134096099"/>
            <ac:spMk id="49" creationId="{2082967D-8A92-5EF5-512E-B81486FA77ED}"/>
          </ac:spMkLst>
        </pc:spChg>
        <pc:spChg chg="mod">
          <ac:chgData name="Yoko Koyama" userId="e85506b6-a7eb-47d5-b903-7836a57d18f6" providerId="ADAL" clId="{F763FD2E-6A75-458A-AE3A-0BD442D78F38}" dt="2026-05-19T14:24:31.306" v="470" actId="27636"/>
          <ac:spMkLst>
            <pc:docMk/>
            <pc:sldMk cId="1079649957" sldId="2134096099"/>
            <ac:spMk id="51" creationId="{FD4FCA65-B8C3-AB6B-2CEE-AB06F729E1A1}"/>
          </ac:spMkLst>
        </pc:spChg>
        <pc:spChg chg="add mod">
          <ac:chgData name="Yoko Koyama" userId="e85506b6-a7eb-47d5-b903-7836a57d18f6" providerId="ADAL" clId="{F763FD2E-6A75-458A-AE3A-0BD442D78F38}" dt="2026-05-19T14:28:17.088" v="661" actId="1037"/>
          <ac:spMkLst>
            <pc:docMk/>
            <pc:sldMk cId="1079649957" sldId="2134096099"/>
            <ac:spMk id="52" creationId="{28B34C65-838C-10C4-7039-ED1602748C34}"/>
          </ac:spMkLst>
        </pc:spChg>
        <pc:spChg chg="mod">
          <ac:chgData name="Yoko Koyama" userId="e85506b6-a7eb-47d5-b903-7836a57d18f6" providerId="ADAL" clId="{F763FD2E-6A75-458A-AE3A-0BD442D78F38}" dt="2026-05-19T14:28:17.088" v="661" actId="1037"/>
          <ac:spMkLst>
            <pc:docMk/>
            <pc:sldMk cId="1079649957" sldId="2134096099"/>
            <ac:spMk id="53" creationId="{6DD10C74-2956-CC8A-8A56-819DCF2AE44F}"/>
          </ac:spMkLst>
        </pc:spChg>
        <pc:spChg chg="add mod">
          <ac:chgData name="Yoko Koyama" userId="e85506b6-a7eb-47d5-b903-7836a57d18f6" providerId="ADAL" clId="{F763FD2E-6A75-458A-AE3A-0BD442D78F38}" dt="2026-05-19T14:28:20.972" v="662" actId="1076"/>
          <ac:spMkLst>
            <pc:docMk/>
            <pc:sldMk cId="1079649957" sldId="2134096099"/>
            <ac:spMk id="54" creationId="{CE5FAEEC-2034-504E-8D18-BA1A52465C23}"/>
          </ac:spMkLst>
        </pc:spChg>
        <pc:spChg chg="add mod">
          <ac:chgData name="Yoko Koyama" userId="e85506b6-a7eb-47d5-b903-7836a57d18f6" providerId="ADAL" clId="{F763FD2E-6A75-458A-AE3A-0BD442D78F38}" dt="2026-05-19T14:27:39.245" v="632" actId="403"/>
          <ac:spMkLst>
            <pc:docMk/>
            <pc:sldMk cId="1079649957" sldId="2134096099"/>
            <ac:spMk id="55" creationId="{8FFC2339-C929-55DA-B34C-E549E1E70EE8}"/>
          </ac:spMkLst>
        </pc:spChg>
        <pc:spChg chg="add mod">
          <ac:chgData name="Yoko Koyama" userId="e85506b6-a7eb-47d5-b903-7836a57d18f6" providerId="ADAL" clId="{F763FD2E-6A75-458A-AE3A-0BD442D78F38}" dt="2026-05-19T14:27:39.245" v="632" actId="403"/>
          <ac:spMkLst>
            <pc:docMk/>
            <pc:sldMk cId="1079649957" sldId="2134096099"/>
            <ac:spMk id="56" creationId="{1CF39D86-EAFE-E03E-0A61-461E6EDB88D4}"/>
          </ac:spMkLst>
        </pc:spChg>
        <pc:spChg chg="add mod">
          <ac:chgData name="Yoko Koyama" userId="e85506b6-a7eb-47d5-b903-7836a57d18f6" providerId="ADAL" clId="{F763FD2E-6A75-458A-AE3A-0BD442D78F38}" dt="2026-05-19T14:27:39.245" v="632" actId="403"/>
          <ac:spMkLst>
            <pc:docMk/>
            <pc:sldMk cId="1079649957" sldId="2134096099"/>
            <ac:spMk id="58" creationId="{8644F1AE-79D4-9F25-4041-92A25174DEA5}"/>
          </ac:spMkLst>
        </pc:spChg>
        <pc:spChg chg="mod">
          <ac:chgData name="Yoko Koyama" userId="e85506b6-a7eb-47d5-b903-7836a57d18f6" providerId="ADAL" clId="{F763FD2E-6A75-458A-AE3A-0BD442D78F38}" dt="2026-05-19T14:28:33.923" v="663" actId="948"/>
          <ac:spMkLst>
            <pc:docMk/>
            <pc:sldMk cId="1079649957" sldId="2134096099"/>
            <ac:spMk id="61" creationId="{32B8C837-B87B-B1C8-8018-69A1CAC2CC93}"/>
          </ac:spMkLst>
        </pc:spChg>
        <pc:spChg chg="mod">
          <ac:chgData name="Yoko Koyama" userId="e85506b6-a7eb-47d5-b903-7836a57d18f6" providerId="ADAL" clId="{F763FD2E-6A75-458A-AE3A-0BD442D78F38}" dt="2026-05-19T14:24:31.290" v="469" actId="27636"/>
          <ac:spMkLst>
            <pc:docMk/>
            <pc:sldMk cId="1079649957" sldId="2134096099"/>
            <ac:spMk id="64" creationId="{804D4ED6-61FC-31D5-1BDB-D0270FD22EF4}"/>
          </ac:spMkLst>
        </pc:spChg>
        <pc:spChg chg="add mod">
          <ac:chgData name="Yoko Koyama" userId="e85506b6-a7eb-47d5-b903-7836a57d18f6" providerId="ADAL" clId="{F763FD2E-6A75-458A-AE3A-0BD442D78F38}" dt="2026-05-19T14:27:39.245" v="632" actId="403"/>
          <ac:spMkLst>
            <pc:docMk/>
            <pc:sldMk cId="1079649957" sldId="2134096099"/>
            <ac:spMk id="66" creationId="{88E83F5C-1DD2-ED7F-C697-CAAEDBA3F699}"/>
          </ac:spMkLst>
        </pc:spChg>
        <pc:spChg chg="mod">
          <ac:chgData name="Yoko Koyama" userId="e85506b6-a7eb-47d5-b903-7836a57d18f6" providerId="ADAL" clId="{F763FD2E-6A75-458A-AE3A-0BD442D78F38}" dt="2026-05-19T14:24:31.306" v="471" actId="27636"/>
          <ac:spMkLst>
            <pc:docMk/>
            <pc:sldMk cId="1079649957" sldId="2134096099"/>
            <ac:spMk id="67" creationId="{DE056A2A-F792-AC09-D3F1-D30E9D9CED72}"/>
          </ac:spMkLst>
        </pc:spChg>
        <pc:spChg chg="add mod">
          <ac:chgData name="Yoko Koyama" userId="e85506b6-a7eb-47d5-b903-7836a57d18f6" providerId="ADAL" clId="{F763FD2E-6A75-458A-AE3A-0BD442D78F38}" dt="2026-05-19T14:27:39.245" v="632" actId="403"/>
          <ac:spMkLst>
            <pc:docMk/>
            <pc:sldMk cId="1079649957" sldId="2134096099"/>
            <ac:spMk id="68" creationId="{D9B24CB7-8ABC-CD9F-77EE-D74DA4DE8D7C}"/>
          </ac:spMkLst>
        </pc:spChg>
        <pc:spChg chg="mod">
          <ac:chgData name="Yoko Koyama" userId="e85506b6-a7eb-47d5-b903-7836a57d18f6" providerId="ADAL" clId="{F763FD2E-6A75-458A-AE3A-0BD442D78F38}" dt="2026-05-19T14:24:31.306" v="472" actId="27636"/>
          <ac:spMkLst>
            <pc:docMk/>
            <pc:sldMk cId="1079649957" sldId="2134096099"/>
            <ac:spMk id="70" creationId="{4F75641E-BD0A-777A-CBE5-D6B632408401}"/>
          </ac:spMkLst>
        </pc:spChg>
        <pc:spChg chg="mod">
          <ac:chgData name="Yoko Koyama" userId="e85506b6-a7eb-47d5-b903-7836a57d18f6" providerId="ADAL" clId="{F763FD2E-6A75-458A-AE3A-0BD442D78F38}" dt="2026-05-19T14:24:31.306" v="473" actId="27636"/>
          <ac:spMkLst>
            <pc:docMk/>
            <pc:sldMk cId="1079649957" sldId="2134096099"/>
            <ac:spMk id="72" creationId="{2D7B76A6-AADA-93FF-F9E7-53F77EAED245}"/>
          </ac:spMkLst>
        </pc:spChg>
        <pc:spChg chg="mod">
          <ac:chgData name="Yoko Koyama" userId="e85506b6-a7eb-47d5-b903-7836a57d18f6" providerId="ADAL" clId="{F763FD2E-6A75-458A-AE3A-0BD442D78F38}" dt="2026-05-19T14:27:31.144" v="629" actId="14100"/>
          <ac:spMkLst>
            <pc:docMk/>
            <pc:sldMk cId="1079649957" sldId="2134096099"/>
            <ac:spMk id="73" creationId="{2E1A5FEC-B80D-A60F-DF53-631051F4A7CE}"/>
          </ac:spMkLst>
        </pc:spChg>
        <pc:spChg chg="mod">
          <ac:chgData name="Yoko Koyama" userId="e85506b6-a7eb-47d5-b903-7836a57d18f6" providerId="ADAL" clId="{F763FD2E-6A75-458A-AE3A-0BD442D78F38}" dt="2026-05-19T14:27:22.176" v="626" actId="255"/>
          <ac:spMkLst>
            <pc:docMk/>
            <pc:sldMk cId="1079649957" sldId="2134096099"/>
            <ac:spMk id="75" creationId="{202E5503-7876-A1E2-8249-A194889AD64D}"/>
          </ac:spMkLst>
        </pc:spChg>
        <pc:spChg chg="add mod">
          <ac:chgData name="Yoko Koyama" userId="e85506b6-a7eb-47d5-b903-7836a57d18f6" providerId="ADAL" clId="{F763FD2E-6A75-458A-AE3A-0BD442D78F38}" dt="2026-05-19T14:24:39.632" v="478"/>
          <ac:spMkLst>
            <pc:docMk/>
            <pc:sldMk cId="1079649957" sldId="2134096099"/>
            <ac:spMk id="76" creationId="{01A74BD3-E406-04FD-FC5A-C225F71F01F8}"/>
          </ac:spMkLst>
        </pc:spChg>
        <pc:spChg chg="add mod">
          <ac:chgData name="Yoko Koyama" userId="e85506b6-a7eb-47d5-b903-7836a57d18f6" providerId="ADAL" clId="{F763FD2E-6A75-458A-AE3A-0BD442D78F38}" dt="2026-05-19T14:24:39.632" v="478"/>
          <ac:spMkLst>
            <pc:docMk/>
            <pc:sldMk cId="1079649957" sldId="2134096099"/>
            <ac:spMk id="77" creationId="{7F49B2F5-FB7B-0FCD-F507-87E21FE9E95E}"/>
          </ac:spMkLst>
        </pc:spChg>
      </pc:sldChg>
      <pc:sldChg chg="addSp delSp modSp add del mod setBg">
        <pc:chgData name="Yoko Koyama" userId="e85506b6-a7eb-47d5-b903-7836a57d18f6" providerId="ADAL" clId="{F763FD2E-6A75-458A-AE3A-0BD442D78F38}" dt="2026-05-19T14:29:12.592" v="666" actId="478"/>
        <pc:sldMkLst>
          <pc:docMk/>
          <pc:sldMk cId="0" sldId="2134096100"/>
        </pc:sldMkLst>
        <pc:spChg chg="mod">
          <ac:chgData name="Yoko Koyama" userId="e85506b6-a7eb-47d5-b903-7836a57d18f6" providerId="ADAL" clId="{F763FD2E-6A75-458A-AE3A-0BD442D78F38}" dt="2026-05-19T14:10:53.291" v="291" actId="27636"/>
          <ac:spMkLst>
            <pc:docMk/>
            <pc:sldMk cId="0" sldId="2134096100"/>
            <ac:spMk id="3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22:30.698" v="433" actId="1076"/>
          <ac:spMkLst>
            <pc:docMk/>
            <pc:sldMk cId="0" sldId="2134096100"/>
            <ac:spMk id="8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11:35.979" v="310" actId="14100"/>
          <ac:spMkLst>
            <pc:docMk/>
            <pc:sldMk cId="0" sldId="2134096100"/>
            <ac:spMk id="10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17:10.288" v="390" actId="14100"/>
          <ac:spMkLst>
            <pc:docMk/>
            <pc:sldMk cId="0" sldId="2134096100"/>
            <ac:spMk id="13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11:36.010" v="313" actId="27636"/>
          <ac:spMkLst>
            <pc:docMk/>
            <pc:sldMk cId="0" sldId="2134096100"/>
            <ac:spMk id="14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19:25.743" v="422" actId="255"/>
          <ac:spMkLst>
            <pc:docMk/>
            <pc:sldMk cId="0" sldId="2134096100"/>
            <ac:spMk id="15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16:24.129" v="377" actId="14100"/>
          <ac:spMkLst>
            <pc:docMk/>
            <pc:sldMk cId="0" sldId="2134096100"/>
            <ac:spMk id="17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11:36.026" v="319" actId="27636"/>
          <ac:spMkLst>
            <pc:docMk/>
            <pc:sldMk cId="0" sldId="2134096100"/>
            <ac:spMk id="18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19:29.748" v="423" actId="14100"/>
          <ac:spMkLst>
            <pc:docMk/>
            <pc:sldMk cId="0" sldId="2134096100"/>
            <ac:spMk id="19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19:16.750" v="420" actId="14100"/>
          <ac:spMkLst>
            <pc:docMk/>
            <pc:sldMk cId="0" sldId="2134096100"/>
            <ac:spMk id="22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11:36.010" v="312" actId="27636"/>
          <ac:spMkLst>
            <pc:docMk/>
            <pc:sldMk cId="0" sldId="2134096100"/>
            <ac:spMk id="23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19:01.673" v="416" actId="255"/>
          <ac:spMkLst>
            <pc:docMk/>
            <pc:sldMk cId="0" sldId="2134096100"/>
            <ac:spMk id="24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16:46.597" v="384" actId="1076"/>
          <ac:spMkLst>
            <pc:docMk/>
            <pc:sldMk cId="0" sldId="2134096100"/>
            <ac:spMk id="25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19:14.236" v="419" actId="14100"/>
          <ac:spMkLst>
            <pc:docMk/>
            <pc:sldMk cId="0" sldId="2134096100"/>
            <ac:spMk id="26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11:36.010" v="315" actId="27636"/>
          <ac:spMkLst>
            <pc:docMk/>
            <pc:sldMk cId="0" sldId="2134096100"/>
            <ac:spMk id="27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19:10.730" v="418" actId="14100"/>
          <ac:spMkLst>
            <pc:docMk/>
            <pc:sldMk cId="0" sldId="2134096100"/>
            <ac:spMk id="28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11:35.979" v="310" actId="14100"/>
          <ac:spMkLst>
            <pc:docMk/>
            <pc:sldMk cId="0" sldId="2134096100"/>
            <ac:spMk id="29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16:58.891" v="386" actId="14100"/>
          <ac:spMkLst>
            <pc:docMk/>
            <pc:sldMk cId="0" sldId="2134096100"/>
            <ac:spMk id="31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11:36.010" v="314" actId="27636"/>
          <ac:spMkLst>
            <pc:docMk/>
            <pc:sldMk cId="0" sldId="2134096100"/>
            <ac:spMk id="32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18:54.963" v="415" actId="255"/>
          <ac:spMkLst>
            <pc:docMk/>
            <pc:sldMk cId="0" sldId="2134096100"/>
            <ac:spMk id="33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17:00.133" v="387" actId="1076"/>
          <ac:spMkLst>
            <pc:docMk/>
            <pc:sldMk cId="0" sldId="2134096100"/>
            <ac:spMk id="34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11:35.979" v="310" actId="14100"/>
          <ac:spMkLst>
            <pc:docMk/>
            <pc:sldMk cId="0" sldId="2134096100"/>
            <ac:spMk id="35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22:49.413" v="440" actId="1076"/>
          <ac:spMkLst>
            <pc:docMk/>
            <pc:sldMk cId="0" sldId="2134096100"/>
            <ac:spMk id="36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11:36.010" v="317" actId="27636"/>
          <ac:spMkLst>
            <pc:docMk/>
            <pc:sldMk cId="0" sldId="2134096100"/>
            <ac:spMk id="37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19:38.932" v="425" actId="1076"/>
          <ac:spMkLst>
            <pc:docMk/>
            <pc:sldMk cId="0" sldId="2134096100"/>
            <ac:spMk id="38" creationId="{00000000-0000-0000-0000-000000000000}"/>
          </ac:spMkLst>
        </pc:spChg>
        <pc:spChg chg="del">
          <ac:chgData name="Yoko Koyama" userId="e85506b6-a7eb-47d5-b903-7836a57d18f6" providerId="ADAL" clId="{F763FD2E-6A75-458A-AE3A-0BD442D78F38}" dt="2026-05-19T14:22:52.928" v="442" actId="478"/>
          <ac:spMkLst>
            <pc:docMk/>
            <pc:sldMk cId="0" sldId="2134096100"/>
            <ac:spMk id="39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22:46.713" v="438" actId="1076"/>
          <ac:spMkLst>
            <pc:docMk/>
            <pc:sldMk cId="0" sldId="2134096100"/>
            <ac:spMk id="40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11:36.026" v="320" actId="27636"/>
          <ac:spMkLst>
            <pc:docMk/>
            <pc:sldMk cId="0" sldId="2134096100"/>
            <ac:spMk id="41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18:47.225" v="414" actId="1076"/>
          <ac:spMkLst>
            <pc:docMk/>
            <pc:sldMk cId="0" sldId="2134096100"/>
            <ac:spMk id="42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15:08.930" v="371" actId="1076"/>
          <ac:spMkLst>
            <pc:docMk/>
            <pc:sldMk cId="0" sldId="2134096100"/>
            <ac:spMk id="43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15:07.636" v="370" actId="1076"/>
          <ac:spMkLst>
            <pc:docMk/>
            <pc:sldMk cId="0" sldId="2134096100"/>
            <ac:spMk id="44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15:11.299" v="372" actId="1076"/>
          <ac:spMkLst>
            <pc:docMk/>
            <pc:sldMk cId="0" sldId="2134096100"/>
            <ac:spMk id="45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15:16.154" v="373" actId="14100"/>
          <ac:spMkLst>
            <pc:docMk/>
            <pc:sldMk cId="0" sldId="2134096100"/>
            <ac:spMk id="46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19:57.542" v="427" actId="14100"/>
          <ac:spMkLst>
            <pc:docMk/>
            <pc:sldMk cId="0" sldId="2134096100"/>
            <ac:spMk id="47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18:15.987" v="407" actId="1076"/>
          <ac:spMkLst>
            <pc:docMk/>
            <pc:sldMk cId="0" sldId="2134096100"/>
            <ac:spMk id="48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18:18.278" v="408" actId="1076"/>
          <ac:spMkLst>
            <pc:docMk/>
            <pc:sldMk cId="0" sldId="2134096100"/>
            <ac:spMk id="49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18:19.738" v="409" actId="1076"/>
          <ac:spMkLst>
            <pc:docMk/>
            <pc:sldMk cId="0" sldId="2134096100"/>
            <ac:spMk id="50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17:57.546" v="402" actId="21"/>
          <ac:spMkLst>
            <pc:docMk/>
            <pc:sldMk cId="0" sldId="2134096100"/>
            <ac:spMk id="52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18:03.222" v="404" actId="14100"/>
          <ac:spMkLst>
            <pc:docMk/>
            <pc:sldMk cId="0" sldId="2134096100"/>
            <ac:spMk id="53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17:53.318" v="401" actId="1076"/>
          <ac:spMkLst>
            <pc:docMk/>
            <pc:sldMk cId="0" sldId="2134096100"/>
            <ac:spMk id="54" creationId="{00000000-0000-0000-0000-000000000000}"/>
          </ac:spMkLst>
        </pc:spChg>
        <pc:spChg chg="del mod">
          <ac:chgData name="Yoko Koyama" userId="e85506b6-a7eb-47d5-b903-7836a57d18f6" providerId="ADAL" clId="{F763FD2E-6A75-458A-AE3A-0BD442D78F38}" dt="2026-05-19T14:29:12.592" v="666" actId="478"/>
          <ac:spMkLst>
            <pc:docMk/>
            <pc:sldMk cId="0" sldId="2134096100"/>
            <ac:spMk id="55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10:53.291" v="296" actId="27636"/>
          <ac:spMkLst>
            <pc:docMk/>
            <pc:sldMk cId="0" sldId="2134096100"/>
            <ac:spMk id="56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10:53.291" v="297" actId="27636"/>
          <ac:spMkLst>
            <pc:docMk/>
            <pc:sldMk cId="0" sldId="2134096100"/>
            <ac:spMk id="57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4:10:53.291" v="299" actId="27636"/>
          <ac:spMkLst>
            <pc:docMk/>
            <pc:sldMk cId="0" sldId="2134096100"/>
            <ac:spMk id="58" creationId="{00000000-0000-0000-0000-000000000000}"/>
          </ac:spMkLst>
        </pc:spChg>
        <pc:spChg chg="add mod">
          <ac:chgData name="Yoko Koyama" userId="e85506b6-a7eb-47d5-b903-7836a57d18f6" providerId="ADAL" clId="{F763FD2E-6A75-458A-AE3A-0BD442D78F38}" dt="2026-05-19T14:22:25.424" v="430" actId="207"/>
          <ac:spMkLst>
            <pc:docMk/>
            <pc:sldMk cId="0" sldId="2134096100"/>
            <ac:spMk id="60" creationId="{C0E5FCEC-B783-7592-AB9C-13E4D153C3A1}"/>
          </ac:spMkLst>
        </pc:spChg>
        <pc:spChg chg="add mod">
          <ac:chgData name="Yoko Koyama" userId="e85506b6-a7eb-47d5-b903-7836a57d18f6" providerId="ADAL" clId="{F763FD2E-6A75-458A-AE3A-0BD442D78F38}" dt="2026-05-19T14:22:59.627" v="443" actId="1076"/>
          <ac:spMkLst>
            <pc:docMk/>
            <pc:sldMk cId="0" sldId="2134096100"/>
            <ac:spMk id="61" creationId="{0A9C7378-FDF1-D535-2756-6BD48216828A}"/>
          </ac:spMkLst>
        </pc:spChg>
        <pc:picChg chg="del">
          <ac:chgData name="Yoko Koyama" userId="e85506b6-a7eb-47d5-b903-7836a57d18f6" providerId="ADAL" clId="{F763FD2E-6A75-458A-AE3A-0BD442D78F38}" dt="2026-05-19T14:11:13.900" v="304" actId="478"/>
          <ac:picMkLst>
            <pc:docMk/>
            <pc:sldMk cId="0" sldId="2134096100"/>
            <ac:picMk id="51" creationId="{00000000-0000-0000-0000-000000000000}"/>
          </ac:picMkLst>
        </pc:picChg>
        <pc:picChg chg="add mod">
          <ac:chgData name="Yoko Koyama" userId="e85506b6-a7eb-47d5-b903-7836a57d18f6" providerId="ADAL" clId="{F763FD2E-6A75-458A-AE3A-0BD442D78F38}" dt="2026-05-19T14:18:25.877" v="411" actId="14100"/>
          <ac:picMkLst>
            <pc:docMk/>
            <pc:sldMk cId="0" sldId="2134096100"/>
            <ac:picMk id="59" creationId="{6B2C4D90-FD9D-FC2D-25F2-A086C656B394}"/>
          </ac:picMkLst>
        </pc:picChg>
      </pc:sldChg>
      <pc:sldChg chg="addSp delSp modSp add mod setBg">
        <pc:chgData name="Yoko Koyama" userId="e85506b6-a7eb-47d5-b903-7836a57d18f6" providerId="ADAL" clId="{F763FD2E-6A75-458A-AE3A-0BD442D78F38}" dt="2026-05-19T16:26:59.120" v="1397" actId="21"/>
        <pc:sldMkLst>
          <pc:docMk/>
          <pc:sldMk cId="0" sldId="2134096101"/>
        </pc:sldMkLst>
        <pc:spChg chg="mod">
          <ac:chgData name="Yoko Koyama" userId="e85506b6-a7eb-47d5-b903-7836a57d18f6" providerId="ADAL" clId="{F763FD2E-6A75-458A-AE3A-0BD442D78F38}" dt="2026-05-19T16:13:30.214" v="995" actId="27636"/>
          <ac:spMkLst>
            <pc:docMk/>
            <pc:sldMk cId="0" sldId="2134096101"/>
            <ac:spMk id="3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6:18:39.593" v="1140" actId="164"/>
          <ac:spMkLst>
            <pc:docMk/>
            <pc:sldMk cId="0" sldId="2134096101"/>
            <ac:spMk id="5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6:11:10.848" v="983" actId="1076"/>
          <ac:spMkLst>
            <pc:docMk/>
            <pc:sldMk cId="0" sldId="2134096101"/>
            <ac:spMk id="7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6:11:13.536" v="984" actId="1076"/>
          <ac:spMkLst>
            <pc:docMk/>
            <pc:sldMk cId="0" sldId="2134096101"/>
            <ac:spMk id="8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6:18:39.593" v="1140" actId="164"/>
          <ac:spMkLst>
            <pc:docMk/>
            <pc:sldMk cId="0" sldId="2134096101"/>
            <ac:spMk id="9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6:18:39.593" v="1140" actId="164"/>
          <ac:spMkLst>
            <pc:docMk/>
            <pc:sldMk cId="0" sldId="2134096101"/>
            <ac:spMk id="11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6:18:39.593" v="1140" actId="164"/>
          <ac:spMkLst>
            <pc:docMk/>
            <pc:sldMk cId="0" sldId="2134096101"/>
            <ac:spMk id="12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6:18:39.593" v="1140" actId="164"/>
          <ac:spMkLst>
            <pc:docMk/>
            <pc:sldMk cId="0" sldId="2134096101"/>
            <ac:spMk id="14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6:08:48.526" v="953" actId="1076"/>
          <ac:spMkLst>
            <pc:docMk/>
            <pc:sldMk cId="0" sldId="2134096101"/>
            <ac:spMk id="15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6:08:53.461" v="956" actId="1076"/>
          <ac:spMkLst>
            <pc:docMk/>
            <pc:sldMk cId="0" sldId="2134096101"/>
            <ac:spMk id="16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6:18:39.593" v="1140" actId="164"/>
          <ac:spMkLst>
            <pc:docMk/>
            <pc:sldMk cId="0" sldId="2134096101"/>
            <ac:spMk id="18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6:18:39.593" v="1140" actId="164"/>
          <ac:spMkLst>
            <pc:docMk/>
            <pc:sldMk cId="0" sldId="2134096101"/>
            <ac:spMk id="19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6:18:39.593" v="1140" actId="164"/>
          <ac:spMkLst>
            <pc:docMk/>
            <pc:sldMk cId="0" sldId="2134096101"/>
            <ac:spMk id="25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6:18:39.593" v="1140" actId="164"/>
          <ac:spMkLst>
            <pc:docMk/>
            <pc:sldMk cId="0" sldId="2134096101"/>
            <ac:spMk id="26" creationId="{00000000-0000-0000-0000-000000000000}"/>
          </ac:spMkLst>
        </pc:spChg>
        <pc:spChg chg="mod">
          <ac:chgData name="Yoko Koyama" userId="e85506b6-a7eb-47d5-b903-7836a57d18f6" providerId="ADAL" clId="{F763FD2E-6A75-458A-AE3A-0BD442D78F38}" dt="2026-05-19T16:18:39.593" v="1140" actId="164"/>
          <ac:spMkLst>
            <pc:docMk/>
            <pc:sldMk cId="0" sldId="2134096101"/>
            <ac:spMk id="27" creationId="{00000000-0000-0000-0000-000000000000}"/>
          </ac:spMkLst>
        </pc:spChg>
        <pc:spChg chg="del mod">
          <ac:chgData name="Yoko Koyama" userId="e85506b6-a7eb-47d5-b903-7836a57d18f6" providerId="ADAL" clId="{F763FD2E-6A75-458A-AE3A-0BD442D78F38}" dt="2026-05-19T16:12:03.157" v="990" actId="478"/>
          <ac:spMkLst>
            <pc:docMk/>
            <pc:sldMk cId="0" sldId="2134096101"/>
            <ac:spMk id="28" creationId="{00000000-0000-0000-0000-000000000000}"/>
          </ac:spMkLst>
        </pc:spChg>
        <pc:spChg chg="del mod">
          <ac:chgData name="Yoko Koyama" userId="e85506b6-a7eb-47d5-b903-7836a57d18f6" providerId="ADAL" clId="{F763FD2E-6A75-458A-AE3A-0BD442D78F38}" dt="2026-05-19T16:12:03.157" v="990" actId="478"/>
          <ac:spMkLst>
            <pc:docMk/>
            <pc:sldMk cId="0" sldId="2134096101"/>
            <ac:spMk id="29" creationId="{00000000-0000-0000-0000-000000000000}"/>
          </ac:spMkLst>
        </pc:spChg>
        <pc:spChg chg="del mod">
          <ac:chgData name="Yoko Koyama" userId="e85506b6-a7eb-47d5-b903-7836a57d18f6" providerId="ADAL" clId="{F763FD2E-6A75-458A-AE3A-0BD442D78F38}" dt="2026-05-19T16:12:03.157" v="990" actId="478"/>
          <ac:spMkLst>
            <pc:docMk/>
            <pc:sldMk cId="0" sldId="2134096101"/>
            <ac:spMk id="31" creationId="{00000000-0000-0000-0000-000000000000}"/>
          </ac:spMkLst>
        </pc:spChg>
        <pc:spChg chg="del mod">
          <ac:chgData name="Yoko Koyama" userId="e85506b6-a7eb-47d5-b903-7836a57d18f6" providerId="ADAL" clId="{F763FD2E-6A75-458A-AE3A-0BD442D78F38}" dt="2026-05-19T16:12:03.157" v="990" actId="478"/>
          <ac:spMkLst>
            <pc:docMk/>
            <pc:sldMk cId="0" sldId="2134096101"/>
            <ac:spMk id="32" creationId="{00000000-0000-0000-0000-000000000000}"/>
          </ac:spMkLst>
        </pc:spChg>
        <pc:spChg chg="del mod">
          <ac:chgData name="Yoko Koyama" userId="e85506b6-a7eb-47d5-b903-7836a57d18f6" providerId="ADAL" clId="{F763FD2E-6A75-458A-AE3A-0BD442D78F38}" dt="2026-05-19T16:12:03.157" v="990" actId="478"/>
          <ac:spMkLst>
            <pc:docMk/>
            <pc:sldMk cId="0" sldId="2134096101"/>
            <ac:spMk id="35" creationId="{00000000-0000-0000-0000-000000000000}"/>
          </ac:spMkLst>
        </pc:spChg>
        <pc:spChg chg="del mod">
          <ac:chgData name="Yoko Koyama" userId="e85506b6-a7eb-47d5-b903-7836a57d18f6" providerId="ADAL" clId="{F763FD2E-6A75-458A-AE3A-0BD442D78F38}" dt="2026-05-19T16:12:03.157" v="990" actId="478"/>
          <ac:spMkLst>
            <pc:docMk/>
            <pc:sldMk cId="0" sldId="2134096101"/>
            <ac:spMk id="36" creationId="{00000000-0000-0000-0000-000000000000}"/>
          </ac:spMkLst>
        </pc:spChg>
        <pc:spChg chg="del mod">
          <ac:chgData name="Yoko Koyama" userId="e85506b6-a7eb-47d5-b903-7836a57d18f6" providerId="ADAL" clId="{F763FD2E-6A75-458A-AE3A-0BD442D78F38}" dt="2026-05-19T16:12:03.157" v="990" actId="478"/>
          <ac:spMkLst>
            <pc:docMk/>
            <pc:sldMk cId="0" sldId="2134096101"/>
            <ac:spMk id="37" creationId="{00000000-0000-0000-0000-000000000000}"/>
          </ac:spMkLst>
        </pc:spChg>
        <pc:spChg chg="del mod">
          <ac:chgData name="Yoko Koyama" userId="e85506b6-a7eb-47d5-b903-7836a57d18f6" providerId="ADAL" clId="{F763FD2E-6A75-458A-AE3A-0BD442D78F38}" dt="2026-05-19T16:12:03.157" v="990" actId="478"/>
          <ac:spMkLst>
            <pc:docMk/>
            <pc:sldMk cId="0" sldId="2134096101"/>
            <ac:spMk id="39" creationId="{00000000-0000-0000-0000-000000000000}"/>
          </ac:spMkLst>
        </pc:spChg>
        <pc:spChg chg="del mod">
          <ac:chgData name="Yoko Koyama" userId="e85506b6-a7eb-47d5-b903-7836a57d18f6" providerId="ADAL" clId="{F763FD2E-6A75-458A-AE3A-0BD442D78F38}" dt="2026-05-19T16:12:03.157" v="990" actId="478"/>
          <ac:spMkLst>
            <pc:docMk/>
            <pc:sldMk cId="0" sldId="2134096101"/>
            <ac:spMk id="40" creationId="{00000000-0000-0000-0000-000000000000}"/>
          </ac:spMkLst>
        </pc:spChg>
        <pc:spChg chg="del mod">
          <ac:chgData name="Yoko Koyama" userId="e85506b6-a7eb-47d5-b903-7836a57d18f6" providerId="ADAL" clId="{F763FD2E-6A75-458A-AE3A-0BD442D78F38}" dt="2026-05-19T16:12:03.157" v="990" actId="478"/>
          <ac:spMkLst>
            <pc:docMk/>
            <pc:sldMk cId="0" sldId="2134096101"/>
            <ac:spMk id="42" creationId="{00000000-0000-0000-0000-000000000000}"/>
          </ac:spMkLst>
        </pc:spChg>
        <pc:spChg chg="del">
          <ac:chgData name="Yoko Koyama" userId="e85506b6-a7eb-47d5-b903-7836a57d18f6" providerId="ADAL" clId="{F763FD2E-6A75-458A-AE3A-0BD442D78F38}" dt="2026-05-19T16:11:03.431" v="982" actId="478"/>
          <ac:spMkLst>
            <pc:docMk/>
            <pc:sldMk cId="0" sldId="2134096101"/>
            <ac:spMk id="43" creationId="{00000000-0000-0000-0000-000000000000}"/>
          </ac:spMkLst>
        </pc:spChg>
        <pc:spChg chg="del">
          <ac:chgData name="Yoko Koyama" userId="e85506b6-a7eb-47d5-b903-7836a57d18f6" providerId="ADAL" clId="{F763FD2E-6A75-458A-AE3A-0BD442D78F38}" dt="2026-05-19T16:10:10.453" v="975" actId="478"/>
          <ac:spMkLst>
            <pc:docMk/>
            <pc:sldMk cId="0" sldId="2134096101"/>
            <ac:spMk id="44" creationId="{00000000-0000-0000-0000-000000000000}"/>
          </ac:spMkLst>
        </pc:spChg>
        <pc:spChg chg="del">
          <ac:chgData name="Yoko Koyama" userId="e85506b6-a7eb-47d5-b903-7836a57d18f6" providerId="ADAL" clId="{F763FD2E-6A75-458A-AE3A-0BD442D78F38}" dt="2026-05-19T16:10:13.253" v="977" actId="478"/>
          <ac:spMkLst>
            <pc:docMk/>
            <pc:sldMk cId="0" sldId="2134096101"/>
            <ac:spMk id="45" creationId="{00000000-0000-0000-0000-000000000000}"/>
          </ac:spMkLst>
        </pc:spChg>
        <pc:spChg chg="del">
          <ac:chgData name="Yoko Koyama" userId="e85506b6-a7eb-47d5-b903-7836a57d18f6" providerId="ADAL" clId="{F763FD2E-6A75-458A-AE3A-0BD442D78F38}" dt="2026-05-19T16:10:11.255" v="976" actId="478"/>
          <ac:spMkLst>
            <pc:docMk/>
            <pc:sldMk cId="0" sldId="2134096101"/>
            <ac:spMk id="46" creationId="{00000000-0000-0000-0000-000000000000}"/>
          </ac:spMkLst>
        </pc:spChg>
        <pc:spChg chg="add del mod">
          <ac:chgData name="Yoko Koyama" userId="e85506b6-a7eb-47d5-b903-7836a57d18f6" providerId="ADAL" clId="{F763FD2E-6A75-458A-AE3A-0BD442D78F38}" dt="2026-05-19T16:12:14.933" v="991" actId="478"/>
          <ac:spMkLst>
            <pc:docMk/>
            <pc:sldMk cId="0" sldId="2134096101"/>
            <ac:spMk id="47" creationId="{F4CDD2A0-153B-D878-F976-0DD9E6059962}"/>
          </ac:spMkLst>
        </pc:spChg>
        <pc:spChg chg="add del mod">
          <ac:chgData name="Yoko Koyama" userId="e85506b6-a7eb-47d5-b903-7836a57d18f6" providerId="ADAL" clId="{F763FD2E-6A75-458A-AE3A-0BD442D78F38}" dt="2026-05-19T16:12:14.933" v="991" actId="478"/>
          <ac:spMkLst>
            <pc:docMk/>
            <pc:sldMk cId="0" sldId="2134096101"/>
            <ac:spMk id="48" creationId="{35298E84-E6FD-55F6-7A35-07790EE514B8}"/>
          </ac:spMkLst>
        </pc:spChg>
        <pc:spChg chg="add del mod">
          <ac:chgData name="Yoko Koyama" userId="e85506b6-a7eb-47d5-b903-7836a57d18f6" providerId="ADAL" clId="{F763FD2E-6A75-458A-AE3A-0BD442D78F38}" dt="2026-05-19T16:12:14.933" v="991" actId="478"/>
          <ac:spMkLst>
            <pc:docMk/>
            <pc:sldMk cId="0" sldId="2134096101"/>
            <ac:spMk id="51" creationId="{95C6BC75-EFC9-DAC2-BD35-94857CF66D0B}"/>
          </ac:spMkLst>
        </pc:spChg>
        <pc:spChg chg="add del mod">
          <ac:chgData name="Yoko Koyama" userId="e85506b6-a7eb-47d5-b903-7836a57d18f6" providerId="ADAL" clId="{F763FD2E-6A75-458A-AE3A-0BD442D78F38}" dt="2026-05-19T16:12:14.933" v="991" actId="478"/>
          <ac:spMkLst>
            <pc:docMk/>
            <pc:sldMk cId="0" sldId="2134096101"/>
            <ac:spMk id="52" creationId="{3376F5AC-C5C6-1199-9390-E5A5CA8129D5}"/>
          </ac:spMkLst>
        </pc:spChg>
        <pc:spChg chg="add del mod">
          <ac:chgData name="Yoko Koyama" userId="e85506b6-a7eb-47d5-b903-7836a57d18f6" providerId="ADAL" clId="{F763FD2E-6A75-458A-AE3A-0BD442D78F38}" dt="2026-05-19T16:12:14.933" v="991" actId="478"/>
          <ac:spMkLst>
            <pc:docMk/>
            <pc:sldMk cId="0" sldId="2134096101"/>
            <ac:spMk id="53" creationId="{78B9FFAE-0D7A-D097-7C7E-53989C0FF885}"/>
          </ac:spMkLst>
        </pc:spChg>
        <pc:spChg chg="add del mod">
          <ac:chgData name="Yoko Koyama" userId="e85506b6-a7eb-47d5-b903-7836a57d18f6" providerId="ADAL" clId="{F763FD2E-6A75-458A-AE3A-0BD442D78F38}" dt="2026-05-19T16:12:14.933" v="991" actId="478"/>
          <ac:spMkLst>
            <pc:docMk/>
            <pc:sldMk cId="0" sldId="2134096101"/>
            <ac:spMk id="54" creationId="{4D1D65E8-46A3-D61C-6599-808CD9F95514}"/>
          </ac:spMkLst>
        </pc:spChg>
        <pc:spChg chg="add del mod">
          <ac:chgData name="Yoko Koyama" userId="e85506b6-a7eb-47d5-b903-7836a57d18f6" providerId="ADAL" clId="{F763FD2E-6A75-458A-AE3A-0BD442D78F38}" dt="2026-05-19T16:12:14.933" v="991" actId="478"/>
          <ac:spMkLst>
            <pc:docMk/>
            <pc:sldMk cId="0" sldId="2134096101"/>
            <ac:spMk id="55" creationId="{D3C76236-D42D-AA74-3B3B-06F59B04D93E}"/>
          </ac:spMkLst>
        </pc:spChg>
        <pc:spChg chg="add del mod">
          <ac:chgData name="Yoko Koyama" userId="e85506b6-a7eb-47d5-b903-7836a57d18f6" providerId="ADAL" clId="{F763FD2E-6A75-458A-AE3A-0BD442D78F38}" dt="2026-05-19T16:12:14.933" v="991" actId="478"/>
          <ac:spMkLst>
            <pc:docMk/>
            <pc:sldMk cId="0" sldId="2134096101"/>
            <ac:spMk id="58" creationId="{A34073D9-6340-4D16-0E4A-90C853386508}"/>
          </ac:spMkLst>
        </pc:spChg>
        <pc:spChg chg="add del mod">
          <ac:chgData name="Yoko Koyama" userId="e85506b6-a7eb-47d5-b903-7836a57d18f6" providerId="ADAL" clId="{F763FD2E-6A75-458A-AE3A-0BD442D78F38}" dt="2026-05-19T16:12:14.933" v="991" actId="478"/>
          <ac:spMkLst>
            <pc:docMk/>
            <pc:sldMk cId="0" sldId="2134096101"/>
            <ac:spMk id="65" creationId="{3CF3A456-44DD-4749-4143-32C8759404A4}"/>
          </ac:spMkLst>
        </pc:spChg>
        <pc:spChg chg="add del mod">
          <ac:chgData name="Yoko Koyama" userId="e85506b6-a7eb-47d5-b903-7836a57d18f6" providerId="ADAL" clId="{F763FD2E-6A75-458A-AE3A-0BD442D78F38}" dt="2026-05-19T16:12:14.933" v="991" actId="478"/>
          <ac:spMkLst>
            <pc:docMk/>
            <pc:sldMk cId="0" sldId="2134096101"/>
            <ac:spMk id="66" creationId="{D168AEC3-4FF5-C3ED-8FF2-BBF855995429}"/>
          </ac:spMkLst>
        </pc:spChg>
        <pc:spChg chg="add mod">
          <ac:chgData name="Yoko Koyama" userId="e85506b6-a7eb-47d5-b903-7836a57d18f6" providerId="ADAL" clId="{F763FD2E-6A75-458A-AE3A-0BD442D78F38}" dt="2026-05-19T16:17:43.921" v="1117" actId="14100"/>
          <ac:spMkLst>
            <pc:docMk/>
            <pc:sldMk cId="0" sldId="2134096101"/>
            <ac:spMk id="68" creationId="{BE01380C-50E4-7468-CAD6-83215E6F0E87}"/>
          </ac:spMkLst>
        </pc:spChg>
        <pc:spChg chg="add mod">
          <ac:chgData name="Yoko Koyama" userId="e85506b6-a7eb-47d5-b903-7836a57d18f6" providerId="ADAL" clId="{F763FD2E-6A75-458A-AE3A-0BD442D78F38}" dt="2026-05-19T16:17:24.328" v="1089" actId="1076"/>
          <ac:spMkLst>
            <pc:docMk/>
            <pc:sldMk cId="0" sldId="2134096101"/>
            <ac:spMk id="69" creationId="{FF8EFB60-A40E-97DB-ED12-0F44F92682FD}"/>
          </ac:spMkLst>
        </pc:spChg>
        <pc:spChg chg="add del mod">
          <ac:chgData name="Yoko Koyama" userId="e85506b6-a7eb-47d5-b903-7836a57d18f6" providerId="ADAL" clId="{F763FD2E-6A75-458A-AE3A-0BD442D78F38}" dt="2026-05-19T16:26:59.120" v="1397" actId="21"/>
          <ac:spMkLst>
            <pc:docMk/>
            <pc:sldMk cId="0" sldId="2134096101"/>
            <ac:spMk id="70" creationId="{9B99EC5A-F118-58B4-0A75-943BF739BD50}"/>
          </ac:spMkLst>
        </pc:spChg>
        <pc:spChg chg="add del mod">
          <ac:chgData name="Yoko Koyama" userId="e85506b6-a7eb-47d5-b903-7836a57d18f6" providerId="ADAL" clId="{F763FD2E-6A75-458A-AE3A-0BD442D78F38}" dt="2026-05-19T16:26:59.120" v="1397" actId="21"/>
          <ac:spMkLst>
            <pc:docMk/>
            <pc:sldMk cId="0" sldId="2134096101"/>
            <ac:spMk id="71" creationId="{01BD4388-A7EB-2D7F-3EC3-4A2F4AA55B90}"/>
          </ac:spMkLst>
        </pc:spChg>
        <pc:spChg chg="add del mod">
          <ac:chgData name="Yoko Koyama" userId="e85506b6-a7eb-47d5-b903-7836a57d18f6" providerId="ADAL" clId="{F763FD2E-6A75-458A-AE3A-0BD442D78F38}" dt="2026-05-19T16:26:59.120" v="1397" actId="21"/>
          <ac:spMkLst>
            <pc:docMk/>
            <pc:sldMk cId="0" sldId="2134096101"/>
            <ac:spMk id="72" creationId="{BB234D06-B265-31AF-42FD-DF1FA85532C0}"/>
          </ac:spMkLst>
        </pc:spChg>
        <pc:spChg chg="add del mod">
          <ac:chgData name="Yoko Koyama" userId="e85506b6-a7eb-47d5-b903-7836a57d18f6" providerId="ADAL" clId="{F763FD2E-6A75-458A-AE3A-0BD442D78F38}" dt="2026-05-19T16:26:59.120" v="1397" actId="21"/>
          <ac:spMkLst>
            <pc:docMk/>
            <pc:sldMk cId="0" sldId="2134096101"/>
            <ac:spMk id="73" creationId="{AF46A6FF-771E-09EC-6267-29CB313D5E20}"/>
          </ac:spMkLst>
        </pc:spChg>
        <pc:spChg chg="add del mod">
          <ac:chgData name="Yoko Koyama" userId="e85506b6-a7eb-47d5-b903-7836a57d18f6" providerId="ADAL" clId="{F763FD2E-6A75-458A-AE3A-0BD442D78F38}" dt="2026-05-19T16:26:59.120" v="1397" actId="21"/>
          <ac:spMkLst>
            <pc:docMk/>
            <pc:sldMk cId="0" sldId="2134096101"/>
            <ac:spMk id="74" creationId="{11ADE6FD-D1F8-3E47-B86A-789DF7382721}"/>
          </ac:spMkLst>
        </pc:spChg>
        <pc:spChg chg="add del mod">
          <ac:chgData name="Yoko Koyama" userId="e85506b6-a7eb-47d5-b903-7836a57d18f6" providerId="ADAL" clId="{F763FD2E-6A75-458A-AE3A-0BD442D78F38}" dt="2026-05-19T16:26:59.120" v="1397" actId="21"/>
          <ac:spMkLst>
            <pc:docMk/>
            <pc:sldMk cId="0" sldId="2134096101"/>
            <ac:spMk id="75" creationId="{6BEF73F8-9688-A4CD-BDDA-90FA5EEAADF1}"/>
          </ac:spMkLst>
        </pc:spChg>
        <pc:spChg chg="add del mod">
          <ac:chgData name="Yoko Koyama" userId="e85506b6-a7eb-47d5-b903-7836a57d18f6" providerId="ADAL" clId="{F763FD2E-6A75-458A-AE3A-0BD442D78F38}" dt="2026-05-19T16:26:59.120" v="1397" actId="21"/>
          <ac:spMkLst>
            <pc:docMk/>
            <pc:sldMk cId="0" sldId="2134096101"/>
            <ac:spMk id="76" creationId="{F0CE5DC2-8F54-7CDF-3247-DD8FCEC2AACB}"/>
          </ac:spMkLst>
        </pc:spChg>
        <pc:spChg chg="add del mod">
          <ac:chgData name="Yoko Koyama" userId="e85506b6-a7eb-47d5-b903-7836a57d18f6" providerId="ADAL" clId="{F763FD2E-6A75-458A-AE3A-0BD442D78F38}" dt="2026-05-19T16:26:59.120" v="1397" actId="21"/>
          <ac:spMkLst>
            <pc:docMk/>
            <pc:sldMk cId="0" sldId="2134096101"/>
            <ac:spMk id="77" creationId="{0FA6CF21-1972-1945-C335-26011D58B59D}"/>
          </ac:spMkLst>
        </pc:spChg>
        <pc:grpChg chg="mod">
          <ac:chgData name="Yoko Koyama" userId="e85506b6-a7eb-47d5-b903-7836a57d18f6" providerId="ADAL" clId="{F763FD2E-6A75-458A-AE3A-0BD442D78F38}" dt="2026-05-19T16:18:40.777" v="1144" actId="1037"/>
          <ac:grpSpMkLst>
            <pc:docMk/>
            <pc:sldMk cId="0" sldId="2134096101"/>
            <ac:grpSpMk id="78" creationId="{A56F558B-4612-500D-FC43-4D3EE0A00A99}"/>
          </ac:grpSpMkLst>
        </pc:grpChg>
        <pc:picChg chg="mod">
          <ac:chgData name="Yoko Koyama" userId="e85506b6-a7eb-47d5-b903-7836a57d18f6" providerId="ADAL" clId="{F763FD2E-6A75-458A-AE3A-0BD442D78F38}" dt="2026-05-19T16:09:03.382" v="960" actId="1076"/>
          <ac:picMkLst>
            <pc:docMk/>
            <pc:sldMk cId="0" sldId="2134096101"/>
            <ac:picMk id="24" creationId="{00000000-0000-0000-0000-000000000000}"/>
          </ac:picMkLst>
        </pc:picChg>
      </pc:sldChg>
      <pc:sldChg chg="add del">
        <pc:chgData name="Yoko Koyama" userId="e85506b6-a7eb-47d5-b903-7836a57d18f6" providerId="ADAL" clId="{F763FD2E-6A75-458A-AE3A-0BD442D78F38}" dt="2026-05-19T14:00:55.113" v="280" actId="2890"/>
        <pc:sldMkLst>
          <pc:docMk/>
          <pc:sldMk cId="3636651562" sldId="2134096101"/>
        </pc:sldMkLst>
      </pc:sldChg>
      <pc:sldChg chg="delSp modSp add mod setBg">
        <pc:chgData name="Yoko Koyama" userId="e85506b6-a7eb-47d5-b903-7836a57d18f6" providerId="ADAL" clId="{F763FD2E-6A75-458A-AE3A-0BD442D78F38}" dt="2026-05-19T16:25:53.895" v="1357" actId="20577"/>
        <pc:sldMkLst>
          <pc:docMk/>
          <pc:sldMk cId="0" sldId="2134096102"/>
        </pc:sldMkLst>
        <pc:spChg chg="mod">
          <ac:chgData name="Yoko Koyama" userId="e85506b6-a7eb-47d5-b903-7836a57d18f6" providerId="ADAL" clId="{F763FD2E-6A75-458A-AE3A-0BD442D78F38}" dt="2026-05-19T16:25:53.895" v="1357" actId="20577"/>
          <ac:spMkLst>
            <pc:docMk/>
            <pc:sldMk cId="0" sldId="2134096102"/>
            <ac:spMk id="2" creationId="{00000000-0000-0000-0000-000000000000}"/>
          </ac:spMkLst>
        </pc:spChg>
        <pc:spChg chg="del">
          <ac:chgData name="Yoko Koyama" userId="e85506b6-a7eb-47d5-b903-7836a57d18f6" providerId="ADAL" clId="{F763FD2E-6A75-458A-AE3A-0BD442D78F38}" dt="2026-05-19T16:21:29.492" v="1153" actId="478"/>
          <ac:spMkLst>
            <pc:docMk/>
            <pc:sldMk cId="0" sldId="2134096102"/>
            <ac:spMk id="48" creationId="{00000000-0000-0000-0000-000000000000}"/>
          </ac:spMkLst>
        </pc:spChg>
        <pc:spChg chg="del">
          <ac:chgData name="Yoko Koyama" userId="e85506b6-a7eb-47d5-b903-7836a57d18f6" providerId="ADAL" clId="{F763FD2E-6A75-458A-AE3A-0BD442D78F38}" dt="2026-05-19T16:21:29.492" v="1153" actId="478"/>
          <ac:spMkLst>
            <pc:docMk/>
            <pc:sldMk cId="0" sldId="2134096102"/>
            <ac:spMk id="49" creationId="{00000000-0000-0000-0000-000000000000}"/>
          </ac:spMkLst>
        </pc:spChg>
        <pc:spChg chg="del">
          <ac:chgData name="Yoko Koyama" userId="e85506b6-a7eb-47d5-b903-7836a57d18f6" providerId="ADAL" clId="{F763FD2E-6A75-458A-AE3A-0BD442D78F38}" dt="2026-05-19T16:21:29.492" v="1153" actId="478"/>
          <ac:spMkLst>
            <pc:docMk/>
            <pc:sldMk cId="0" sldId="2134096102"/>
            <ac:spMk id="50" creationId="{00000000-0000-0000-0000-000000000000}"/>
          </ac:spMkLst>
        </pc:spChg>
      </pc:sldChg>
      <pc:sldMasterChg chg="delSldLayout">
        <pc:chgData name="Yoko Koyama" userId="e85506b6-a7eb-47d5-b903-7836a57d18f6" providerId="ADAL" clId="{F763FD2E-6A75-458A-AE3A-0BD442D78F38}" dt="2026-05-19T14:00:57.685" v="281" actId="2696"/>
        <pc:sldMasterMkLst>
          <pc:docMk/>
          <pc:sldMasterMk cId="598769660" sldId="2147483650"/>
        </pc:sldMasterMkLst>
        <pc:sldLayoutChg chg="del">
          <pc:chgData name="Yoko Koyama" userId="e85506b6-a7eb-47d5-b903-7836a57d18f6" providerId="ADAL" clId="{F763FD2E-6A75-458A-AE3A-0BD442D78F38}" dt="2026-05-19T14:00:57.685" v="281" actId="2696"/>
          <pc:sldLayoutMkLst>
            <pc:docMk/>
            <pc:sldMasterMk cId="598769660" sldId="2147483650"/>
            <pc:sldLayoutMk cId="2976552047" sldId="214748366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1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62C32-2A48-4FC5-848D-CFC1AFD90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61" y="1051378"/>
            <a:ext cx="5120640" cy="2266636"/>
          </a:xfrm>
        </p:spPr>
        <p:txBody>
          <a:bodyPr wrap="square" anchor="b">
            <a:normAutofit/>
          </a:bodyPr>
          <a:lstStyle>
            <a:lvl1pPr>
              <a:lnSpc>
                <a:spcPct val="90000"/>
              </a:lnSpc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DA72D9-0DF5-49E1-B74F-15A8F616C9E3}"/>
              </a:ext>
            </a:extLst>
          </p:cNvPr>
          <p:cNvSpPr/>
          <p:nvPr/>
        </p:nvSpPr>
        <p:spPr>
          <a:xfrm rot="5400000">
            <a:off x="5932277" y="-459038"/>
            <a:ext cx="327446" cy="12192000"/>
          </a:xfrm>
          <a:prstGeom prst="rect">
            <a:avLst/>
          </a:prstGeom>
          <a:solidFill>
            <a:srgbClr val="003C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3C82F9D-A7BE-4633-9E99-5E51EBC97ECF}"/>
              </a:ext>
            </a:extLst>
          </p:cNvPr>
          <p:cNvCxnSpPr>
            <a:cxnSpLocks/>
          </p:cNvCxnSpPr>
          <p:nvPr/>
        </p:nvCxnSpPr>
        <p:spPr>
          <a:xfrm>
            <a:off x="660062" y="3444248"/>
            <a:ext cx="364495" cy="0"/>
          </a:xfrm>
          <a:prstGeom prst="line">
            <a:avLst/>
          </a:prstGeom>
          <a:ln w="22225">
            <a:solidFill>
              <a:srgbClr val="FAA4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C17D56FF-AB56-4B68-9051-A50DAC6C18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1493" y="6187980"/>
            <a:ext cx="1649879" cy="257652"/>
          </a:xfrm>
          <a:prstGeom prst="rect">
            <a:avLst/>
          </a:prstGeom>
        </p:spPr>
      </p:pic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332ED912-6964-4443-998B-0E4AD1E564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0062" y="4323371"/>
            <a:ext cx="4124043" cy="400110"/>
          </a:xfrm>
        </p:spPr>
        <p:txBody>
          <a:bodyPr lIns="0" anchor="t" anchorCtr="0">
            <a:spAutoFit/>
          </a:bodyPr>
          <a:lstStyle>
            <a:lvl1pPr marL="0" indent="0">
              <a:buNone/>
              <a:defRPr sz="2000">
                <a:solidFill>
                  <a:srgbClr val="003CB9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903FF926-E34B-4AC9-B7FE-08011285E94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0062" y="3775445"/>
            <a:ext cx="4124043" cy="461665"/>
          </a:xfrm>
        </p:spPr>
        <p:txBody>
          <a:bodyPr lIns="0" anchor="b" anchorCtr="0">
            <a:spAutoFit/>
          </a:bodyPr>
          <a:lstStyle>
            <a:lvl1pPr marL="0" indent="0">
              <a:buNone/>
              <a:defRPr sz="2400">
                <a:solidFill>
                  <a:srgbClr val="003CB9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844634D7-8BD3-4A56-92E4-68B24B961A0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0062" y="193772"/>
            <a:ext cx="3072801" cy="646331"/>
          </a:xfrm>
        </p:spPr>
        <p:txBody>
          <a:bodyPr lIns="0"/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274320" indent="0">
              <a:buNone/>
              <a:defRPr/>
            </a:lvl2pPr>
            <a:lvl3pPr marL="502920" indent="0">
              <a:buNone/>
              <a:defRPr/>
            </a:lvl3pPr>
            <a:lvl4pPr marL="822960" indent="0">
              <a:buNone/>
              <a:defRPr/>
            </a:lvl4pPr>
            <a:lvl5pPr marL="1097280" indent="0">
              <a:buNone/>
              <a:defRPr/>
            </a:lvl5pPr>
          </a:lstStyle>
          <a:p>
            <a:pPr lvl="0"/>
            <a:r>
              <a:rPr lang="en-US"/>
              <a:t>Prepared for</a:t>
            </a:r>
            <a:br>
              <a:rPr lang="en-US"/>
            </a:br>
            <a:r>
              <a:rPr lang="en-US"/>
              <a:t>Client Name here</a:t>
            </a:r>
          </a:p>
        </p:txBody>
      </p:sp>
      <p:sp>
        <p:nvSpPr>
          <p:cNvPr id="11" name="Picture Placeholder 13">
            <a:extLst>
              <a:ext uri="{FF2B5EF4-FFF2-40B4-BE49-F238E27FC236}">
                <a16:creationId xmlns:a16="http://schemas.microsoft.com/office/drawing/2014/main" id="{DADCA6B2-16E0-464F-A824-E5F528D8D16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90671" y="1"/>
            <a:ext cx="7010855" cy="6872143"/>
          </a:xfrm>
          <a:custGeom>
            <a:avLst/>
            <a:gdLst>
              <a:gd name="connsiteX0" fmla="*/ 1700452 w 7010855"/>
              <a:gd name="connsiteY0" fmla="*/ 0 h 6872143"/>
              <a:gd name="connsiteX1" fmla="*/ 7010855 w 7010855"/>
              <a:gd name="connsiteY1" fmla="*/ 0 h 6872143"/>
              <a:gd name="connsiteX2" fmla="*/ 7010855 w 7010855"/>
              <a:gd name="connsiteY2" fmla="*/ 6872143 h 6872143"/>
              <a:gd name="connsiteX3" fmla="*/ 1526227 w 7010855"/>
              <a:gd name="connsiteY3" fmla="*/ 6872143 h 6872143"/>
              <a:gd name="connsiteX4" fmla="*/ 1465384 w 7010855"/>
              <a:gd name="connsiteY4" fmla="*/ 6819440 h 6872143"/>
              <a:gd name="connsiteX5" fmla="*/ 0 w 7010855"/>
              <a:gd name="connsiteY5" fmla="*/ 3508606 h 6872143"/>
              <a:gd name="connsiteX6" fmla="*/ 1627677 w 7010855"/>
              <a:gd name="connsiteY6" fmla="*/ 57190 h 6872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10855" h="6872143">
                <a:moveTo>
                  <a:pt x="1700452" y="0"/>
                </a:moveTo>
                <a:lnTo>
                  <a:pt x="7010855" y="0"/>
                </a:lnTo>
                <a:lnTo>
                  <a:pt x="7010855" y="6872143"/>
                </a:lnTo>
                <a:lnTo>
                  <a:pt x="1526227" y="6872143"/>
                </a:lnTo>
                <a:lnTo>
                  <a:pt x="1465384" y="6819440"/>
                </a:lnTo>
                <a:cubicBezTo>
                  <a:pt x="565168" y="6001244"/>
                  <a:pt x="0" y="4820926"/>
                  <a:pt x="0" y="3508606"/>
                </a:cubicBezTo>
                <a:cubicBezTo>
                  <a:pt x="0" y="2119091"/>
                  <a:pt x="633614" y="877564"/>
                  <a:pt x="1627677" y="5719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F41AB1-AF66-4B19-89C7-AC206CF1B022}"/>
              </a:ext>
            </a:extLst>
          </p:cNvPr>
          <p:cNvSpPr/>
          <p:nvPr userDrawn="1"/>
        </p:nvSpPr>
        <p:spPr>
          <a:xfrm rot="5400000">
            <a:off x="5932277" y="-459038"/>
            <a:ext cx="327446" cy="12192000"/>
          </a:xfrm>
          <a:prstGeom prst="rect">
            <a:avLst/>
          </a:prstGeom>
          <a:solidFill>
            <a:srgbClr val="003C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ACAE8-0F48-4D79-A27B-5AD3EA48D76B}"/>
              </a:ext>
            </a:extLst>
          </p:cNvPr>
          <p:cNvCxnSpPr>
            <a:cxnSpLocks/>
          </p:cNvCxnSpPr>
          <p:nvPr userDrawn="1"/>
        </p:nvCxnSpPr>
        <p:spPr>
          <a:xfrm>
            <a:off x="660062" y="3444248"/>
            <a:ext cx="364495" cy="0"/>
          </a:xfrm>
          <a:prstGeom prst="line">
            <a:avLst/>
          </a:prstGeom>
          <a:ln w="22225">
            <a:solidFill>
              <a:srgbClr val="FAA4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phic 13">
            <a:extLst>
              <a:ext uri="{FF2B5EF4-FFF2-40B4-BE49-F238E27FC236}">
                <a16:creationId xmlns:a16="http://schemas.microsoft.com/office/drawing/2014/main" id="{C11E038D-AFEF-42CF-B57C-09D879FE27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1493" y="6187980"/>
            <a:ext cx="1649879" cy="257652"/>
          </a:xfrm>
          <a:prstGeom prst="rect">
            <a:avLst/>
          </a:prstGeom>
        </p:spPr>
      </p:pic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A22EBBF1-45E3-4873-8624-72B6BA572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0062" y="5479175"/>
            <a:ext cx="4124043" cy="327447"/>
          </a:xfrm>
        </p:spPr>
        <p:txBody>
          <a:bodyPr lIns="0" anchor="ctr" anchorCtr="0">
            <a:noAutofit/>
          </a:bodyPr>
          <a:lstStyle>
            <a:lvl1pPr marL="0" indent="0">
              <a:buNone/>
              <a:defRPr sz="13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 sz="1600">
                <a:latin typeface="Segoe UI Semibold" panose="020B0702040204020203" pitchFamily="34" charset="0"/>
                <a:cs typeface="Segoe UI Semibold" panose="020B0702040204020203" pitchFamily="34" charset="0"/>
              </a:defRPr>
            </a:lvl2pPr>
            <a:lvl3pPr marL="914400" indent="0">
              <a:buNone/>
              <a:defRPr sz="1600">
                <a:latin typeface="Segoe UI Semibold" panose="020B0702040204020203" pitchFamily="34" charset="0"/>
                <a:cs typeface="Segoe UI Semibold" panose="020B0702040204020203" pitchFamily="34" charset="0"/>
              </a:defRPr>
            </a:lvl3pPr>
            <a:lvl4pPr marL="1371600" indent="0">
              <a:buNone/>
              <a:defRPr sz="1600">
                <a:latin typeface="Segoe UI Semibold" panose="020B0702040204020203" pitchFamily="34" charset="0"/>
                <a:cs typeface="Segoe UI Semibold" panose="020B0702040204020203" pitchFamily="34" charset="0"/>
              </a:defRPr>
            </a:lvl4pPr>
            <a:lvl5pPr marL="1828800" indent="0">
              <a:buNone/>
              <a:defRPr sz="1600">
                <a:latin typeface="Segoe UI Semibold" panose="020B0702040204020203" pitchFamily="34" charset="0"/>
                <a:cs typeface="Segoe UI Semibold" panose="020B0702040204020203" pitchFamily="34" charset="0"/>
              </a:defRPr>
            </a:lvl5pPr>
          </a:lstStyle>
          <a:p>
            <a:pPr lvl="0"/>
            <a:r>
              <a:rPr lang="en-US"/>
              <a:t>INTERVIEW / DATE (Optional)</a:t>
            </a:r>
          </a:p>
        </p:txBody>
      </p:sp>
    </p:spTree>
    <p:extLst>
      <p:ext uri="{BB962C8B-B14F-4D97-AF65-F5344CB8AC3E}">
        <p14:creationId xmlns:p14="http://schemas.microsoft.com/office/powerpoint/2010/main" val="1972692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4AED0BE-B9E5-45C3-B65A-C1EE969DDE6C}"/>
              </a:ext>
            </a:extLst>
          </p:cNvPr>
          <p:cNvSpPr/>
          <p:nvPr userDrawn="1"/>
        </p:nvSpPr>
        <p:spPr>
          <a:xfrm rot="5400000">
            <a:off x="3197907" y="-3197907"/>
            <a:ext cx="5796186" cy="12192000"/>
          </a:xfrm>
          <a:prstGeom prst="rect">
            <a:avLst/>
          </a:prstGeom>
          <a:solidFill>
            <a:srgbClr val="003C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7DEFB1D9-080D-4CAE-BD31-0BE5E1CFA00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25000"/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71" r="2660" b="32010"/>
          <a:stretch/>
        </p:blipFill>
        <p:spPr>
          <a:xfrm>
            <a:off x="4526" y="2794572"/>
            <a:ext cx="12187476" cy="30016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4FD2786-7629-47F7-8ED1-27767A6544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76565" y="6187980"/>
            <a:ext cx="1649879" cy="257652"/>
          </a:xfrm>
          <a:prstGeom prst="rect">
            <a:avLst/>
          </a:prstGeom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762E366-115B-4EC0-AA7B-63936F68CEB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0062" y="6165251"/>
            <a:ext cx="4124043" cy="327447"/>
          </a:xfrm>
          <a:noFill/>
        </p:spPr>
        <p:txBody>
          <a:bodyPr lIns="0" anchor="ctr" anchorCtr="0">
            <a:noAutofit/>
          </a:bodyPr>
          <a:lstStyle>
            <a:lvl1pPr marL="0" indent="0">
              <a:buNone/>
              <a:defRPr sz="1500">
                <a:solidFill>
                  <a:schemeClr val="accent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1600">
                <a:latin typeface="Segoe UI Semibold" panose="020B0702040204020203" pitchFamily="34" charset="0"/>
                <a:cs typeface="Segoe UI Semibold" panose="020B0702040204020203" pitchFamily="34" charset="0"/>
              </a:defRPr>
            </a:lvl2pPr>
            <a:lvl3pPr marL="914400" indent="0">
              <a:buNone/>
              <a:defRPr sz="1600">
                <a:latin typeface="Segoe UI Semibold" panose="020B0702040204020203" pitchFamily="34" charset="0"/>
                <a:cs typeface="Segoe UI Semibold" panose="020B0702040204020203" pitchFamily="34" charset="0"/>
              </a:defRPr>
            </a:lvl3pPr>
            <a:lvl4pPr marL="1371600" indent="0">
              <a:buNone/>
              <a:defRPr sz="1600">
                <a:latin typeface="Segoe UI Semibold" panose="020B0702040204020203" pitchFamily="34" charset="0"/>
                <a:cs typeface="Segoe UI Semibold" panose="020B0702040204020203" pitchFamily="34" charset="0"/>
              </a:defRPr>
            </a:lvl4pPr>
            <a:lvl5pPr marL="1828800" indent="0">
              <a:buNone/>
              <a:defRPr sz="1600">
                <a:latin typeface="Segoe UI Semibold" panose="020B0702040204020203" pitchFamily="34" charset="0"/>
                <a:cs typeface="Segoe UI Semibold" panose="020B0702040204020203" pitchFamily="34" charset="0"/>
              </a:defRPr>
            </a:lvl5pPr>
          </a:lstStyle>
          <a:p>
            <a:pPr lvl="0"/>
            <a:r>
              <a:rPr lang="en-US"/>
              <a:t>INTERVIEW | DATE (Optional)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9EED5500-D3A6-4C59-BF17-8EE9FC6145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0062" y="4426001"/>
            <a:ext cx="4124043" cy="400110"/>
          </a:xfrm>
        </p:spPr>
        <p:txBody>
          <a:bodyPr lIns="0" anchor="t" anchorCtr="0"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6C3950E6-E5C8-4D3C-860C-B8344AD814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0062" y="3826760"/>
            <a:ext cx="4124043" cy="461665"/>
          </a:xfrm>
        </p:spPr>
        <p:txBody>
          <a:bodyPr lIns="0" anchor="b" anchorCtr="0">
            <a:sp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088364A-A26F-427E-8622-70B3B536BE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0062" y="297284"/>
            <a:ext cx="3072801" cy="646331"/>
          </a:xfrm>
        </p:spPr>
        <p:txBody>
          <a:bodyPr lIns="0"/>
          <a:lstStyle>
            <a:lvl1pPr marL="0" indent="0">
              <a:buNone/>
              <a:defRPr sz="18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  <a:lvl2pPr marL="274320" indent="0">
              <a:buNone/>
              <a:defRPr/>
            </a:lvl2pPr>
            <a:lvl3pPr marL="502920" indent="0">
              <a:buNone/>
              <a:defRPr/>
            </a:lvl3pPr>
            <a:lvl4pPr marL="822960" indent="0">
              <a:buNone/>
              <a:defRPr/>
            </a:lvl4pPr>
            <a:lvl5pPr marL="1097280" indent="0">
              <a:buNone/>
              <a:defRPr/>
            </a:lvl5pPr>
          </a:lstStyle>
          <a:p>
            <a:pPr lvl="0"/>
            <a:r>
              <a:rPr lang="en-US"/>
              <a:t>Prepared for</a:t>
            </a:r>
            <a:br>
              <a:rPr lang="en-US"/>
            </a:br>
            <a:r>
              <a:rPr lang="en-US"/>
              <a:t>Client Name here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A578D07-5795-446C-8D4A-B9808DBD4A16}"/>
              </a:ext>
            </a:extLst>
          </p:cNvPr>
          <p:cNvCxnSpPr>
            <a:cxnSpLocks/>
          </p:cNvCxnSpPr>
          <p:nvPr/>
        </p:nvCxnSpPr>
        <p:spPr>
          <a:xfrm>
            <a:off x="660062" y="3387433"/>
            <a:ext cx="364495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phic 17">
            <a:extLst>
              <a:ext uri="{FF2B5EF4-FFF2-40B4-BE49-F238E27FC236}">
                <a16:creationId xmlns:a16="http://schemas.microsoft.com/office/drawing/2014/main" id="{E849D3FD-9872-47A9-BDBC-500219DB94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76565" y="6187980"/>
            <a:ext cx="1649879" cy="257652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79B48E2-4129-4E0B-B0B9-0EC4FE3D2F89}"/>
              </a:ext>
            </a:extLst>
          </p:cNvPr>
          <p:cNvCxnSpPr>
            <a:cxnSpLocks/>
          </p:cNvCxnSpPr>
          <p:nvPr userDrawn="1"/>
        </p:nvCxnSpPr>
        <p:spPr>
          <a:xfrm>
            <a:off x="660062" y="3387433"/>
            <a:ext cx="364495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ABE6C748-D86F-DB57-813D-546232C10B7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0062" y="1302529"/>
            <a:ext cx="10255588" cy="1940451"/>
          </a:xfrm>
        </p:spPr>
        <p:txBody>
          <a:bodyPr anchor="b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kern="1200" dirty="0" smtClean="0">
                <a:solidFill>
                  <a:schemeClr val="bg1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kern="1200" dirty="0" smtClean="0">
                <a:solidFill>
                  <a:schemeClr val="bg1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kern="1200" dirty="0" smtClean="0">
                <a:solidFill>
                  <a:schemeClr val="bg1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kern="1200" dirty="0" smtClean="0">
                <a:solidFill>
                  <a:schemeClr val="bg1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kern="1200" dirty="0">
                <a:solidFill>
                  <a:schemeClr val="bg1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869068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am 10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0AECC24A-0AC7-49D0-9882-826A1A422968}"/>
              </a:ext>
            </a:extLst>
          </p:cNvPr>
          <p:cNvSpPr/>
          <p:nvPr userDrawn="1"/>
        </p:nvSpPr>
        <p:spPr>
          <a:xfrm rot="5400000">
            <a:off x="5355059" y="-5357462"/>
            <a:ext cx="1481881" cy="12192000"/>
          </a:xfrm>
          <a:prstGeom prst="rect">
            <a:avLst/>
          </a:prstGeom>
          <a:solidFill>
            <a:srgbClr val="003C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BE149F3-7571-460D-A684-5731B64818A0}"/>
              </a:ext>
            </a:extLst>
          </p:cNvPr>
          <p:cNvSpPr/>
          <p:nvPr/>
        </p:nvSpPr>
        <p:spPr>
          <a:xfrm rot="5400000">
            <a:off x="5355059" y="-5357462"/>
            <a:ext cx="1481881" cy="12192000"/>
          </a:xfrm>
          <a:prstGeom prst="rect">
            <a:avLst/>
          </a:prstGeom>
          <a:solidFill>
            <a:srgbClr val="003C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153EED1-36CC-4391-9DDA-429BCBDE8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90" y="446137"/>
            <a:ext cx="10668330" cy="701731"/>
          </a:xfrm>
        </p:spPr>
        <p:txBody>
          <a:bodyPr wrap="square" lIns="0" anchor="ctr">
            <a:spAutoFit/>
          </a:bodyPr>
          <a:lstStyle>
            <a:lvl1pPr>
              <a:lnSpc>
                <a:spcPct val="9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3FDE339-036B-4619-998C-76467ACB4DEE}"/>
              </a:ext>
            </a:extLst>
          </p:cNvPr>
          <p:cNvCxnSpPr>
            <a:cxnSpLocks/>
          </p:cNvCxnSpPr>
          <p:nvPr/>
        </p:nvCxnSpPr>
        <p:spPr>
          <a:xfrm>
            <a:off x="573526" y="3115974"/>
            <a:ext cx="236475" cy="0"/>
          </a:xfrm>
          <a:prstGeom prst="line">
            <a:avLst/>
          </a:prstGeom>
          <a:ln w="19050">
            <a:solidFill>
              <a:srgbClr val="FAA4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84699BB-1B5A-435D-9C9A-8A481F866C1D}"/>
              </a:ext>
            </a:extLst>
          </p:cNvPr>
          <p:cNvCxnSpPr>
            <a:cxnSpLocks/>
          </p:cNvCxnSpPr>
          <p:nvPr/>
        </p:nvCxnSpPr>
        <p:spPr>
          <a:xfrm>
            <a:off x="2789254" y="3115974"/>
            <a:ext cx="236475" cy="0"/>
          </a:xfrm>
          <a:prstGeom prst="line">
            <a:avLst/>
          </a:prstGeom>
          <a:ln w="19050">
            <a:solidFill>
              <a:srgbClr val="FAA4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95BE6832-8891-43AA-8009-68722D676A1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89254" y="3244274"/>
            <a:ext cx="1808993" cy="47274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3CB9"/>
              </a:buClr>
              <a:buFont typeface="Arial" panose="020B0604020202020204" pitchFamily="34" charset="0"/>
              <a:buNone/>
              <a:defRPr sz="1500" b="1" i="0">
                <a:solidFill>
                  <a:srgbClr val="003CB9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r>
              <a:rPr lang="en-US"/>
              <a:t>Click to add First and Last Name</a:t>
            </a:r>
          </a:p>
        </p:txBody>
      </p:sp>
      <p:sp>
        <p:nvSpPr>
          <p:cNvPr id="13" name="Text Placeholder 22">
            <a:extLst>
              <a:ext uri="{FF2B5EF4-FFF2-40B4-BE49-F238E27FC236}">
                <a16:creationId xmlns:a16="http://schemas.microsoft.com/office/drawing/2014/main" id="{69A6EB2A-6A3E-46BA-A0F3-11C118B346A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89254" y="3717015"/>
            <a:ext cx="1808993" cy="307777"/>
          </a:xfrm>
        </p:spPr>
        <p:txBody>
          <a:bodyPr wrap="square" l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3CB9"/>
              </a:buClr>
              <a:buFont typeface="Arial" panose="020B0604020202020204" pitchFamily="34" charset="0"/>
              <a:buNone/>
              <a:defRPr sz="1400" b="0" i="1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Role (Optional)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3D7A461-48F1-4B70-95E7-3B74E943E146}"/>
              </a:ext>
            </a:extLst>
          </p:cNvPr>
          <p:cNvCxnSpPr>
            <a:cxnSpLocks/>
          </p:cNvCxnSpPr>
          <p:nvPr/>
        </p:nvCxnSpPr>
        <p:spPr>
          <a:xfrm>
            <a:off x="5013854" y="3115974"/>
            <a:ext cx="236475" cy="0"/>
          </a:xfrm>
          <a:prstGeom prst="line">
            <a:avLst/>
          </a:prstGeom>
          <a:ln w="19050">
            <a:solidFill>
              <a:srgbClr val="FAA4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22">
            <a:extLst>
              <a:ext uri="{FF2B5EF4-FFF2-40B4-BE49-F238E27FC236}">
                <a16:creationId xmlns:a16="http://schemas.microsoft.com/office/drawing/2014/main" id="{21644C54-50E6-4A04-8AA1-92F9753F45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013854" y="3244274"/>
            <a:ext cx="1808993" cy="47274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3CB9"/>
              </a:buClr>
              <a:buFont typeface="Arial" panose="020B0604020202020204" pitchFamily="34" charset="0"/>
              <a:buNone/>
              <a:defRPr sz="1500" b="1" i="0">
                <a:solidFill>
                  <a:srgbClr val="003CB9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r>
              <a:rPr lang="en-US"/>
              <a:t>Click to add First and Last Name</a:t>
            </a:r>
          </a:p>
        </p:txBody>
      </p:sp>
      <p:sp>
        <p:nvSpPr>
          <p:cNvPr id="16" name="Text Placeholder 22">
            <a:extLst>
              <a:ext uri="{FF2B5EF4-FFF2-40B4-BE49-F238E27FC236}">
                <a16:creationId xmlns:a16="http://schemas.microsoft.com/office/drawing/2014/main" id="{4D037198-8CE7-484A-A6F0-D67FEB1753E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13854" y="3717015"/>
            <a:ext cx="1808993" cy="307777"/>
          </a:xfrm>
        </p:spPr>
        <p:txBody>
          <a:bodyPr wrap="square" l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3CB9"/>
              </a:buClr>
              <a:buFont typeface="Arial" panose="020B0604020202020204" pitchFamily="34" charset="0"/>
              <a:buNone/>
              <a:defRPr sz="1400" b="0" i="1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Role (Optional)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E9A5A31-C07C-44F7-B3DD-D7E037BA4E5E}"/>
              </a:ext>
            </a:extLst>
          </p:cNvPr>
          <p:cNvCxnSpPr>
            <a:cxnSpLocks/>
          </p:cNvCxnSpPr>
          <p:nvPr/>
        </p:nvCxnSpPr>
        <p:spPr>
          <a:xfrm>
            <a:off x="9474663" y="3115974"/>
            <a:ext cx="236475" cy="0"/>
          </a:xfrm>
          <a:prstGeom prst="line">
            <a:avLst/>
          </a:prstGeom>
          <a:ln w="19050">
            <a:solidFill>
              <a:srgbClr val="FAA4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2">
            <a:extLst>
              <a:ext uri="{FF2B5EF4-FFF2-40B4-BE49-F238E27FC236}">
                <a16:creationId xmlns:a16="http://schemas.microsoft.com/office/drawing/2014/main" id="{2A7C7697-71EB-409B-8AEE-B6B2B4AB643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477349" y="3244274"/>
            <a:ext cx="1808993" cy="47274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3CB9"/>
              </a:buClr>
              <a:buFont typeface="Arial" panose="020B0604020202020204" pitchFamily="34" charset="0"/>
              <a:buNone/>
              <a:defRPr sz="1500" b="1" i="0">
                <a:solidFill>
                  <a:srgbClr val="003CB9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r>
              <a:rPr lang="en-US"/>
              <a:t>Click to add First and Last Name</a:t>
            </a:r>
          </a:p>
        </p:txBody>
      </p:sp>
      <p:sp>
        <p:nvSpPr>
          <p:cNvPr id="19" name="Text Placeholder 22">
            <a:extLst>
              <a:ext uri="{FF2B5EF4-FFF2-40B4-BE49-F238E27FC236}">
                <a16:creationId xmlns:a16="http://schemas.microsoft.com/office/drawing/2014/main" id="{96E62508-992A-44B9-B205-2A84D608CC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477349" y="3717015"/>
            <a:ext cx="1808993" cy="307777"/>
          </a:xfrm>
        </p:spPr>
        <p:txBody>
          <a:bodyPr wrap="square" l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3CB9"/>
              </a:buClr>
              <a:buFont typeface="Arial" panose="020B0604020202020204" pitchFamily="34" charset="0"/>
              <a:buNone/>
              <a:defRPr sz="1400" b="0" i="1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Role (Optional)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9952869-786C-476F-9844-E3E1D75D28EB}"/>
              </a:ext>
            </a:extLst>
          </p:cNvPr>
          <p:cNvCxnSpPr>
            <a:cxnSpLocks/>
          </p:cNvCxnSpPr>
          <p:nvPr/>
        </p:nvCxnSpPr>
        <p:spPr>
          <a:xfrm>
            <a:off x="7235576" y="3115974"/>
            <a:ext cx="236475" cy="0"/>
          </a:xfrm>
          <a:prstGeom prst="line">
            <a:avLst/>
          </a:prstGeom>
          <a:ln w="19050">
            <a:solidFill>
              <a:srgbClr val="FAA4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2">
            <a:extLst>
              <a:ext uri="{FF2B5EF4-FFF2-40B4-BE49-F238E27FC236}">
                <a16:creationId xmlns:a16="http://schemas.microsoft.com/office/drawing/2014/main" id="{090C8098-566E-4C8F-BDD4-4D254F5302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235576" y="3244274"/>
            <a:ext cx="1808993" cy="47274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3CB9"/>
              </a:buClr>
              <a:buFont typeface="Arial" panose="020B0604020202020204" pitchFamily="34" charset="0"/>
              <a:buNone/>
              <a:defRPr sz="1500" b="1" i="0">
                <a:solidFill>
                  <a:srgbClr val="003CB9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r>
              <a:rPr lang="en-US"/>
              <a:t>Click to add First and Last Name</a:t>
            </a:r>
          </a:p>
        </p:txBody>
      </p:sp>
      <p:sp>
        <p:nvSpPr>
          <p:cNvPr id="22" name="Text Placeholder 22">
            <a:extLst>
              <a:ext uri="{FF2B5EF4-FFF2-40B4-BE49-F238E27FC236}">
                <a16:creationId xmlns:a16="http://schemas.microsoft.com/office/drawing/2014/main" id="{8BFA727E-68B9-4F06-97A1-60B19427773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235576" y="3717015"/>
            <a:ext cx="1808993" cy="307777"/>
          </a:xfrm>
        </p:spPr>
        <p:txBody>
          <a:bodyPr wrap="square" l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3CB9"/>
              </a:buClr>
              <a:buFont typeface="Arial" panose="020B0604020202020204" pitchFamily="34" charset="0"/>
              <a:buNone/>
              <a:defRPr sz="1400" b="0" i="1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Role (Optional)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ADDD16E-26FF-4F80-868D-262BAA075114}"/>
              </a:ext>
            </a:extLst>
          </p:cNvPr>
          <p:cNvCxnSpPr>
            <a:cxnSpLocks/>
          </p:cNvCxnSpPr>
          <p:nvPr/>
        </p:nvCxnSpPr>
        <p:spPr>
          <a:xfrm>
            <a:off x="573526" y="5596646"/>
            <a:ext cx="236475" cy="0"/>
          </a:xfrm>
          <a:prstGeom prst="line">
            <a:avLst/>
          </a:prstGeom>
          <a:ln w="19050">
            <a:solidFill>
              <a:srgbClr val="FAA4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0CE8D870-D2EF-4EDC-9CC1-59AFEB82705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73526" y="5724946"/>
            <a:ext cx="1808993" cy="47274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3CB9"/>
              </a:buClr>
              <a:buFont typeface="Arial" panose="020B0604020202020204" pitchFamily="34" charset="0"/>
              <a:buNone/>
              <a:defRPr sz="1500" b="1" i="0">
                <a:solidFill>
                  <a:srgbClr val="003CB9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r>
              <a:rPr lang="en-US"/>
              <a:t>Click to add First and Last Name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3167D5F3-977B-4AAE-8AEA-6F920353D45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73526" y="6197687"/>
            <a:ext cx="1808993" cy="307777"/>
          </a:xfrm>
        </p:spPr>
        <p:txBody>
          <a:bodyPr wrap="square" l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3CB9"/>
              </a:buClr>
              <a:buFont typeface="Arial" panose="020B0604020202020204" pitchFamily="34" charset="0"/>
              <a:buNone/>
              <a:defRPr sz="1400" b="0" i="1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Role (Optional)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BCC7843-2A9A-4ADE-A517-38E73E534865}"/>
              </a:ext>
            </a:extLst>
          </p:cNvPr>
          <p:cNvCxnSpPr>
            <a:cxnSpLocks/>
          </p:cNvCxnSpPr>
          <p:nvPr/>
        </p:nvCxnSpPr>
        <p:spPr>
          <a:xfrm>
            <a:off x="2789254" y="5596646"/>
            <a:ext cx="236475" cy="0"/>
          </a:xfrm>
          <a:prstGeom prst="line">
            <a:avLst/>
          </a:prstGeom>
          <a:ln w="19050">
            <a:solidFill>
              <a:srgbClr val="FAA4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5E62699E-1A37-405E-AD3F-58BAF70C545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789254" y="5724946"/>
            <a:ext cx="1808993" cy="47274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3CB9"/>
              </a:buClr>
              <a:buFont typeface="Arial" panose="020B0604020202020204" pitchFamily="34" charset="0"/>
              <a:buNone/>
              <a:defRPr sz="1500" b="1" i="0">
                <a:solidFill>
                  <a:srgbClr val="003CB9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r>
              <a:rPr lang="en-US"/>
              <a:t>Click to add First and Last Name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27E7695E-FB74-4151-AADB-458C23D7A6D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789254" y="6197687"/>
            <a:ext cx="1808993" cy="307777"/>
          </a:xfrm>
        </p:spPr>
        <p:txBody>
          <a:bodyPr wrap="square" l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3CB9"/>
              </a:buClr>
              <a:buFont typeface="Arial" panose="020B0604020202020204" pitchFamily="34" charset="0"/>
              <a:buNone/>
              <a:defRPr sz="1400" b="0" i="1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Role (Optional)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BB0511A-FB02-4CC6-9813-1E887767FDFB}"/>
              </a:ext>
            </a:extLst>
          </p:cNvPr>
          <p:cNvCxnSpPr>
            <a:cxnSpLocks/>
          </p:cNvCxnSpPr>
          <p:nvPr/>
        </p:nvCxnSpPr>
        <p:spPr>
          <a:xfrm>
            <a:off x="5013854" y="5596646"/>
            <a:ext cx="236475" cy="0"/>
          </a:xfrm>
          <a:prstGeom prst="line">
            <a:avLst/>
          </a:prstGeom>
          <a:ln w="19050">
            <a:solidFill>
              <a:srgbClr val="FAA4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AA5EB2FA-03DC-4645-BC0A-2C56DB5F9DB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013854" y="5724946"/>
            <a:ext cx="1808993" cy="47274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3CB9"/>
              </a:buClr>
              <a:buFont typeface="Arial" panose="020B0604020202020204" pitchFamily="34" charset="0"/>
              <a:buNone/>
              <a:defRPr sz="1500" b="1" i="0">
                <a:solidFill>
                  <a:srgbClr val="003CB9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r>
              <a:rPr lang="en-US"/>
              <a:t>Click to add First and Last Name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A32F3DC9-3C4E-4738-A9D5-75F3DE3E00A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013854" y="6197687"/>
            <a:ext cx="1808993" cy="307777"/>
          </a:xfrm>
        </p:spPr>
        <p:txBody>
          <a:bodyPr wrap="square" l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3CB9"/>
              </a:buClr>
              <a:buFont typeface="Arial" panose="020B0604020202020204" pitchFamily="34" charset="0"/>
              <a:buNone/>
              <a:defRPr sz="1400" b="0" i="1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Role (Optional)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056B17E-A591-46C4-8466-9F8310207CBC}"/>
              </a:ext>
            </a:extLst>
          </p:cNvPr>
          <p:cNvCxnSpPr>
            <a:cxnSpLocks/>
          </p:cNvCxnSpPr>
          <p:nvPr/>
        </p:nvCxnSpPr>
        <p:spPr>
          <a:xfrm>
            <a:off x="9474663" y="5596646"/>
            <a:ext cx="236475" cy="0"/>
          </a:xfrm>
          <a:prstGeom prst="line">
            <a:avLst/>
          </a:prstGeom>
          <a:ln w="19050">
            <a:solidFill>
              <a:srgbClr val="FAA4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E3B5ADC-7090-495E-803D-7943ECE6824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477349" y="5724946"/>
            <a:ext cx="1808993" cy="47274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3CB9"/>
              </a:buClr>
              <a:buFont typeface="Arial" panose="020B0604020202020204" pitchFamily="34" charset="0"/>
              <a:buNone/>
              <a:defRPr sz="1500" b="1" i="0">
                <a:solidFill>
                  <a:srgbClr val="003CB9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r>
              <a:rPr lang="en-US"/>
              <a:t>Click to add First and Last Name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B3332840-B3AA-48CD-B2AC-DC4CC29FB1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77349" y="6197687"/>
            <a:ext cx="1808993" cy="307777"/>
          </a:xfrm>
        </p:spPr>
        <p:txBody>
          <a:bodyPr wrap="square" l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3CB9"/>
              </a:buClr>
              <a:buFont typeface="Arial" panose="020B0604020202020204" pitchFamily="34" charset="0"/>
              <a:buNone/>
              <a:defRPr sz="1400" b="0" i="1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Role (Optional)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AE04F65-2BE8-4985-8C1D-F3EC5B6A5932}"/>
              </a:ext>
            </a:extLst>
          </p:cNvPr>
          <p:cNvCxnSpPr>
            <a:cxnSpLocks/>
          </p:cNvCxnSpPr>
          <p:nvPr/>
        </p:nvCxnSpPr>
        <p:spPr>
          <a:xfrm>
            <a:off x="7235576" y="5596646"/>
            <a:ext cx="236475" cy="0"/>
          </a:xfrm>
          <a:prstGeom prst="line">
            <a:avLst/>
          </a:prstGeom>
          <a:ln w="19050">
            <a:solidFill>
              <a:srgbClr val="FAA4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2E54D26D-2FAB-47DF-BBD0-A243E4AE70C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235576" y="5724946"/>
            <a:ext cx="1808993" cy="47274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3CB9"/>
              </a:buClr>
              <a:buFont typeface="Arial" panose="020B0604020202020204" pitchFamily="34" charset="0"/>
              <a:buNone/>
              <a:defRPr sz="1500" b="1" i="0">
                <a:solidFill>
                  <a:srgbClr val="003CB9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r>
              <a:rPr lang="en-US"/>
              <a:t>Click to add First and Last Name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67A236A0-7AB4-4315-B56F-EF315A037F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235576" y="6197687"/>
            <a:ext cx="1808993" cy="307777"/>
          </a:xfrm>
        </p:spPr>
        <p:txBody>
          <a:bodyPr wrap="square" l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3CB9"/>
              </a:buClr>
              <a:buFont typeface="Arial" panose="020B0604020202020204" pitchFamily="34" charset="0"/>
              <a:buNone/>
              <a:defRPr sz="1400" b="0" i="1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Role (Optional)</a:t>
            </a:r>
          </a:p>
        </p:txBody>
      </p:sp>
      <p:sp>
        <p:nvSpPr>
          <p:cNvPr id="38" name="Picture Placeholder 6">
            <a:extLst>
              <a:ext uri="{FF2B5EF4-FFF2-40B4-BE49-F238E27FC236}">
                <a16:creationId xmlns:a16="http://schemas.microsoft.com/office/drawing/2014/main" id="{352922B1-7BE6-4593-8C39-2CB52BF8821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573526" y="1757363"/>
            <a:ext cx="1100137" cy="123031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39" name="Picture Placeholder 6">
            <a:extLst>
              <a:ext uri="{FF2B5EF4-FFF2-40B4-BE49-F238E27FC236}">
                <a16:creationId xmlns:a16="http://schemas.microsoft.com/office/drawing/2014/main" id="{5F43D8C6-F1F5-4624-8D7A-EEC04F29BBDA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2789254" y="1757363"/>
            <a:ext cx="1100137" cy="123031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40" name="Picture Placeholder 6">
            <a:extLst>
              <a:ext uri="{FF2B5EF4-FFF2-40B4-BE49-F238E27FC236}">
                <a16:creationId xmlns:a16="http://schemas.microsoft.com/office/drawing/2014/main" id="{54C2824B-24BD-44E5-B873-33083F0FC58E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5013854" y="1757363"/>
            <a:ext cx="1100137" cy="123031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CB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41" name="Picture Placeholder 6">
            <a:extLst>
              <a:ext uri="{FF2B5EF4-FFF2-40B4-BE49-F238E27FC236}">
                <a16:creationId xmlns:a16="http://schemas.microsoft.com/office/drawing/2014/main" id="{D0601AA8-4DC4-466C-A368-D9927109856A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7235576" y="1757363"/>
            <a:ext cx="1100137" cy="123031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CB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  <a:p>
            <a:endParaRPr lang="en-US"/>
          </a:p>
        </p:txBody>
      </p:sp>
      <p:sp>
        <p:nvSpPr>
          <p:cNvPr id="42" name="Picture Placeholder 6">
            <a:extLst>
              <a:ext uri="{FF2B5EF4-FFF2-40B4-BE49-F238E27FC236}">
                <a16:creationId xmlns:a16="http://schemas.microsoft.com/office/drawing/2014/main" id="{D652085B-4F0F-408B-9796-724CB803A0D9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9477349" y="1757363"/>
            <a:ext cx="1100137" cy="123031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CB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  <a:p>
            <a:endParaRPr lang="en-US"/>
          </a:p>
        </p:txBody>
      </p:sp>
      <p:sp>
        <p:nvSpPr>
          <p:cNvPr id="43" name="Picture Placeholder 6">
            <a:extLst>
              <a:ext uri="{FF2B5EF4-FFF2-40B4-BE49-F238E27FC236}">
                <a16:creationId xmlns:a16="http://schemas.microsoft.com/office/drawing/2014/main" id="{70E32CD5-8064-42D6-9F3E-A43BF9F73C75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573526" y="4256403"/>
            <a:ext cx="1100137" cy="123031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44" name="Picture Placeholder 6">
            <a:extLst>
              <a:ext uri="{FF2B5EF4-FFF2-40B4-BE49-F238E27FC236}">
                <a16:creationId xmlns:a16="http://schemas.microsoft.com/office/drawing/2014/main" id="{7FAE4559-6143-4180-BDB2-FEF5074408C4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2789254" y="4256403"/>
            <a:ext cx="1100137" cy="123031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45" name="Picture Placeholder 6">
            <a:extLst>
              <a:ext uri="{FF2B5EF4-FFF2-40B4-BE49-F238E27FC236}">
                <a16:creationId xmlns:a16="http://schemas.microsoft.com/office/drawing/2014/main" id="{0988C674-9053-4274-B693-3784D57802B6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5013854" y="4256403"/>
            <a:ext cx="1100137" cy="123031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CB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46" name="Picture Placeholder 6">
            <a:extLst>
              <a:ext uri="{FF2B5EF4-FFF2-40B4-BE49-F238E27FC236}">
                <a16:creationId xmlns:a16="http://schemas.microsoft.com/office/drawing/2014/main" id="{3E5C293A-81C5-4DBA-8A1C-8B2B3142C9A7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7235576" y="4256403"/>
            <a:ext cx="1100137" cy="123031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CB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  <a:p>
            <a:endParaRPr lang="en-US"/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F038A2A2-5476-48F2-890B-72C3D7CD2C35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477349" y="4256403"/>
            <a:ext cx="1100137" cy="123031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CB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  <a:p>
            <a:endParaRPr lang="en-US"/>
          </a:p>
        </p:txBody>
      </p:sp>
      <p:sp>
        <p:nvSpPr>
          <p:cNvPr id="49" name="Text Placeholder 22">
            <a:extLst>
              <a:ext uri="{FF2B5EF4-FFF2-40B4-BE49-F238E27FC236}">
                <a16:creationId xmlns:a16="http://schemas.microsoft.com/office/drawing/2014/main" id="{AD971845-4EB9-46AA-BA1D-D92F0F5BE766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573526" y="3244274"/>
            <a:ext cx="1808993" cy="47274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3CB9"/>
              </a:buClr>
              <a:buFont typeface="Arial" panose="020B0604020202020204" pitchFamily="34" charset="0"/>
              <a:buNone/>
              <a:defRPr sz="1500" b="1" i="0">
                <a:solidFill>
                  <a:srgbClr val="003CB9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r>
              <a:rPr lang="en-US"/>
              <a:t>Click to add First and Last Name</a:t>
            </a:r>
          </a:p>
        </p:txBody>
      </p:sp>
      <p:sp>
        <p:nvSpPr>
          <p:cNvPr id="50" name="Text Placeholder 22">
            <a:extLst>
              <a:ext uri="{FF2B5EF4-FFF2-40B4-BE49-F238E27FC236}">
                <a16:creationId xmlns:a16="http://schemas.microsoft.com/office/drawing/2014/main" id="{27F222A4-AA4C-46B0-B7E3-3F031EFB149A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73526" y="3717015"/>
            <a:ext cx="1808993" cy="307777"/>
          </a:xfrm>
        </p:spPr>
        <p:txBody>
          <a:bodyPr wrap="square" l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3CB9"/>
              </a:buClr>
              <a:buFont typeface="Arial" panose="020B0604020202020204" pitchFamily="34" charset="0"/>
              <a:buNone/>
              <a:defRPr sz="1400" b="0" i="1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Role (Optional)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CD7A6C9-8762-4410-A4E7-6C1384342A59}"/>
              </a:ext>
            </a:extLst>
          </p:cNvPr>
          <p:cNvCxnSpPr>
            <a:cxnSpLocks/>
          </p:cNvCxnSpPr>
          <p:nvPr userDrawn="1"/>
        </p:nvCxnSpPr>
        <p:spPr>
          <a:xfrm>
            <a:off x="573526" y="3115974"/>
            <a:ext cx="236475" cy="0"/>
          </a:xfrm>
          <a:prstGeom prst="line">
            <a:avLst/>
          </a:prstGeom>
          <a:ln w="19050">
            <a:solidFill>
              <a:srgbClr val="FAA4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42941D1-4D41-4AF7-8A48-C7943EF6B9F4}"/>
              </a:ext>
            </a:extLst>
          </p:cNvPr>
          <p:cNvCxnSpPr>
            <a:cxnSpLocks/>
          </p:cNvCxnSpPr>
          <p:nvPr userDrawn="1"/>
        </p:nvCxnSpPr>
        <p:spPr>
          <a:xfrm>
            <a:off x="2789254" y="3115974"/>
            <a:ext cx="236475" cy="0"/>
          </a:xfrm>
          <a:prstGeom prst="line">
            <a:avLst/>
          </a:prstGeom>
          <a:ln w="19050">
            <a:solidFill>
              <a:srgbClr val="FAA4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66C6B61-7B05-4283-927F-F4F8AB4D5F47}"/>
              </a:ext>
            </a:extLst>
          </p:cNvPr>
          <p:cNvCxnSpPr>
            <a:cxnSpLocks/>
          </p:cNvCxnSpPr>
          <p:nvPr userDrawn="1"/>
        </p:nvCxnSpPr>
        <p:spPr>
          <a:xfrm>
            <a:off x="5013854" y="3115974"/>
            <a:ext cx="236475" cy="0"/>
          </a:xfrm>
          <a:prstGeom prst="line">
            <a:avLst/>
          </a:prstGeom>
          <a:ln w="19050">
            <a:solidFill>
              <a:srgbClr val="FAA4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17543CF-47EA-4186-B17C-B3B021A8F2AF}"/>
              </a:ext>
            </a:extLst>
          </p:cNvPr>
          <p:cNvCxnSpPr>
            <a:cxnSpLocks/>
          </p:cNvCxnSpPr>
          <p:nvPr userDrawn="1"/>
        </p:nvCxnSpPr>
        <p:spPr>
          <a:xfrm>
            <a:off x="9474663" y="3115974"/>
            <a:ext cx="236475" cy="0"/>
          </a:xfrm>
          <a:prstGeom prst="line">
            <a:avLst/>
          </a:prstGeom>
          <a:ln w="19050">
            <a:solidFill>
              <a:srgbClr val="FAA4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EB0A0E1-1AA8-49F8-91DF-A2D750C5DB9B}"/>
              </a:ext>
            </a:extLst>
          </p:cNvPr>
          <p:cNvCxnSpPr>
            <a:cxnSpLocks/>
          </p:cNvCxnSpPr>
          <p:nvPr userDrawn="1"/>
        </p:nvCxnSpPr>
        <p:spPr>
          <a:xfrm>
            <a:off x="7235576" y="3115974"/>
            <a:ext cx="236475" cy="0"/>
          </a:xfrm>
          <a:prstGeom prst="line">
            <a:avLst/>
          </a:prstGeom>
          <a:ln w="19050">
            <a:solidFill>
              <a:srgbClr val="FAA4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B1CFB7E-187E-4DFC-A1BB-5046C5C97C71}"/>
              </a:ext>
            </a:extLst>
          </p:cNvPr>
          <p:cNvCxnSpPr>
            <a:cxnSpLocks/>
          </p:cNvCxnSpPr>
          <p:nvPr userDrawn="1"/>
        </p:nvCxnSpPr>
        <p:spPr>
          <a:xfrm>
            <a:off x="573526" y="5596646"/>
            <a:ext cx="236475" cy="0"/>
          </a:xfrm>
          <a:prstGeom prst="line">
            <a:avLst/>
          </a:prstGeom>
          <a:ln w="19050">
            <a:solidFill>
              <a:srgbClr val="FAA4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FB2F185-DF49-4F80-BB8B-C6E1E427B513}"/>
              </a:ext>
            </a:extLst>
          </p:cNvPr>
          <p:cNvCxnSpPr>
            <a:cxnSpLocks/>
          </p:cNvCxnSpPr>
          <p:nvPr userDrawn="1"/>
        </p:nvCxnSpPr>
        <p:spPr>
          <a:xfrm>
            <a:off x="2789254" y="5596646"/>
            <a:ext cx="236475" cy="0"/>
          </a:xfrm>
          <a:prstGeom prst="line">
            <a:avLst/>
          </a:prstGeom>
          <a:ln w="19050">
            <a:solidFill>
              <a:srgbClr val="FAA4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3CE273F-2D03-4F41-A92E-C788C89F62E8}"/>
              </a:ext>
            </a:extLst>
          </p:cNvPr>
          <p:cNvCxnSpPr>
            <a:cxnSpLocks/>
          </p:cNvCxnSpPr>
          <p:nvPr userDrawn="1"/>
        </p:nvCxnSpPr>
        <p:spPr>
          <a:xfrm>
            <a:off x="5013854" y="5596646"/>
            <a:ext cx="236475" cy="0"/>
          </a:xfrm>
          <a:prstGeom prst="line">
            <a:avLst/>
          </a:prstGeom>
          <a:ln w="19050">
            <a:solidFill>
              <a:srgbClr val="FAA4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04AF76E-EF7E-4DD0-8BE4-E5025CAB7E5E}"/>
              </a:ext>
            </a:extLst>
          </p:cNvPr>
          <p:cNvCxnSpPr>
            <a:cxnSpLocks/>
          </p:cNvCxnSpPr>
          <p:nvPr userDrawn="1"/>
        </p:nvCxnSpPr>
        <p:spPr>
          <a:xfrm>
            <a:off x="9474663" y="5596646"/>
            <a:ext cx="236475" cy="0"/>
          </a:xfrm>
          <a:prstGeom prst="line">
            <a:avLst/>
          </a:prstGeom>
          <a:ln w="19050">
            <a:solidFill>
              <a:srgbClr val="FAA4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A4EE597-83BB-4F0A-AE86-E7863F1A717E}"/>
              </a:ext>
            </a:extLst>
          </p:cNvPr>
          <p:cNvCxnSpPr>
            <a:cxnSpLocks/>
          </p:cNvCxnSpPr>
          <p:nvPr userDrawn="1"/>
        </p:nvCxnSpPr>
        <p:spPr>
          <a:xfrm>
            <a:off x="7235576" y="5596646"/>
            <a:ext cx="236475" cy="0"/>
          </a:xfrm>
          <a:prstGeom prst="line">
            <a:avLst/>
          </a:prstGeom>
          <a:ln w="19050">
            <a:solidFill>
              <a:srgbClr val="FAA4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3580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am 6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C81CD15E-B8B1-4600-9442-07BFD6480E1B}"/>
              </a:ext>
            </a:extLst>
          </p:cNvPr>
          <p:cNvSpPr/>
          <p:nvPr userDrawn="1"/>
        </p:nvSpPr>
        <p:spPr>
          <a:xfrm>
            <a:off x="-5939" y="0"/>
            <a:ext cx="3209771" cy="6858000"/>
          </a:xfrm>
          <a:prstGeom prst="rect">
            <a:avLst/>
          </a:prstGeom>
          <a:solidFill>
            <a:srgbClr val="003C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ADDF2DC-2D9A-4858-802A-D7DC76C177D9}"/>
              </a:ext>
            </a:extLst>
          </p:cNvPr>
          <p:cNvSpPr/>
          <p:nvPr/>
        </p:nvSpPr>
        <p:spPr>
          <a:xfrm>
            <a:off x="-5939" y="0"/>
            <a:ext cx="3209771" cy="6858000"/>
          </a:xfrm>
          <a:prstGeom prst="rect">
            <a:avLst/>
          </a:prstGeom>
          <a:solidFill>
            <a:srgbClr val="003C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4" name="Picture 73" descr="Background pattern&#10;&#10;Description automatically generated">
            <a:extLst>
              <a:ext uri="{FF2B5EF4-FFF2-40B4-BE49-F238E27FC236}">
                <a16:creationId xmlns:a16="http://schemas.microsoft.com/office/drawing/2014/main" id="{F9A587AC-4F27-4627-95C0-31EA41625E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25000"/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7" r="73247" b="32010"/>
          <a:stretch/>
        </p:blipFill>
        <p:spPr>
          <a:xfrm>
            <a:off x="-2" y="3856383"/>
            <a:ext cx="3209770" cy="3001617"/>
          </a:xfrm>
          <a:prstGeom prst="rect">
            <a:avLst/>
          </a:prstGeom>
        </p:spPr>
      </p:pic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BA78BC6-7161-4A1C-B0CF-900826283729}"/>
              </a:ext>
            </a:extLst>
          </p:cNvPr>
          <p:cNvCxnSpPr>
            <a:cxnSpLocks/>
          </p:cNvCxnSpPr>
          <p:nvPr/>
        </p:nvCxnSpPr>
        <p:spPr>
          <a:xfrm>
            <a:off x="553287" y="3767095"/>
            <a:ext cx="20422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 Placeholder 19">
            <a:extLst>
              <a:ext uri="{FF2B5EF4-FFF2-40B4-BE49-F238E27FC236}">
                <a16:creationId xmlns:a16="http://schemas.microsoft.com/office/drawing/2014/main" id="{DDEEB791-484D-4F50-881B-E44154C4934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3287" y="4065195"/>
            <a:ext cx="2522422" cy="830997"/>
          </a:xfrm>
        </p:spPr>
        <p:txBody>
          <a:bodyPr l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pPr lvl="0"/>
            <a:r>
              <a:rPr lang="en-US"/>
              <a:t>Click to edit introduction to team member slide text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153EED1-36CC-4391-9DDA-429BCBDE8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287" y="1706779"/>
            <a:ext cx="2522422" cy="1846659"/>
          </a:xfrm>
        </p:spPr>
        <p:txBody>
          <a:bodyPr wrap="square" lIns="0" anchor="b">
            <a:sp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435CB68-1C0C-4CC6-91D2-A57B2FFAEFDA}"/>
              </a:ext>
            </a:extLst>
          </p:cNvPr>
          <p:cNvCxnSpPr>
            <a:cxnSpLocks/>
          </p:cNvCxnSpPr>
          <p:nvPr/>
        </p:nvCxnSpPr>
        <p:spPr>
          <a:xfrm>
            <a:off x="4044737" y="2416669"/>
            <a:ext cx="236475" cy="0"/>
          </a:xfrm>
          <a:prstGeom prst="line">
            <a:avLst/>
          </a:prstGeom>
          <a:ln w="19050">
            <a:solidFill>
              <a:srgbClr val="FAA4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934EBF5-A2CA-4B8D-ADA7-028A31CD5D71}"/>
              </a:ext>
            </a:extLst>
          </p:cNvPr>
          <p:cNvCxnSpPr>
            <a:cxnSpLocks/>
          </p:cNvCxnSpPr>
          <p:nvPr/>
        </p:nvCxnSpPr>
        <p:spPr>
          <a:xfrm>
            <a:off x="6677318" y="2416669"/>
            <a:ext cx="236475" cy="0"/>
          </a:xfrm>
          <a:prstGeom prst="line">
            <a:avLst/>
          </a:prstGeom>
          <a:ln w="19050">
            <a:solidFill>
              <a:srgbClr val="FAA4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 Placeholder 22">
            <a:extLst>
              <a:ext uri="{FF2B5EF4-FFF2-40B4-BE49-F238E27FC236}">
                <a16:creationId xmlns:a16="http://schemas.microsoft.com/office/drawing/2014/main" id="{3E6C29ED-4C9A-46B5-B3C2-8BF7EB2D02E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83254" y="2526628"/>
            <a:ext cx="1808993" cy="47274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3CB9"/>
              </a:buClr>
              <a:buFont typeface="Arial" panose="020B0604020202020204" pitchFamily="34" charset="0"/>
              <a:buNone/>
              <a:defRPr sz="1500" b="1" i="0">
                <a:solidFill>
                  <a:srgbClr val="003CB9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r>
              <a:rPr lang="en-US"/>
              <a:t>Click to add First and Last Name</a:t>
            </a:r>
          </a:p>
        </p:txBody>
      </p:sp>
      <p:sp>
        <p:nvSpPr>
          <p:cNvPr id="54" name="Text Placeholder 22">
            <a:extLst>
              <a:ext uri="{FF2B5EF4-FFF2-40B4-BE49-F238E27FC236}">
                <a16:creationId xmlns:a16="http://schemas.microsoft.com/office/drawing/2014/main" id="{B7D7A763-EBA0-4D1F-99B5-15356E6AA42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83254" y="2999369"/>
            <a:ext cx="1808993" cy="307777"/>
          </a:xfrm>
        </p:spPr>
        <p:txBody>
          <a:bodyPr wrap="square" l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3CB9"/>
              </a:buClr>
              <a:buFont typeface="Arial" panose="020B0604020202020204" pitchFamily="34" charset="0"/>
              <a:buNone/>
              <a:defRPr sz="1400" b="0" i="1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Role (Optional)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19ADF62-090A-4DA1-BB3C-5EA67103924C}"/>
              </a:ext>
            </a:extLst>
          </p:cNvPr>
          <p:cNvCxnSpPr>
            <a:cxnSpLocks/>
          </p:cNvCxnSpPr>
          <p:nvPr/>
        </p:nvCxnSpPr>
        <p:spPr>
          <a:xfrm>
            <a:off x="9309899" y="2416669"/>
            <a:ext cx="236475" cy="0"/>
          </a:xfrm>
          <a:prstGeom prst="line">
            <a:avLst/>
          </a:prstGeom>
          <a:ln w="19050">
            <a:solidFill>
              <a:srgbClr val="FAA4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Placeholder 22">
            <a:extLst>
              <a:ext uri="{FF2B5EF4-FFF2-40B4-BE49-F238E27FC236}">
                <a16:creationId xmlns:a16="http://schemas.microsoft.com/office/drawing/2014/main" id="{AADD2B31-DE73-40E6-BDCF-B3293F73D78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15835" y="2526628"/>
            <a:ext cx="1808993" cy="47274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3CB9"/>
              </a:buClr>
              <a:buFont typeface="Arial" panose="020B0604020202020204" pitchFamily="34" charset="0"/>
              <a:buNone/>
              <a:defRPr sz="1500" b="1" i="0">
                <a:solidFill>
                  <a:srgbClr val="003CB9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r>
              <a:rPr lang="en-US"/>
              <a:t>Click to add First and Last Name</a:t>
            </a:r>
          </a:p>
        </p:txBody>
      </p:sp>
      <p:sp>
        <p:nvSpPr>
          <p:cNvPr id="57" name="Text Placeholder 22">
            <a:extLst>
              <a:ext uri="{FF2B5EF4-FFF2-40B4-BE49-F238E27FC236}">
                <a16:creationId xmlns:a16="http://schemas.microsoft.com/office/drawing/2014/main" id="{9B5D41AC-F858-4BE6-ADDF-BBF88EA4983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315835" y="2999369"/>
            <a:ext cx="1808993" cy="307777"/>
          </a:xfrm>
        </p:spPr>
        <p:txBody>
          <a:bodyPr wrap="square" l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3CB9"/>
              </a:buClr>
              <a:buFont typeface="Arial" panose="020B0604020202020204" pitchFamily="34" charset="0"/>
              <a:buNone/>
              <a:defRPr sz="1400" b="0" i="1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Role (Optional)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237B20B-5C73-4EA6-B289-40CC083C8F07}"/>
              </a:ext>
            </a:extLst>
          </p:cNvPr>
          <p:cNvCxnSpPr>
            <a:cxnSpLocks/>
          </p:cNvCxnSpPr>
          <p:nvPr/>
        </p:nvCxnSpPr>
        <p:spPr>
          <a:xfrm>
            <a:off x="4044737" y="5339679"/>
            <a:ext cx="236475" cy="0"/>
          </a:xfrm>
          <a:prstGeom prst="line">
            <a:avLst/>
          </a:prstGeom>
          <a:ln w="19050">
            <a:solidFill>
              <a:srgbClr val="FAA4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 Placeholder 22">
            <a:extLst>
              <a:ext uri="{FF2B5EF4-FFF2-40B4-BE49-F238E27FC236}">
                <a16:creationId xmlns:a16="http://schemas.microsoft.com/office/drawing/2014/main" id="{30A22F0F-D6F0-46E5-B7A1-A7A170695EA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050673" y="5449638"/>
            <a:ext cx="1808993" cy="47274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3CB9"/>
              </a:buClr>
              <a:buFont typeface="Arial" panose="020B0604020202020204" pitchFamily="34" charset="0"/>
              <a:buNone/>
              <a:defRPr sz="1500" b="1" i="0">
                <a:solidFill>
                  <a:srgbClr val="003CB9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r>
              <a:rPr lang="en-US"/>
              <a:t>Click to add First and Last Name</a:t>
            </a:r>
          </a:p>
        </p:txBody>
      </p:sp>
      <p:sp>
        <p:nvSpPr>
          <p:cNvPr id="60" name="Text Placeholder 22">
            <a:extLst>
              <a:ext uri="{FF2B5EF4-FFF2-40B4-BE49-F238E27FC236}">
                <a16:creationId xmlns:a16="http://schemas.microsoft.com/office/drawing/2014/main" id="{5AACE02C-D57B-4717-ADD4-EC7F42F03E7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050673" y="5922379"/>
            <a:ext cx="1808993" cy="307777"/>
          </a:xfrm>
        </p:spPr>
        <p:txBody>
          <a:bodyPr wrap="square" l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3CB9"/>
              </a:buClr>
              <a:buFont typeface="Arial" panose="020B0604020202020204" pitchFamily="34" charset="0"/>
              <a:buNone/>
              <a:defRPr sz="1400" b="0" i="1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CB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Role (Optional)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86884170-CC77-43CC-ACA0-5531063DA7D9}"/>
              </a:ext>
            </a:extLst>
          </p:cNvPr>
          <p:cNvCxnSpPr>
            <a:cxnSpLocks/>
          </p:cNvCxnSpPr>
          <p:nvPr/>
        </p:nvCxnSpPr>
        <p:spPr>
          <a:xfrm>
            <a:off x="6677318" y="5339679"/>
            <a:ext cx="236475" cy="0"/>
          </a:xfrm>
          <a:prstGeom prst="line">
            <a:avLst/>
          </a:prstGeom>
          <a:ln w="19050">
            <a:solidFill>
              <a:srgbClr val="FAA4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 Placeholder 22">
            <a:extLst>
              <a:ext uri="{FF2B5EF4-FFF2-40B4-BE49-F238E27FC236}">
                <a16:creationId xmlns:a16="http://schemas.microsoft.com/office/drawing/2014/main" id="{EB88CF5B-2C19-464E-8491-7FD543DE42E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683254" y="5449638"/>
            <a:ext cx="1808993" cy="47274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3CB9"/>
              </a:buClr>
              <a:buFont typeface="Arial" panose="020B0604020202020204" pitchFamily="34" charset="0"/>
              <a:buNone/>
              <a:defRPr sz="1500" b="1" i="0">
                <a:solidFill>
                  <a:srgbClr val="003CB9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r>
              <a:rPr lang="en-US"/>
              <a:t>Click to add First and Last Name</a:t>
            </a:r>
          </a:p>
        </p:txBody>
      </p:sp>
      <p:sp>
        <p:nvSpPr>
          <p:cNvPr id="63" name="Text Placeholder 22">
            <a:extLst>
              <a:ext uri="{FF2B5EF4-FFF2-40B4-BE49-F238E27FC236}">
                <a16:creationId xmlns:a16="http://schemas.microsoft.com/office/drawing/2014/main" id="{6B384E55-3EF9-4D23-B3D5-8E7FF94042B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683254" y="5922379"/>
            <a:ext cx="1808993" cy="307777"/>
          </a:xfrm>
        </p:spPr>
        <p:txBody>
          <a:bodyPr wrap="square" l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3CB9"/>
              </a:buClr>
              <a:buFont typeface="Arial" panose="020B0604020202020204" pitchFamily="34" charset="0"/>
              <a:buNone/>
              <a:defRPr sz="1400" b="0" i="1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Role (Optional)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F2AA52E-213B-4378-B5BE-EE7FB0CE209A}"/>
              </a:ext>
            </a:extLst>
          </p:cNvPr>
          <p:cNvCxnSpPr>
            <a:cxnSpLocks/>
          </p:cNvCxnSpPr>
          <p:nvPr/>
        </p:nvCxnSpPr>
        <p:spPr>
          <a:xfrm>
            <a:off x="9309899" y="5339679"/>
            <a:ext cx="236475" cy="0"/>
          </a:xfrm>
          <a:prstGeom prst="line">
            <a:avLst/>
          </a:prstGeom>
          <a:ln w="19050">
            <a:solidFill>
              <a:srgbClr val="FAA4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 Placeholder 22">
            <a:extLst>
              <a:ext uri="{FF2B5EF4-FFF2-40B4-BE49-F238E27FC236}">
                <a16:creationId xmlns:a16="http://schemas.microsoft.com/office/drawing/2014/main" id="{F549D087-CF86-44F9-A79B-5E935BF9C40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315835" y="5449638"/>
            <a:ext cx="1808993" cy="47274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3CB9"/>
              </a:buClr>
              <a:buFont typeface="Arial" panose="020B0604020202020204" pitchFamily="34" charset="0"/>
              <a:buNone/>
              <a:defRPr sz="1500" b="1" i="0">
                <a:solidFill>
                  <a:srgbClr val="003CB9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r>
              <a:rPr lang="en-US"/>
              <a:t>Click to add First and Last Name</a:t>
            </a:r>
          </a:p>
        </p:txBody>
      </p:sp>
      <p:sp>
        <p:nvSpPr>
          <p:cNvPr id="66" name="Text Placeholder 22">
            <a:extLst>
              <a:ext uri="{FF2B5EF4-FFF2-40B4-BE49-F238E27FC236}">
                <a16:creationId xmlns:a16="http://schemas.microsoft.com/office/drawing/2014/main" id="{FFF41B69-9320-4BBE-89EB-1230B449BD2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315835" y="5922379"/>
            <a:ext cx="1808993" cy="307777"/>
          </a:xfrm>
        </p:spPr>
        <p:txBody>
          <a:bodyPr wrap="square" l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3CB9"/>
              </a:buClr>
              <a:buFont typeface="Arial" panose="020B0604020202020204" pitchFamily="34" charset="0"/>
              <a:buNone/>
              <a:defRPr sz="1400" b="0" i="1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Role (Optional)</a:t>
            </a:r>
          </a:p>
        </p:txBody>
      </p:sp>
      <p:sp>
        <p:nvSpPr>
          <p:cNvPr id="67" name="Picture Placeholder 6">
            <a:extLst>
              <a:ext uri="{FF2B5EF4-FFF2-40B4-BE49-F238E27FC236}">
                <a16:creationId xmlns:a16="http://schemas.microsoft.com/office/drawing/2014/main" id="{1CEB915D-A3BF-4349-8141-86C7CD13C2E1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4044737" y="878301"/>
            <a:ext cx="1277275" cy="142841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68" name="Picture Placeholder 6">
            <a:extLst>
              <a:ext uri="{FF2B5EF4-FFF2-40B4-BE49-F238E27FC236}">
                <a16:creationId xmlns:a16="http://schemas.microsoft.com/office/drawing/2014/main" id="{D9E0ED92-3DB7-46EF-B5F3-AA36B00D4784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6677318" y="878301"/>
            <a:ext cx="1277275" cy="142841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69" name="Picture Placeholder 6">
            <a:extLst>
              <a:ext uri="{FF2B5EF4-FFF2-40B4-BE49-F238E27FC236}">
                <a16:creationId xmlns:a16="http://schemas.microsoft.com/office/drawing/2014/main" id="{AB2B0847-E641-41E3-8254-4936CC512155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9309899" y="878301"/>
            <a:ext cx="1277275" cy="142841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70" name="Picture Placeholder 6">
            <a:extLst>
              <a:ext uri="{FF2B5EF4-FFF2-40B4-BE49-F238E27FC236}">
                <a16:creationId xmlns:a16="http://schemas.microsoft.com/office/drawing/2014/main" id="{BC8229F2-CEC8-454B-8248-E001E0A5A11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044737" y="3779887"/>
            <a:ext cx="1277275" cy="142841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71" name="Picture Placeholder 6">
            <a:extLst>
              <a:ext uri="{FF2B5EF4-FFF2-40B4-BE49-F238E27FC236}">
                <a16:creationId xmlns:a16="http://schemas.microsoft.com/office/drawing/2014/main" id="{F1DEDAC2-6644-4D81-9A25-327036BB801B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677318" y="3779887"/>
            <a:ext cx="1277275" cy="142841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72" name="Picture Placeholder 6">
            <a:extLst>
              <a:ext uri="{FF2B5EF4-FFF2-40B4-BE49-F238E27FC236}">
                <a16:creationId xmlns:a16="http://schemas.microsoft.com/office/drawing/2014/main" id="{8301DC89-6F07-4027-934D-DD39BADF6085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9309899" y="3779887"/>
            <a:ext cx="1277275" cy="142841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A22F5194-CA33-4EBD-967D-4AA2EF3669A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044737" y="2526628"/>
            <a:ext cx="1808993" cy="47274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3CB9"/>
              </a:buClr>
              <a:buFont typeface="Arial" panose="020B0604020202020204" pitchFamily="34" charset="0"/>
              <a:buNone/>
              <a:defRPr sz="1500" b="1" i="0">
                <a:solidFill>
                  <a:srgbClr val="003CB9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r>
              <a:rPr lang="en-US"/>
              <a:t>Click to add First and Last Name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9F4764DA-B020-4C05-B7F0-083411FAA3E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044737" y="2999369"/>
            <a:ext cx="1808993" cy="307777"/>
          </a:xfrm>
        </p:spPr>
        <p:txBody>
          <a:bodyPr wrap="square" l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3CB9"/>
              </a:buClr>
              <a:buFont typeface="Arial" panose="020B0604020202020204" pitchFamily="34" charset="0"/>
              <a:buNone/>
              <a:defRPr sz="1400" b="0" i="1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Role (Optional)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D2BFB61-562B-49DE-85CA-018D28F21AFA}"/>
              </a:ext>
            </a:extLst>
          </p:cNvPr>
          <p:cNvCxnSpPr>
            <a:cxnSpLocks/>
          </p:cNvCxnSpPr>
          <p:nvPr userDrawn="1"/>
        </p:nvCxnSpPr>
        <p:spPr>
          <a:xfrm>
            <a:off x="553287" y="3767095"/>
            <a:ext cx="20422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4EDAEC1-01DC-4F41-9787-72BE4314E75D}"/>
              </a:ext>
            </a:extLst>
          </p:cNvPr>
          <p:cNvCxnSpPr>
            <a:cxnSpLocks/>
          </p:cNvCxnSpPr>
          <p:nvPr userDrawn="1"/>
        </p:nvCxnSpPr>
        <p:spPr>
          <a:xfrm>
            <a:off x="4044737" y="2416669"/>
            <a:ext cx="236475" cy="0"/>
          </a:xfrm>
          <a:prstGeom prst="line">
            <a:avLst/>
          </a:prstGeom>
          <a:ln w="19050">
            <a:solidFill>
              <a:srgbClr val="FAA4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C52CA89-7568-4547-8B9D-289DC8F8995E}"/>
              </a:ext>
            </a:extLst>
          </p:cNvPr>
          <p:cNvCxnSpPr>
            <a:cxnSpLocks/>
          </p:cNvCxnSpPr>
          <p:nvPr userDrawn="1"/>
        </p:nvCxnSpPr>
        <p:spPr>
          <a:xfrm>
            <a:off x="6677318" y="2416669"/>
            <a:ext cx="236475" cy="0"/>
          </a:xfrm>
          <a:prstGeom prst="line">
            <a:avLst/>
          </a:prstGeom>
          <a:ln w="19050">
            <a:solidFill>
              <a:srgbClr val="FAA4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07AF7C1-F2B0-4B24-B9F8-2B3F1B31E3C3}"/>
              </a:ext>
            </a:extLst>
          </p:cNvPr>
          <p:cNvCxnSpPr>
            <a:cxnSpLocks/>
          </p:cNvCxnSpPr>
          <p:nvPr userDrawn="1"/>
        </p:nvCxnSpPr>
        <p:spPr>
          <a:xfrm>
            <a:off x="9309899" y="2416669"/>
            <a:ext cx="236475" cy="0"/>
          </a:xfrm>
          <a:prstGeom prst="line">
            <a:avLst/>
          </a:prstGeom>
          <a:ln w="19050">
            <a:solidFill>
              <a:srgbClr val="FAA4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4C0800E-6371-4491-9473-558CD70DA0F7}"/>
              </a:ext>
            </a:extLst>
          </p:cNvPr>
          <p:cNvCxnSpPr>
            <a:cxnSpLocks/>
          </p:cNvCxnSpPr>
          <p:nvPr userDrawn="1"/>
        </p:nvCxnSpPr>
        <p:spPr>
          <a:xfrm>
            <a:off x="4044737" y="5339679"/>
            <a:ext cx="236475" cy="0"/>
          </a:xfrm>
          <a:prstGeom prst="line">
            <a:avLst/>
          </a:prstGeom>
          <a:ln w="19050">
            <a:solidFill>
              <a:srgbClr val="FAA4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852841C-2A33-4A88-9D94-3D10F727DBCB}"/>
              </a:ext>
            </a:extLst>
          </p:cNvPr>
          <p:cNvCxnSpPr>
            <a:cxnSpLocks/>
          </p:cNvCxnSpPr>
          <p:nvPr userDrawn="1"/>
        </p:nvCxnSpPr>
        <p:spPr>
          <a:xfrm>
            <a:off x="6677318" y="5339679"/>
            <a:ext cx="236475" cy="0"/>
          </a:xfrm>
          <a:prstGeom prst="line">
            <a:avLst/>
          </a:prstGeom>
          <a:ln w="19050">
            <a:solidFill>
              <a:srgbClr val="FAA4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BA94648-DE03-498F-86B3-A76E5FD843D8}"/>
              </a:ext>
            </a:extLst>
          </p:cNvPr>
          <p:cNvCxnSpPr>
            <a:cxnSpLocks/>
          </p:cNvCxnSpPr>
          <p:nvPr userDrawn="1"/>
        </p:nvCxnSpPr>
        <p:spPr>
          <a:xfrm>
            <a:off x="9309899" y="5339679"/>
            <a:ext cx="236475" cy="0"/>
          </a:xfrm>
          <a:prstGeom prst="line">
            <a:avLst/>
          </a:prstGeom>
          <a:ln w="19050">
            <a:solidFill>
              <a:srgbClr val="FAA4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D82D0EB-0533-35DE-D1CA-86E0DD99D572}"/>
              </a:ext>
            </a:extLst>
          </p:cNvPr>
          <p:cNvSpPr txBox="1"/>
          <p:nvPr userDrawn="1"/>
        </p:nvSpPr>
        <p:spPr>
          <a:xfrm>
            <a:off x="10051413" y="6343157"/>
            <a:ext cx="1866378" cy="3131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r">
              <a:lnSpc>
                <a:spcPct val="95000"/>
              </a:lnSpc>
            </a:pPr>
            <a:r>
              <a:rPr lang="en-US" sz="1000" spc="300">
                <a:solidFill>
                  <a:srgbClr val="003CB9"/>
                </a:solidFill>
                <a:latin typeface="Arial Narrow" panose="020B0606020202030204" pitchFamily="34" charset="0"/>
              </a:rPr>
              <a:t>CAROLLO</a:t>
            </a:r>
            <a:r>
              <a:rPr lang="en-US" sz="900" spc="300">
                <a:solidFill>
                  <a:srgbClr val="003CB9"/>
                </a:solidFill>
                <a:latin typeface="Arial Narrow" panose="020B0606020202030204" pitchFamily="34" charset="0"/>
              </a:rPr>
              <a:t>   </a:t>
            </a:r>
            <a:r>
              <a:rPr lang="en-US" sz="900" spc="300">
                <a:solidFill>
                  <a:schemeClr val="accent1"/>
                </a:solidFill>
                <a:latin typeface="Arial Narrow" panose="020B0606020202030204" pitchFamily="34" charset="0"/>
              </a:rPr>
              <a:t>/</a:t>
            </a:r>
            <a:r>
              <a:rPr lang="en-US" sz="900" spc="300">
                <a:solidFill>
                  <a:srgbClr val="003CB9"/>
                </a:solidFill>
                <a:latin typeface="Arial Narrow" panose="020B0606020202030204" pitchFamily="34" charset="0"/>
              </a:rPr>
              <a:t>   </a:t>
            </a:r>
            <a:fld id="{E7B37AC3-26D8-44A8-8336-675969F41DB9}" type="slidenum">
              <a:rPr lang="en-US" sz="900" b="1" spc="300" smtClean="0">
                <a:solidFill>
                  <a:srgbClr val="003CB9"/>
                </a:solidFill>
                <a:latin typeface="Arial Narrow" panose="020B0606020202030204" pitchFamily="34" charset="0"/>
              </a:rPr>
              <a:pPr algn="r">
                <a:lnSpc>
                  <a:spcPct val="95000"/>
                </a:lnSpc>
              </a:pPr>
              <a:t>‹#›</a:t>
            </a:fld>
            <a:endParaRPr lang="en-US" sz="900" b="1" spc="300">
              <a:solidFill>
                <a:srgbClr val="003CB9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0087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2B9EA-19B0-40DF-8159-96184708F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460AE04-911C-4E41-A9EA-B1868F696D2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024128" y="1801368"/>
            <a:ext cx="8737270" cy="2047740"/>
          </a:xfrm>
        </p:spPr>
        <p:txBody>
          <a:bodyPr wrap="square">
            <a:spAutoFit/>
          </a:bodyPr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bullets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97880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bullets w Double Circ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80930-7F48-4302-867F-07C583F01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5F412BA3-4220-4131-A371-70ED3FEDCA99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024128" y="1801368"/>
            <a:ext cx="8139750" cy="2047740"/>
          </a:xfrm>
        </p:spPr>
        <p:txBody>
          <a:bodyPr wrap="square">
            <a:spAutoFit/>
          </a:bodyPr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bullets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Shape, circle&#10;&#10;Description automatically generated">
            <a:extLst>
              <a:ext uri="{FF2B5EF4-FFF2-40B4-BE49-F238E27FC236}">
                <a16:creationId xmlns:a16="http://schemas.microsoft.com/office/drawing/2014/main" id="{00171F07-1344-43FC-AA45-0261410D631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117"/>
          <a:stretch/>
        </p:blipFill>
        <p:spPr>
          <a:xfrm>
            <a:off x="9409083" y="501872"/>
            <a:ext cx="2782917" cy="5629922"/>
          </a:xfrm>
          <a:prstGeom prst="rect">
            <a:avLst/>
          </a:prstGeom>
        </p:spPr>
      </p:pic>
      <p:pic>
        <p:nvPicPr>
          <p:cNvPr id="5" name="Picture 4" descr="Shape, circle&#10;&#10;Description automatically generated">
            <a:extLst>
              <a:ext uri="{FF2B5EF4-FFF2-40B4-BE49-F238E27FC236}">
                <a16:creationId xmlns:a16="http://schemas.microsoft.com/office/drawing/2014/main" id="{DC879935-A746-4110-B392-39003792CC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117"/>
          <a:stretch/>
        </p:blipFill>
        <p:spPr>
          <a:xfrm>
            <a:off x="9409083" y="501872"/>
            <a:ext cx="2782917" cy="562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498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2co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2B9EA-19B0-40DF-8159-96184708F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460AE04-911C-4E41-A9EA-B1868F696D2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024128" y="1801366"/>
            <a:ext cx="4586511" cy="2075440"/>
          </a:xfrm>
        </p:spPr>
        <p:txBody>
          <a:bodyPr>
            <a:spAutoFit/>
          </a:bodyPr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bullets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95584A-E9FF-4D19-968A-6D85813CFA6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38424" y="1801367"/>
            <a:ext cx="4621902" cy="2047740"/>
          </a:xfrm>
        </p:spPr>
        <p:txBody>
          <a:bodyPr>
            <a:spAutoFit/>
          </a:bodyPr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bullets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0176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header + 2co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2B9EA-19B0-40DF-8159-9618470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270" y="438911"/>
            <a:ext cx="9025128" cy="1161287"/>
          </a:xfrm>
        </p:spPr>
        <p:txBody>
          <a:bodyPr l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460AE04-911C-4E41-A9EA-B1868F696D2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024128" y="2395728"/>
            <a:ext cx="4586511" cy="2047740"/>
          </a:xfrm>
        </p:spPr>
        <p:txBody>
          <a:bodyPr>
            <a:spAutoFit/>
          </a:bodyPr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bullets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95584A-E9FF-4D19-968A-6D85813CFA6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38424" y="2395728"/>
            <a:ext cx="4621902" cy="2047740"/>
          </a:xfrm>
        </p:spPr>
        <p:txBody>
          <a:bodyPr>
            <a:spAutoFit/>
          </a:bodyPr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bullets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1C606C-6A4F-46CF-A659-18AF2BE20B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6270" y="1713504"/>
            <a:ext cx="7850188" cy="400110"/>
          </a:xfr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 sz="1600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400" indent="0">
              <a:buNone/>
              <a:defRPr sz="1600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600" indent="0">
              <a:buNone/>
              <a:defRPr sz="1600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800" indent="0">
              <a:buNone/>
              <a:defRPr sz="1600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</p:spTree>
    <p:extLst>
      <p:ext uri="{BB962C8B-B14F-4D97-AF65-F5344CB8AC3E}">
        <p14:creationId xmlns:p14="http://schemas.microsoft.com/office/powerpoint/2010/main" val="3343088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bullets 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2B9EA-19B0-40DF-8159-96184708F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460AE04-911C-4E41-A9EA-B1868F696D2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024128" y="1801368"/>
            <a:ext cx="4587778" cy="2047740"/>
          </a:xfrm>
        </p:spPr>
        <p:txBody>
          <a:bodyPr wrap="square">
            <a:spAutoFit/>
          </a:bodyPr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bullets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58B7FE-32D0-4966-9E23-878FD648933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5671" y="1801812"/>
            <a:ext cx="6266329" cy="5056187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add image or content</a:t>
            </a:r>
          </a:p>
        </p:txBody>
      </p:sp>
    </p:spTree>
    <p:extLst>
      <p:ext uri="{BB962C8B-B14F-4D97-AF65-F5344CB8AC3E}">
        <p14:creationId xmlns:p14="http://schemas.microsoft.com/office/powerpoint/2010/main" val="1090583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intro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2B9EA-19B0-40DF-8159-9618470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270" y="438911"/>
            <a:ext cx="9025128" cy="1161287"/>
          </a:xfrm>
        </p:spPr>
        <p:txBody>
          <a:bodyPr l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1C606C-6A4F-46CF-A659-18AF2BE20B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76929" y="1708534"/>
            <a:ext cx="7850188" cy="400110"/>
          </a:xfr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 sz="1600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400" indent="0">
              <a:buNone/>
              <a:defRPr sz="1600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600" indent="0">
              <a:buNone/>
              <a:defRPr sz="1600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800" indent="0">
              <a:buNone/>
              <a:defRPr sz="1600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add callout or intro text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C63B6800-B6A4-4CB6-87BF-B5DB4D1CCDD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76929" y="2364092"/>
            <a:ext cx="11115071" cy="4493908"/>
          </a:xfrm>
        </p:spPr>
        <p:txBody>
          <a:bodyPr>
            <a:no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/>
              <a:t>Click to add image or content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E698CF6-4637-4FB5-ACB8-EAB43E55AD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6515" y="1776272"/>
            <a:ext cx="222926" cy="240526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CED8C2F6-9256-4172-9132-E756B8A6FE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6515" y="1776272"/>
            <a:ext cx="222926" cy="240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987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intr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2B9EA-19B0-40DF-8159-9618470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270" y="438911"/>
            <a:ext cx="9025128" cy="1161287"/>
          </a:xfrm>
        </p:spPr>
        <p:txBody>
          <a:bodyPr l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1C606C-6A4F-46CF-A659-18AF2BE20B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76929" y="1708534"/>
            <a:ext cx="7850188" cy="400110"/>
          </a:xfr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 sz="1600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400" indent="0">
              <a:buNone/>
              <a:defRPr sz="1600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600" indent="0">
              <a:buNone/>
              <a:defRPr sz="1600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800" indent="0">
              <a:buNone/>
              <a:defRPr sz="1600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add callout or intro text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E698CF6-4637-4FB5-ACB8-EAB43E55AD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6515" y="1776272"/>
            <a:ext cx="222926" cy="240526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B4B9439-3DB5-49A8-A8A7-22B132F844F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6515" y="1776272"/>
            <a:ext cx="222926" cy="240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8262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2B9EA-19B0-40DF-8159-9618470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270" y="438911"/>
            <a:ext cx="9025128" cy="1161287"/>
          </a:xfrm>
        </p:spPr>
        <p:txBody>
          <a:bodyPr lIns="0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5481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idebard + 2-up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168404F-DAE8-4912-BBB0-02479687CD96}"/>
              </a:ext>
            </a:extLst>
          </p:cNvPr>
          <p:cNvSpPr/>
          <p:nvPr userDrawn="1"/>
        </p:nvSpPr>
        <p:spPr>
          <a:xfrm>
            <a:off x="-5939" y="0"/>
            <a:ext cx="3209771" cy="6858000"/>
          </a:xfrm>
          <a:prstGeom prst="rect">
            <a:avLst/>
          </a:prstGeom>
          <a:solidFill>
            <a:srgbClr val="003C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ADDF2DC-2D9A-4858-802A-D7DC76C177D9}"/>
              </a:ext>
            </a:extLst>
          </p:cNvPr>
          <p:cNvSpPr/>
          <p:nvPr/>
        </p:nvSpPr>
        <p:spPr>
          <a:xfrm>
            <a:off x="-5939" y="0"/>
            <a:ext cx="3209771" cy="6858000"/>
          </a:xfrm>
          <a:prstGeom prst="rect">
            <a:avLst/>
          </a:prstGeom>
          <a:solidFill>
            <a:srgbClr val="003C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4" name="Picture 73" descr="Background pattern&#10;&#10;Description automatically generated">
            <a:extLst>
              <a:ext uri="{FF2B5EF4-FFF2-40B4-BE49-F238E27FC236}">
                <a16:creationId xmlns:a16="http://schemas.microsoft.com/office/drawing/2014/main" id="{F9A587AC-4F27-4627-95C0-31EA41625E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25000"/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7" r="73247" b="32010"/>
          <a:stretch/>
        </p:blipFill>
        <p:spPr>
          <a:xfrm>
            <a:off x="-2" y="3856383"/>
            <a:ext cx="3209770" cy="3001617"/>
          </a:xfrm>
          <a:prstGeom prst="rect">
            <a:avLst/>
          </a:prstGeom>
        </p:spPr>
      </p:pic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BA78BC6-7161-4A1C-B0CF-900826283729}"/>
              </a:ext>
            </a:extLst>
          </p:cNvPr>
          <p:cNvCxnSpPr>
            <a:cxnSpLocks/>
          </p:cNvCxnSpPr>
          <p:nvPr/>
        </p:nvCxnSpPr>
        <p:spPr>
          <a:xfrm>
            <a:off x="553287" y="3767095"/>
            <a:ext cx="20422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 Placeholder 19">
            <a:extLst>
              <a:ext uri="{FF2B5EF4-FFF2-40B4-BE49-F238E27FC236}">
                <a16:creationId xmlns:a16="http://schemas.microsoft.com/office/drawing/2014/main" id="{DDEEB791-484D-4F50-881B-E44154C4934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3287" y="4065195"/>
            <a:ext cx="2522422" cy="584775"/>
          </a:xfrm>
        </p:spPr>
        <p:txBody>
          <a:bodyPr l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pPr lvl="0"/>
            <a:r>
              <a:rPr lang="en-US"/>
              <a:t>Click to add subhead or other information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153EED1-36CC-4391-9DDA-429BCBDE8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287" y="1706779"/>
            <a:ext cx="2522422" cy="1846659"/>
          </a:xfrm>
        </p:spPr>
        <p:txBody>
          <a:bodyPr wrap="square" lIns="0" anchor="b">
            <a:sp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7B6C270-AC74-4485-9015-440DB2F7ECED}"/>
              </a:ext>
            </a:extLst>
          </p:cNvPr>
          <p:cNvCxnSpPr>
            <a:cxnSpLocks/>
          </p:cNvCxnSpPr>
          <p:nvPr/>
        </p:nvCxnSpPr>
        <p:spPr>
          <a:xfrm>
            <a:off x="8320363" y="2338503"/>
            <a:ext cx="222926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DFD4A25F-3995-44B1-B90D-A1CDEDCD74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20363" y="2475180"/>
            <a:ext cx="3094037" cy="338554"/>
          </a:xfr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3CB9"/>
              </a:buClr>
              <a:buFont typeface="Arial" panose="020B0604020202020204" pitchFamily="34" charset="0"/>
              <a:buNone/>
              <a:defRPr sz="16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Click to add caption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DA8F73F-32D8-4F59-B790-6D6017BA5773}"/>
              </a:ext>
            </a:extLst>
          </p:cNvPr>
          <p:cNvCxnSpPr>
            <a:cxnSpLocks/>
          </p:cNvCxnSpPr>
          <p:nvPr/>
        </p:nvCxnSpPr>
        <p:spPr>
          <a:xfrm>
            <a:off x="8320363" y="5471846"/>
            <a:ext cx="222926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FC0C2BB7-E763-4A3D-98F2-CBD5DFF5B1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20363" y="5608523"/>
            <a:ext cx="3094037" cy="338554"/>
          </a:xfr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3CB9"/>
              </a:buClr>
              <a:buFont typeface="Arial" panose="020B0604020202020204" pitchFamily="34" charset="0"/>
              <a:buNone/>
              <a:defRPr sz="16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Click to add caption</a:t>
            </a:r>
          </a:p>
        </p:txBody>
      </p:sp>
      <p:sp>
        <p:nvSpPr>
          <p:cNvPr id="36" name="Content Placeholder 3">
            <a:extLst>
              <a:ext uri="{FF2B5EF4-FFF2-40B4-BE49-F238E27FC236}">
                <a16:creationId xmlns:a16="http://schemas.microsoft.com/office/drawing/2014/main" id="{907CFDF0-F63F-4B6A-8405-9571C0BB01D1}"/>
              </a:ext>
            </a:extLst>
          </p:cNvPr>
          <p:cNvSpPr>
            <a:spLocks noGrp="1"/>
          </p:cNvSpPr>
          <p:nvPr>
            <p:ph sz="quarter" idx="61" hasCustomPrompt="1"/>
          </p:nvPr>
        </p:nvSpPr>
        <p:spPr>
          <a:xfrm>
            <a:off x="3728777" y="495004"/>
            <a:ext cx="4211578" cy="2747335"/>
          </a:xfrm>
          <a:noFill/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Click to add image or content</a:t>
            </a:r>
          </a:p>
        </p:txBody>
      </p:sp>
      <p:sp>
        <p:nvSpPr>
          <p:cNvPr id="37" name="Content Placeholder 3">
            <a:extLst>
              <a:ext uri="{FF2B5EF4-FFF2-40B4-BE49-F238E27FC236}">
                <a16:creationId xmlns:a16="http://schemas.microsoft.com/office/drawing/2014/main" id="{9BA6388E-33E0-4A9E-A161-C1261B7FE3B2}"/>
              </a:ext>
            </a:extLst>
          </p:cNvPr>
          <p:cNvSpPr>
            <a:spLocks noGrp="1"/>
          </p:cNvSpPr>
          <p:nvPr>
            <p:ph sz="quarter" idx="62" hasCustomPrompt="1"/>
          </p:nvPr>
        </p:nvSpPr>
        <p:spPr>
          <a:xfrm>
            <a:off x="3728777" y="3628356"/>
            <a:ext cx="4211578" cy="2747335"/>
          </a:xfrm>
          <a:noFill/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Click to add image or content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F721AE-E593-49AD-AC52-7AAE801704AD}"/>
              </a:ext>
            </a:extLst>
          </p:cNvPr>
          <p:cNvCxnSpPr>
            <a:cxnSpLocks/>
          </p:cNvCxnSpPr>
          <p:nvPr userDrawn="1"/>
        </p:nvCxnSpPr>
        <p:spPr>
          <a:xfrm>
            <a:off x="553287" y="3767095"/>
            <a:ext cx="20422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53D990E-2D1F-4909-B5EA-39E35BF9661B}"/>
              </a:ext>
            </a:extLst>
          </p:cNvPr>
          <p:cNvCxnSpPr>
            <a:cxnSpLocks/>
          </p:cNvCxnSpPr>
          <p:nvPr userDrawn="1"/>
        </p:nvCxnSpPr>
        <p:spPr>
          <a:xfrm>
            <a:off x="8320363" y="2338503"/>
            <a:ext cx="222926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3C0DE78-FC8A-4840-8D6B-15221042F3D3}"/>
              </a:ext>
            </a:extLst>
          </p:cNvPr>
          <p:cNvCxnSpPr>
            <a:cxnSpLocks/>
          </p:cNvCxnSpPr>
          <p:nvPr userDrawn="1"/>
        </p:nvCxnSpPr>
        <p:spPr>
          <a:xfrm>
            <a:off x="8320363" y="5471846"/>
            <a:ext cx="222926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ED8C24C-1FE3-219D-E1F1-7E0ADE26D6F5}"/>
              </a:ext>
            </a:extLst>
          </p:cNvPr>
          <p:cNvSpPr txBox="1"/>
          <p:nvPr userDrawn="1"/>
        </p:nvSpPr>
        <p:spPr>
          <a:xfrm>
            <a:off x="10051413" y="6343157"/>
            <a:ext cx="1866378" cy="3131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r">
              <a:lnSpc>
                <a:spcPct val="95000"/>
              </a:lnSpc>
            </a:pPr>
            <a:r>
              <a:rPr lang="en-US" sz="1000" spc="300">
                <a:solidFill>
                  <a:srgbClr val="003CB9"/>
                </a:solidFill>
                <a:latin typeface="Arial Narrow" panose="020B0606020202030204" pitchFamily="34" charset="0"/>
              </a:rPr>
              <a:t>CAROLLO</a:t>
            </a:r>
            <a:r>
              <a:rPr lang="en-US" sz="900" spc="300">
                <a:solidFill>
                  <a:srgbClr val="003CB9"/>
                </a:solidFill>
                <a:latin typeface="Arial Narrow" panose="020B0606020202030204" pitchFamily="34" charset="0"/>
              </a:rPr>
              <a:t>   </a:t>
            </a:r>
            <a:r>
              <a:rPr lang="en-US" sz="900" spc="300">
                <a:solidFill>
                  <a:schemeClr val="accent1"/>
                </a:solidFill>
                <a:latin typeface="Arial Narrow" panose="020B0606020202030204" pitchFamily="34" charset="0"/>
              </a:rPr>
              <a:t>/</a:t>
            </a:r>
            <a:r>
              <a:rPr lang="en-US" sz="900" spc="300">
                <a:solidFill>
                  <a:srgbClr val="003CB9"/>
                </a:solidFill>
                <a:latin typeface="Arial Narrow" panose="020B0606020202030204" pitchFamily="34" charset="0"/>
              </a:rPr>
              <a:t>   </a:t>
            </a:r>
            <a:fld id="{E7B37AC3-26D8-44A8-8336-675969F41DB9}" type="slidenum">
              <a:rPr lang="en-US" sz="900" b="1" spc="300" smtClean="0">
                <a:solidFill>
                  <a:srgbClr val="003CB9"/>
                </a:solidFill>
                <a:latin typeface="Arial Narrow" panose="020B0606020202030204" pitchFamily="34" charset="0"/>
              </a:rPr>
              <a:pPr algn="r">
                <a:lnSpc>
                  <a:spcPct val="95000"/>
                </a:lnSpc>
              </a:pPr>
              <a:t>‹#›</a:t>
            </a:fld>
            <a:endParaRPr lang="en-US" sz="900" b="1" spc="300">
              <a:solidFill>
                <a:srgbClr val="003CB9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9901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-up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5153EED1-36CC-4391-9DDA-429BCBDE8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90" y="469574"/>
            <a:ext cx="10668330" cy="701731"/>
          </a:xfrm>
        </p:spPr>
        <p:txBody>
          <a:bodyPr wrap="square" lIns="0" anchor="ctr">
            <a:spAutoFit/>
          </a:bodyPr>
          <a:lstStyle>
            <a:lvl1pPr>
              <a:lnSpc>
                <a:spcPct val="9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9933B32-6478-4693-A0C4-F4A8DC983CBA}"/>
              </a:ext>
            </a:extLst>
          </p:cNvPr>
          <p:cNvSpPr/>
          <p:nvPr/>
        </p:nvSpPr>
        <p:spPr>
          <a:xfrm rot="5400000">
            <a:off x="5984538" y="-4440195"/>
            <a:ext cx="222926" cy="12192000"/>
          </a:xfrm>
          <a:prstGeom prst="rect">
            <a:avLst/>
          </a:prstGeom>
          <a:solidFill>
            <a:srgbClr val="003C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4908E0B-AFDB-4AC7-9B62-80CE1445C614}"/>
              </a:ext>
            </a:extLst>
          </p:cNvPr>
          <p:cNvCxnSpPr>
            <a:cxnSpLocks/>
          </p:cNvCxnSpPr>
          <p:nvPr/>
        </p:nvCxnSpPr>
        <p:spPr>
          <a:xfrm>
            <a:off x="406926" y="4757162"/>
            <a:ext cx="222926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22A7BCB-CE4E-4DF5-9739-BC4D25A04E5D}"/>
              </a:ext>
            </a:extLst>
          </p:cNvPr>
          <p:cNvCxnSpPr>
            <a:cxnSpLocks/>
          </p:cNvCxnSpPr>
          <p:nvPr/>
        </p:nvCxnSpPr>
        <p:spPr>
          <a:xfrm>
            <a:off x="4363727" y="4757162"/>
            <a:ext cx="222926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D5D7530-9061-469D-90B4-FBB1EEC18F62}"/>
              </a:ext>
            </a:extLst>
          </p:cNvPr>
          <p:cNvCxnSpPr>
            <a:cxnSpLocks/>
          </p:cNvCxnSpPr>
          <p:nvPr/>
        </p:nvCxnSpPr>
        <p:spPr>
          <a:xfrm>
            <a:off x="8453906" y="4757162"/>
            <a:ext cx="222926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22">
            <a:extLst>
              <a:ext uri="{FF2B5EF4-FFF2-40B4-BE49-F238E27FC236}">
                <a16:creationId xmlns:a16="http://schemas.microsoft.com/office/drawing/2014/main" id="{74DCCA4F-4C04-41C4-8310-5D2E2D5E99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6926" y="4893839"/>
            <a:ext cx="3195015" cy="338554"/>
          </a:xfr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3CB9"/>
              </a:buClr>
              <a:buFont typeface="Arial" panose="020B0604020202020204" pitchFamily="34" charset="0"/>
              <a:buNone/>
              <a:defRPr sz="1600" i="1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Click to add caption</a:t>
            </a:r>
          </a:p>
        </p:txBody>
      </p:sp>
      <p:sp>
        <p:nvSpPr>
          <p:cNvPr id="55" name="Text Placeholder 22">
            <a:extLst>
              <a:ext uri="{FF2B5EF4-FFF2-40B4-BE49-F238E27FC236}">
                <a16:creationId xmlns:a16="http://schemas.microsoft.com/office/drawing/2014/main" id="{0C9BE45C-F17E-4AE6-9A90-969592C105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63727" y="4893839"/>
            <a:ext cx="3195016" cy="338554"/>
          </a:xfr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3CB9"/>
              </a:buClr>
              <a:buFont typeface="Arial" panose="020B0604020202020204" pitchFamily="34" charset="0"/>
              <a:buNone/>
              <a:defRPr sz="1600" i="1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Click to add caption</a:t>
            </a:r>
          </a:p>
        </p:txBody>
      </p:sp>
      <p:sp>
        <p:nvSpPr>
          <p:cNvPr id="56" name="Text Placeholder 22">
            <a:extLst>
              <a:ext uri="{FF2B5EF4-FFF2-40B4-BE49-F238E27FC236}">
                <a16:creationId xmlns:a16="http://schemas.microsoft.com/office/drawing/2014/main" id="{502582D9-4353-41EB-8E84-D6B2950E893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453906" y="4893839"/>
            <a:ext cx="3195015" cy="338554"/>
          </a:xfr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3CB9"/>
              </a:buClr>
              <a:buFont typeface="Arial" panose="020B0604020202020204" pitchFamily="34" charset="0"/>
              <a:buNone/>
              <a:defRPr sz="1600" i="1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buClr>
                <a:srgbClr val="003CB9"/>
              </a:buCl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Click to add caption</a:t>
            </a:r>
          </a:p>
        </p:txBody>
      </p:sp>
      <p:sp>
        <p:nvSpPr>
          <p:cNvPr id="57" name="Content Placeholder 3">
            <a:extLst>
              <a:ext uri="{FF2B5EF4-FFF2-40B4-BE49-F238E27FC236}">
                <a16:creationId xmlns:a16="http://schemas.microsoft.com/office/drawing/2014/main" id="{EE5A0422-2078-4BAD-9A1C-1CE7740DC8E2}"/>
              </a:ext>
            </a:extLst>
          </p:cNvPr>
          <p:cNvSpPr>
            <a:spLocks noGrp="1"/>
          </p:cNvSpPr>
          <p:nvPr>
            <p:ph sz="quarter" idx="54" hasCustomPrompt="1"/>
          </p:nvPr>
        </p:nvSpPr>
        <p:spPr>
          <a:xfrm>
            <a:off x="0" y="1933704"/>
            <a:ext cx="3931920" cy="2377190"/>
          </a:xfrm>
          <a:noFill/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Click to add image or content</a:t>
            </a:r>
          </a:p>
        </p:txBody>
      </p:sp>
      <p:sp>
        <p:nvSpPr>
          <p:cNvPr id="58" name="Content Placeholder 3">
            <a:extLst>
              <a:ext uri="{FF2B5EF4-FFF2-40B4-BE49-F238E27FC236}">
                <a16:creationId xmlns:a16="http://schemas.microsoft.com/office/drawing/2014/main" id="{94CCC19B-E88C-4255-8B87-39C1E887FEB7}"/>
              </a:ext>
            </a:extLst>
          </p:cNvPr>
          <p:cNvSpPr>
            <a:spLocks noGrp="1"/>
          </p:cNvSpPr>
          <p:nvPr>
            <p:ph sz="quarter" idx="60" hasCustomPrompt="1"/>
          </p:nvPr>
        </p:nvSpPr>
        <p:spPr>
          <a:xfrm>
            <a:off x="4125858" y="1933704"/>
            <a:ext cx="3931920" cy="2377190"/>
          </a:xfrm>
          <a:noFill/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Click to add image or content</a:t>
            </a:r>
          </a:p>
        </p:txBody>
      </p:sp>
      <p:sp>
        <p:nvSpPr>
          <p:cNvPr id="59" name="Content Placeholder 3">
            <a:extLst>
              <a:ext uri="{FF2B5EF4-FFF2-40B4-BE49-F238E27FC236}">
                <a16:creationId xmlns:a16="http://schemas.microsoft.com/office/drawing/2014/main" id="{32591587-D46E-4A5B-8C82-B97040150B77}"/>
              </a:ext>
            </a:extLst>
          </p:cNvPr>
          <p:cNvSpPr>
            <a:spLocks noGrp="1"/>
          </p:cNvSpPr>
          <p:nvPr>
            <p:ph sz="quarter" idx="61" hasCustomPrompt="1"/>
          </p:nvPr>
        </p:nvSpPr>
        <p:spPr>
          <a:xfrm>
            <a:off x="8260081" y="1933704"/>
            <a:ext cx="3931920" cy="2377190"/>
          </a:xfrm>
          <a:noFill/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Click to add image or content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A6CC7A-31F6-476F-BB8C-4101A160FA37}"/>
              </a:ext>
            </a:extLst>
          </p:cNvPr>
          <p:cNvSpPr/>
          <p:nvPr userDrawn="1"/>
        </p:nvSpPr>
        <p:spPr>
          <a:xfrm rot="5400000">
            <a:off x="5984538" y="-4440195"/>
            <a:ext cx="222926" cy="12192000"/>
          </a:xfrm>
          <a:prstGeom prst="rect">
            <a:avLst/>
          </a:prstGeom>
          <a:solidFill>
            <a:srgbClr val="003C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4F81617-22BB-43C5-AD3F-9DCF30D43E77}"/>
              </a:ext>
            </a:extLst>
          </p:cNvPr>
          <p:cNvCxnSpPr>
            <a:cxnSpLocks/>
          </p:cNvCxnSpPr>
          <p:nvPr userDrawn="1"/>
        </p:nvCxnSpPr>
        <p:spPr>
          <a:xfrm>
            <a:off x="406926" y="4757162"/>
            <a:ext cx="222926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F798447-5FC7-4E91-9462-571D496F119F}"/>
              </a:ext>
            </a:extLst>
          </p:cNvPr>
          <p:cNvCxnSpPr>
            <a:cxnSpLocks/>
          </p:cNvCxnSpPr>
          <p:nvPr userDrawn="1"/>
        </p:nvCxnSpPr>
        <p:spPr>
          <a:xfrm>
            <a:off x="4363727" y="4757162"/>
            <a:ext cx="222926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11DCFC-5530-4C9F-B534-F1619781A84D}"/>
              </a:ext>
            </a:extLst>
          </p:cNvPr>
          <p:cNvCxnSpPr>
            <a:cxnSpLocks/>
          </p:cNvCxnSpPr>
          <p:nvPr userDrawn="1"/>
        </p:nvCxnSpPr>
        <p:spPr>
          <a:xfrm>
            <a:off x="8453906" y="4757162"/>
            <a:ext cx="222926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E215AF5-1C8E-C34A-6FA1-42DC2BE0B725}"/>
              </a:ext>
            </a:extLst>
          </p:cNvPr>
          <p:cNvSpPr txBox="1"/>
          <p:nvPr userDrawn="1"/>
        </p:nvSpPr>
        <p:spPr>
          <a:xfrm>
            <a:off x="10051413" y="6343157"/>
            <a:ext cx="1866378" cy="3131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r">
              <a:lnSpc>
                <a:spcPct val="95000"/>
              </a:lnSpc>
            </a:pPr>
            <a:r>
              <a:rPr lang="en-US" sz="1000" spc="300">
                <a:solidFill>
                  <a:srgbClr val="003CB9"/>
                </a:solidFill>
                <a:latin typeface="Arial Narrow" panose="020B0606020202030204" pitchFamily="34" charset="0"/>
              </a:rPr>
              <a:t>CAROLLO</a:t>
            </a:r>
            <a:r>
              <a:rPr lang="en-US" sz="900" spc="300">
                <a:solidFill>
                  <a:srgbClr val="003CB9"/>
                </a:solidFill>
                <a:latin typeface="Arial Narrow" panose="020B0606020202030204" pitchFamily="34" charset="0"/>
              </a:rPr>
              <a:t>   </a:t>
            </a:r>
            <a:r>
              <a:rPr lang="en-US" sz="900" spc="300">
                <a:solidFill>
                  <a:schemeClr val="accent1"/>
                </a:solidFill>
                <a:latin typeface="Arial Narrow" panose="020B0606020202030204" pitchFamily="34" charset="0"/>
              </a:rPr>
              <a:t>/</a:t>
            </a:r>
            <a:r>
              <a:rPr lang="en-US" sz="900" spc="300">
                <a:solidFill>
                  <a:srgbClr val="003CB9"/>
                </a:solidFill>
                <a:latin typeface="Arial Narrow" panose="020B0606020202030204" pitchFamily="34" charset="0"/>
              </a:rPr>
              <a:t>   </a:t>
            </a:r>
            <a:fld id="{E7B37AC3-26D8-44A8-8336-675969F41DB9}" type="slidenum">
              <a:rPr lang="en-US" sz="900" b="1" spc="300" smtClean="0">
                <a:solidFill>
                  <a:srgbClr val="003CB9"/>
                </a:solidFill>
                <a:latin typeface="Arial Narrow" panose="020B0606020202030204" pitchFamily="34" charset="0"/>
              </a:rPr>
              <a:pPr algn="r">
                <a:lnSpc>
                  <a:spcPct val="95000"/>
                </a:lnSpc>
              </a:pPr>
              <a:t>‹#›</a:t>
            </a:fld>
            <a:endParaRPr lang="en-US" sz="900" b="1" spc="300">
              <a:solidFill>
                <a:srgbClr val="003CB9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09086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+ full image/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C657A1-F23A-4639-A127-7A3E94999D6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-1" y="1322947"/>
            <a:ext cx="12192001" cy="5535053"/>
          </a:xfrm>
        </p:spPr>
        <p:txBody>
          <a:bodyPr>
            <a:noAutofit/>
          </a:bodyPr>
          <a:lstStyle>
            <a:lvl1pPr marL="0" indent="0" algn="ctr">
              <a:buNone/>
              <a:defRPr sz="1800"/>
            </a:lvl1pPr>
            <a:lvl2pPr marL="274320" indent="0">
              <a:buNone/>
              <a:defRPr/>
            </a:lvl2pPr>
            <a:lvl3pPr marL="502920" indent="0">
              <a:buNone/>
              <a:defRPr/>
            </a:lvl3pPr>
            <a:lvl4pPr marL="822960" indent="0">
              <a:buNone/>
              <a:defRPr/>
            </a:lvl4pPr>
            <a:lvl5pPr marL="1097280" indent="0">
              <a:buNone/>
              <a:defRPr/>
            </a:lvl5pPr>
          </a:lstStyle>
          <a:p>
            <a:pPr lvl="0"/>
            <a:r>
              <a:rPr lang="en-US"/>
              <a:t>Click to add image or content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DD2E50-55FE-4A99-9D9A-6F7E13A3F3BF}"/>
              </a:ext>
            </a:extLst>
          </p:cNvPr>
          <p:cNvSpPr/>
          <p:nvPr userDrawn="1"/>
        </p:nvSpPr>
        <p:spPr>
          <a:xfrm rot="5400000">
            <a:off x="5509170" y="-5511572"/>
            <a:ext cx="1173659" cy="12192000"/>
          </a:xfrm>
          <a:prstGeom prst="rect">
            <a:avLst/>
          </a:prstGeom>
          <a:solidFill>
            <a:srgbClr val="003C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F58F78-3372-474B-A151-27B970A1392A}"/>
              </a:ext>
            </a:extLst>
          </p:cNvPr>
          <p:cNvSpPr/>
          <p:nvPr/>
        </p:nvSpPr>
        <p:spPr>
          <a:xfrm rot="5400000">
            <a:off x="5509170" y="-5511572"/>
            <a:ext cx="1173659" cy="12192000"/>
          </a:xfrm>
          <a:prstGeom prst="rect">
            <a:avLst/>
          </a:prstGeom>
          <a:solidFill>
            <a:srgbClr val="003C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153EED1-36CC-4391-9DDA-429BCBDE8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90" y="283219"/>
            <a:ext cx="10668330" cy="701731"/>
          </a:xfrm>
        </p:spPr>
        <p:txBody>
          <a:bodyPr wrap="square" lIns="0" anchor="ctr">
            <a:spAutoFit/>
          </a:bodyPr>
          <a:lstStyle>
            <a:lvl1pPr>
              <a:lnSpc>
                <a:spcPct val="9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4B8252-C6E7-7032-C47B-A0013A811BED}"/>
              </a:ext>
            </a:extLst>
          </p:cNvPr>
          <p:cNvSpPr txBox="1"/>
          <p:nvPr userDrawn="1"/>
        </p:nvSpPr>
        <p:spPr>
          <a:xfrm>
            <a:off x="10051413" y="6343157"/>
            <a:ext cx="1866378" cy="3131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r">
              <a:lnSpc>
                <a:spcPct val="95000"/>
              </a:lnSpc>
            </a:pPr>
            <a:r>
              <a:rPr lang="en-US" sz="1000" spc="300">
                <a:solidFill>
                  <a:srgbClr val="003CB9"/>
                </a:solidFill>
                <a:latin typeface="Arial Narrow" panose="020B0606020202030204" pitchFamily="34" charset="0"/>
              </a:rPr>
              <a:t>CAROLLO</a:t>
            </a:r>
            <a:r>
              <a:rPr lang="en-US" sz="900" spc="300">
                <a:solidFill>
                  <a:srgbClr val="003CB9"/>
                </a:solidFill>
                <a:latin typeface="Arial Narrow" panose="020B0606020202030204" pitchFamily="34" charset="0"/>
              </a:rPr>
              <a:t>   </a:t>
            </a:r>
            <a:r>
              <a:rPr lang="en-US" sz="900" spc="300">
                <a:solidFill>
                  <a:schemeClr val="accent1"/>
                </a:solidFill>
                <a:latin typeface="Arial Narrow" panose="020B0606020202030204" pitchFamily="34" charset="0"/>
              </a:rPr>
              <a:t>/</a:t>
            </a:r>
            <a:r>
              <a:rPr lang="en-US" sz="900" spc="300">
                <a:solidFill>
                  <a:srgbClr val="003CB9"/>
                </a:solidFill>
                <a:latin typeface="Arial Narrow" panose="020B0606020202030204" pitchFamily="34" charset="0"/>
              </a:rPr>
              <a:t>   </a:t>
            </a:r>
            <a:fld id="{E7B37AC3-26D8-44A8-8336-675969F41DB9}" type="slidenum">
              <a:rPr lang="en-US" sz="900" b="1" spc="300" smtClean="0">
                <a:solidFill>
                  <a:srgbClr val="003CB9"/>
                </a:solidFill>
                <a:latin typeface="Arial Narrow" panose="020B0606020202030204" pitchFamily="34" charset="0"/>
              </a:rPr>
              <a:pPr algn="r">
                <a:lnSpc>
                  <a:spcPct val="95000"/>
                </a:lnSpc>
              </a:pPr>
              <a:t>‹#›</a:t>
            </a:fld>
            <a:endParaRPr lang="en-US" sz="900" b="1" spc="300">
              <a:solidFill>
                <a:srgbClr val="003CB9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09970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09955A2B-EB7A-4220-97F9-4BD8B6568B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rgbClr val="D9C3A5">
                <a:tint val="50000"/>
                <a:satMod val="180000"/>
              </a:srgbClr>
            </a:duotone>
            <a:alphaModFix amt="1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2" r="7393" b="35335"/>
          <a:stretch/>
        </p:blipFill>
        <p:spPr>
          <a:xfrm>
            <a:off x="0" y="3693661"/>
            <a:ext cx="12192000" cy="31643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BD8A2E-71A2-4A0C-859F-AC9444093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2883" y="1131984"/>
            <a:ext cx="7568530" cy="1588127"/>
          </a:xfrm>
        </p:spPr>
        <p:txBody>
          <a:bodyPr anchor="b">
            <a:spAutoFit/>
          </a:bodyPr>
          <a:lstStyle>
            <a:lvl1pPr>
              <a:lnSpc>
                <a:spcPct val="9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F994D51-B867-458C-900C-A8F9ED5EDB8E}"/>
              </a:ext>
            </a:extLst>
          </p:cNvPr>
          <p:cNvCxnSpPr>
            <a:cxnSpLocks/>
          </p:cNvCxnSpPr>
          <p:nvPr/>
        </p:nvCxnSpPr>
        <p:spPr>
          <a:xfrm>
            <a:off x="2482883" y="2881615"/>
            <a:ext cx="425780" cy="0"/>
          </a:xfrm>
          <a:prstGeom prst="line">
            <a:avLst/>
          </a:prstGeom>
          <a:ln w="25400">
            <a:solidFill>
              <a:srgbClr val="FAA4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92EF27-3B4F-4653-A4A3-B5000D6F58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82883" y="3231995"/>
            <a:ext cx="7539038" cy="461665"/>
          </a:xfr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003CB9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5ACE49C-2732-483C-ADF9-D85BD9CBED3D}"/>
              </a:ext>
            </a:extLst>
          </p:cNvPr>
          <p:cNvCxnSpPr>
            <a:cxnSpLocks/>
          </p:cNvCxnSpPr>
          <p:nvPr userDrawn="1"/>
        </p:nvCxnSpPr>
        <p:spPr>
          <a:xfrm>
            <a:off x="2482883" y="2881615"/>
            <a:ext cx="425780" cy="0"/>
          </a:xfrm>
          <a:prstGeom prst="line">
            <a:avLst/>
          </a:prstGeom>
          <a:ln w="25400">
            <a:solidFill>
              <a:srgbClr val="FAA4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0A5C01A-AB9B-F73A-3080-B7717256B766}"/>
              </a:ext>
            </a:extLst>
          </p:cNvPr>
          <p:cNvSpPr txBox="1"/>
          <p:nvPr userDrawn="1"/>
        </p:nvSpPr>
        <p:spPr>
          <a:xfrm>
            <a:off x="10051413" y="6343157"/>
            <a:ext cx="1866378" cy="3131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r">
              <a:lnSpc>
                <a:spcPct val="95000"/>
              </a:lnSpc>
            </a:pPr>
            <a:r>
              <a:rPr lang="en-US" sz="1000" spc="300">
                <a:solidFill>
                  <a:srgbClr val="003CB9"/>
                </a:solidFill>
                <a:latin typeface="Arial Narrow" panose="020B0606020202030204" pitchFamily="34" charset="0"/>
              </a:rPr>
              <a:t>CAROLLO</a:t>
            </a:r>
            <a:r>
              <a:rPr lang="en-US" sz="900" spc="300">
                <a:solidFill>
                  <a:srgbClr val="003CB9"/>
                </a:solidFill>
                <a:latin typeface="Arial Narrow" panose="020B0606020202030204" pitchFamily="34" charset="0"/>
              </a:rPr>
              <a:t>   </a:t>
            </a:r>
            <a:r>
              <a:rPr lang="en-US" sz="900" spc="300">
                <a:solidFill>
                  <a:schemeClr val="accent1"/>
                </a:solidFill>
                <a:latin typeface="Arial Narrow" panose="020B0606020202030204" pitchFamily="34" charset="0"/>
              </a:rPr>
              <a:t>/</a:t>
            </a:r>
            <a:r>
              <a:rPr lang="en-US" sz="900" spc="300">
                <a:solidFill>
                  <a:srgbClr val="003CB9"/>
                </a:solidFill>
                <a:latin typeface="Arial Narrow" panose="020B0606020202030204" pitchFamily="34" charset="0"/>
              </a:rPr>
              <a:t>   </a:t>
            </a:r>
            <a:fld id="{E7B37AC3-26D8-44A8-8336-675969F41DB9}" type="slidenum">
              <a:rPr lang="en-US" sz="900" b="1" spc="300" smtClean="0">
                <a:solidFill>
                  <a:srgbClr val="003CB9"/>
                </a:solidFill>
                <a:latin typeface="Arial Narrow" panose="020B0606020202030204" pitchFamily="34" charset="0"/>
              </a:rPr>
              <a:pPr algn="r">
                <a:lnSpc>
                  <a:spcPct val="95000"/>
                </a:lnSpc>
              </a:pPr>
              <a:t>‹#›</a:t>
            </a:fld>
            <a:endParaRPr lang="en-US" sz="900" b="1" spc="300">
              <a:solidFill>
                <a:srgbClr val="003CB9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08068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C6A8D2FC-D796-42BA-8762-024AE04894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rgbClr val="D9C3A5">
                <a:tint val="50000"/>
                <a:satMod val="180000"/>
              </a:srgbClr>
            </a:duotone>
            <a:alphaModFix amt="1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2" r="7393" b="35335"/>
          <a:stretch/>
        </p:blipFill>
        <p:spPr>
          <a:xfrm>
            <a:off x="0" y="3693661"/>
            <a:ext cx="12192000" cy="31643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BD8A2E-71A2-4A0C-859F-AC9444093D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34919" y="1782368"/>
            <a:ext cx="7814425" cy="553998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0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quote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2BB0C911-8C7F-4047-A982-C99E394331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18567" y="4874882"/>
            <a:ext cx="2930778" cy="369332"/>
          </a:xfrm>
        </p:spPr>
        <p:txBody>
          <a:bodyPr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800">
                <a:solidFill>
                  <a:srgbClr val="003CB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2pPr>
            <a:lvl3pPr marL="914400" indent="0">
              <a:buNone/>
              <a:defRPr sz="2800">
                <a:solidFill>
                  <a:srgbClr val="003CB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3pPr>
            <a:lvl4pPr marL="1371600" indent="0">
              <a:buNone/>
              <a:defRPr sz="2800">
                <a:solidFill>
                  <a:srgbClr val="003CB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4pPr>
            <a:lvl5pPr marL="1828800" indent="0">
              <a:buNone/>
              <a:defRPr sz="2800">
                <a:solidFill>
                  <a:srgbClr val="003CB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1CDEC8-CDB5-03A3-F797-154F69123352}"/>
              </a:ext>
            </a:extLst>
          </p:cNvPr>
          <p:cNvSpPr txBox="1"/>
          <p:nvPr userDrawn="1"/>
        </p:nvSpPr>
        <p:spPr>
          <a:xfrm>
            <a:off x="10051413" y="6343157"/>
            <a:ext cx="1866378" cy="3131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r">
              <a:lnSpc>
                <a:spcPct val="95000"/>
              </a:lnSpc>
            </a:pPr>
            <a:r>
              <a:rPr lang="en-US" sz="1000" spc="300">
                <a:solidFill>
                  <a:srgbClr val="003CB9"/>
                </a:solidFill>
                <a:latin typeface="Arial Narrow" panose="020B0606020202030204" pitchFamily="34" charset="0"/>
              </a:rPr>
              <a:t>CAROLLO</a:t>
            </a:r>
            <a:r>
              <a:rPr lang="en-US" sz="900" spc="300">
                <a:solidFill>
                  <a:srgbClr val="003CB9"/>
                </a:solidFill>
                <a:latin typeface="Arial Narrow" panose="020B0606020202030204" pitchFamily="34" charset="0"/>
              </a:rPr>
              <a:t>   </a:t>
            </a:r>
            <a:r>
              <a:rPr lang="en-US" sz="900" spc="300">
                <a:solidFill>
                  <a:schemeClr val="accent1"/>
                </a:solidFill>
                <a:latin typeface="Arial Narrow" panose="020B0606020202030204" pitchFamily="34" charset="0"/>
              </a:rPr>
              <a:t>/</a:t>
            </a:r>
            <a:r>
              <a:rPr lang="en-US" sz="900" spc="300">
                <a:solidFill>
                  <a:srgbClr val="003CB9"/>
                </a:solidFill>
                <a:latin typeface="Arial Narrow" panose="020B0606020202030204" pitchFamily="34" charset="0"/>
              </a:rPr>
              <a:t>   </a:t>
            </a:r>
            <a:fld id="{E7B37AC3-26D8-44A8-8336-675969F41DB9}" type="slidenum">
              <a:rPr lang="en-US" sz="900" b="1" spc="300" smtClean="0">
                <a:solidFill>
                  <a:srgbClr val="003CB9"/>
                </a:solidFill>
                <a:latin typeface="Arial Narrow" panose="020B0606020202030204" pitchFamily="34" charset="0"/>
              </a:rPr>
              <a:pPr algn="r">
                <a:lnSpc>
                  <a:spcPct val="95000"/>
                </a:lnSpc>
              </a:pPr>
              <a:t>‹#›</a:t>
            </a:fld>
            <a:endParaRPr lang="en-US" sz="900" b="1" spc="300">
              <a:solidFill>
                <a:srgbClr val="003CB9"/>
              </a:solidFill>
              <a:latin typeface="Arial Narrow" panose="020B0606020202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67F7CB-E893-57C5-1C9C-09F4A9E32C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73009" y="1628642"/>
            <a:ext cx="992231" cy="84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2197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AFC3B90-B919-470C-89A0-AA20A6DE382F}"/>
              </a:ext>
            </a:extLst>
          </p:cNvPr>
          <p:cNvSpPr/>
          <p:nvPr userDrawn="1"/>
        </p:nvSpPr>
        <p:spPr>
          <a:xfrm rot="5400000">
            <a:off x="2667000" y="-2667000"/>
            <a:ext cx="6858000" cy="12192000"/>
          </a:xfrm>
          <a:prstGeom prst="rect">
            <a:avLst/>
          </a:prstGeom>
          <a:solidFill>
            <a:srgbClr val="003C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CBF8C4-77E7-48C5-A5B2-7A65A3F9B1B0}"/>
              </a:ext>
            </a:extLst>
          </p:cNvPr>
          <p:cNvSpPr/>
          <p:nvPr/>
        </p:nvSpPr>
        <p:spPr>
          <a:xfrm rot="5400000">
            <a:off x="2667000" y="-2667000"/>
            <a:ext cx="6858000" cy="12192000"/>
          </a:xfrm>
          <a:prstGeom prst="rect">
            <a:avLst/>
          </a:prstGeom>
          <a:solidFill>
            <a:srgbClr val="003C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7DEFB1D9-080D-4CAE-BD31-0BE5E1CFA00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25000"/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71" r="2660" b="32010"/>
          <a:stretch/>
        </p:blipFill>
        <p:spPr>
          <a:xfrm>
            <a:off x="4526" y="3856387"/>
            <a:ext cx="12187476" cy="30016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398782-2166-4933-8435-F6D80D332EB4}"/>
              </a:ext>
            </a:extLst>
          </p:cNvPr>
          <p:cNvSpPr txBox="1"/>
          <p:nvPr userDrawn="1"/>
        </p:nvSpPr>
        <p:spPr>
          <a:xfrm>
            <a:off x="391885" y="6289056"/>
            <a:ext cx="1493846" cy="31315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>
              <a:lnSpc>
                <a:spcPct val="95000"/>
              </a:lnSpc>
            </a:pPr>
            <a:r>
              <a:rPr lang="en-US" sz="1000" b="1" spc="300">
                <a:solidFill>
                  <a:schemeClr val="bg1"/>
                </a:solidFill>
                <a:latin typeface="Arial Narrow" panose="020B0606020202030204" pitchFamily="34" charset="0"/>
              </a:rPr>
              <a:t>CAROLLO.COM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F53237B-39D7-4B18-83EB-8BA441C8C0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76567" y="6187980"/>
            <a:ext cx="1649879" cy="2576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DB27CE-31B0-428A-99EA-906334649C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0630" y="3905844"/>
            <a:ext cx="9230690" cy="707886"/>
          </a:xfrm>
        </p:spPr>
        <p:txBody>
          <a:bodyPr wrap="square" anchor="b">
            <a:sp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closing slide text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F3FE04E-F1E6-4674-B307-9E490992FC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76567" y="6187980"/>
            <a:ext cx="1649879" cy="25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9495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8286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20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FDD5A00-E259-42E7-A0BD-2413479CE905}"/>
              </a:ext>
            </a:extLst>
          </p:cNvPr>
          <p:cNvSpPr/>
          <p:nvPr/>
        </p:nvSpPr>
        <p:spPr>
          <a:xfrm>
            <a:off x="0" y="0"/>
            <a:ext cx="222926" cy="6857998"/>
          </a:xfrm>
          <a:prstGeom prst="rect">
            <a:avLst/>
          </a:prstGeom>
          <a:solidFill>
            <a:srgbClr val="003C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C10619-0994-63E7-A1EB-870FD2E38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4128" y="1801368"/>
            <a:ext cx="8737270" cy="183845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lvl="0"/>
            <a:r>
              <a:rPr lang="en-US"/>
              <a:t>Click to add bullets</a:t>
            </a:r>
          </a:p>
          <a:p>
            <a:pPr lvl="1"/>
            <a:r>
              <a:rPr lang="en-US"/>
              <a:t>Level 2 Bullet Style</a:t>
            </a:r>
          </a:p>
          <a:p>
            <a:pPr lvl="2"/>
            <a:r>
              <a:rPr lang="en-US"/>
              <a:t>Level 3 Bullet</a:t>
            </a:r>
          </a:p>
          <a:p>
            <a:pPr lvl="3"/>
            <a:r>
              <a:rPr lang="en-US"/>
              <a:t>Level 4 Bullet</a:t>
            </a:r>
          </a:p>
          <a:p>
            <a:pPr lvl="4"/>
            <a:r>
              <a:rPr lang="en-US"/>
              <a:t>Level 5 Bullet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DF81FE-145C-4273-8E85-D9F3D3B0EE34}"/>
              </a:ext>
            </a:extLst>
          </p:cNvPr>
          <p:cNvSpPr txBox="1"/>
          <p:nvPr/>
        </p:nvSpPr>
        <p:spPr>
          <a:xfrm>
            <a:off x="10051413" y="6343157"/>
            <a:ext cx="1866378" cy="3131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r">
              <a:lnSpc>
                <a:spcPct val="95000"/>
              </a:lnSpc>
            </a:pPr>
            <a:r>
              <a:rPr lang="en-US" sz="1000" spc="300">
                <a:solidFill>
                  <a:srgbClr val="003CB9"/>
                </a:solidFill>
                <a:latin typeface="Arial Narrow" panose="020B0606020202030204" pitchFamily="34" charset="0"/>
              </a:rPr>
              <a:t>CAROLLO</a:t>
            </a:r>
            <a:r>
              <a:rPr lang="en-US" sz="900" spc="300">
                <a:solidFill>
                  <a:srgbClr val="003CB9"/>
                </a:solidFill>
                <a:latin typeface="Arial Narrow" panose="020B0606020202030204" pitchFamily="34" charset="0"/>
              </a:rPr>
              <a:t>   </a:t>
            </a:r>
            <a:r>
              <a:rPr lang="en-US" sz="900" spc="300">
                <a:solidFill>
                  <a:schemeClr val="accent1"/>
                </a:solidFill>
                <a:latin typeface="Arial Narrow" panose="020B0606020202030204" pitchFamily="34" charset="0"/>
              </a:rPr>
              <a:t>/</a:t>
            </a:r>
            <a:r>
              <a:rPr lang="en-US" sz="900" spc="300">
                <a:solidFill>
                  <a:srgbClr val="003CB9"/>
                </a:solidFill>
                <a:latin typeface="Arial Narrow" panose="020B0606020202030204" pitchFamily="34" charset="0"/>
              </a:rPr>
              <a:t>   </a:t>
            </a:r>
            <a:fld id="{E7B37AC3-26D8-44A8-8336-675969F41DB9}" type="slidenum">
              <a:rPr lang="en-US" sz="900" b="1" spc="300" smtClean="0">
                <a:solidFill>
                  <a:srgbClr val="003CB9"/>
                </a:solidFill>
                <a:latin typeface="Arial Narrow" panose="020B0606020202030204" pitchFamily="34" charset="0"/>
              </a:rPr>
              <a:pPr algn="r">
                <a:lnSpc>
                  <a:spcPct val="95000"/>
                </a:lnSpc>
              </a:pPr>
              <a:t>‹#›</a:t>
            </a:fld>
            <a:endParaRPr lang="en-US" sz="900" b="1" spc="300">
              <a:solidFill>
                <a:srgbClr val="003CB9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E38799-E33B-4A44-9773-F266E89E4860}"/>
              </a:ext>
            </a:extLst>
          </p:cNvPr>
          <p:cNvCxnSpPr>
            <a:cxnSpLocks/>
          </p:cNvCxnSpPr>
          <p:nvPr/>
        </p:nvCxnSpPr>
        <p:spPr>
          <a:xfrm>
            <a:off x="736270" y="343744"/>
            <a:ext cx="222926" cy="0"/>
          </a:xfrm>
          <a:prstGeom prst="line">
            <a:avLst/>
          </a:prstGeom>
          <a:ln w="19050">
            <a:solidFill>
              <a:srgbClr val="003C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B16E8960-8DAA-4FD1-A28E-EB169F38E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270" y="438911"/>
            <a:ext cx="9025128" cy="1161287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C86506CF-E689-4FB6-AC81-1D1C19EEC6FF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1098549" y="5462572"/>
            <a:ext cx="2438400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b">
            <a:spAutoFit/>
          </a:bodyPr>
          <a:lstStyle>
            <a:lvl1pPr>
              <a:defRPr sz="2800">
                <a:solidFill>
                  <a:schemeClr val="tx1"/>
                </a:solidFill>
                <a:latin typeface="Humanst521 BT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Humanst521 BT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Humanst521 BT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Humanst521 BT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Humanst521 B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Humanst521 B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Humanst521 B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Humanst521 B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Humanst521 BT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70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updatefooter0323.pptx/</a:t>
            </a:r>
            <a:fld id="{3587B205-D543-4E3E-B23B-C20DB7518250}" type="slidenum">
              <a:rPr lang="en-US" altLang="en-US" sz="700" smtClean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en-US" sz="70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4066BA-7B9B-40E1-8614-41C6695CABA8}"/>
              </a:ext>
            </a:extLst>
          </p:cNvPr>
          <p:cNvSpPr/>
          <p:nvPr userDrawn="1"/>
        </p:nvSpPr>
        <p:spPr>
          <a:xfrm>
            <a:off x="0" y="0"/>
            <a:ext cx="222926" cy="6857998"/>
          </a:xfrm>
          <a:prstGeom prst="rect">
            <a:avLst/>
          </a:prstGeom>
          <a:solidFill>
            <a:srgbClr val="003C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6B2A85B-9A92-4FA4-AABF-1F5AD189B089}"/>
              </a:ext>
            </a:extLst>
          </p:cNvPr>
          <p:cNvCxnSpPr>
            <a:cxnSpLocks/>
          </p:cNvCxnSpPr>
          <p:nvPr userDrawn="1"/>
        </p:nvCxnSpPr>
        <p:spPr>
          <a:xfrm>
            <a:off x="736270" y="343744"/>
            <a:ext cx="222926" cy="0"/>
          </a:xfrm>
          <a:prstGeom prst="line">
            <a:avLst/>
          </a:prstGeom>
          <a:ln w="19050">
            <a:solidFill>
              <a:srgbClr val="003C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Box 10">
            <a:extLst>
              <a:ext uri="{FF2B5EF4-FFF2-40B4-BE49-F238E27FC236}">
                <a16:creationId xmlns:a16="http://schemas.microsoft.com/office/drawing/2014/main" id="{1FFDBB03-F298-4565-862B-C31775BEA9F3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6200000">
            <a:off x="-1098549" y="5462572"/>
            <a:ext cx="2438400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b">
            <a:spAutoFit/>
          </a:bodyPr>
          <a:lstStyle>
            <a:lvl1pPr>
              <a:defRPr sz="2800">
                <a:solidFill>
                  <a:schemeClr val="tx1"/>
                </a:solidFill>
                <a:latin typeface="Humanst521 BT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Humanst521 BT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Humanst521 BT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Humanst521 BT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Humanst521 B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Humanst521 B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Humanst521 B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Humanst521 B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Humanst521 BT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70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updatefooter0323.pptx/</a:t>
            </a:r>
            <a:fld id="{3587B205-D543-4E3E-B23B-C20DB7518250}" type="slidenum">
              <a:rPr lang="en-US" altLang="en-US" sz="700" smtClean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en-US" sz="70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8769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tx1"/>
          </a:solidFill>
          <a:latin typeface="Segoe UI Light" panose="020B0502040204020203" pitchFamily="34" charset="0"/>
          <a:ea typeface="+mj-ea"/>
          <a:cs typeface="Segoe UI Light" panose="020B0502040204020203" pitchFamily="34" charset="0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600"/>
        </a:spcBef>
        <a:buClr>
          <a:srgbClr val="003CB9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600"/>
        </a:spcBef>
        <a:buClr>
          <a:srgbClr val="2163DB"/>
        </a:buClr>
        <a:buFont typeface="Segoe UI" panose="020B0502040204020203" pitchFamily="34" charset="0"/>
        <a:buChar char="»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731520" indent="-228600" algn="l" defTabSz="914400" rtl="0" eaLnBrk="1" latinLnBrk="0" hangingPunct="1">
        <a:lnSpc>
          <a:spcPct val="100000"/>
        </a:lnSpc>
        <a:spcBef>
          <a:spcPts val="600"/>
        </a:spcBef>
        <a:buClr>
          <a:srgbClr val="FAA41A"/>
        </a:buClr>
        <a:buFont typeface="Segoe UI" panose="020B0502040204020203" pitchFamily="34" charset="0"/>
        <a:buChar char="−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1000"/>
        </a:spcBef>
        <a:buClr>
          <a:srgbClr val="333333"/>
        </a:buClr>
        <a:buFont typeface="Segoe UI Light" panose="020B0502040204020203" pitchFamily="34" charset="0"/>
        <a:buChar char="▪"/>
        <a:defRPr sz="16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1000"/>
        </a:spcBef>
        <a:buClr>
          <a:srgbClr val="333333"/>
        </a:buClr>
        <a:buFont typeface="Segoe UI Light" panose="020B0502040204020203" pitchFamily="34" charset="0"/>
        <a:buChar char="‑"/>
        <a:defRPr sz="16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hyperlink" Target="https://doi.org/10.2139/ssrn.6702761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1450" y="0"/>
            <a:ext cx="12020550" cy="57150"/>
          </a:xfrm>
          <a:prstGeom prst="rect">
            <a:avLst/>
          </a:prstGeom>
          <a:solidFill>
            <a:srgbClr val="FAA4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55000"/>
          </a:blip>
          <a:srcRect/>
          <a:stretch/>
        </p:blipFill>
        <p:spPr>
          <a:xfrm>
            <a:off x="0" y="4733925"/>
            <a:ext cx="12192000" cy="2095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00816" y="1047750"/>
            <a:ext cx="1233934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2700" kern="0" spc="-27" dirty="0">
                <a:solidFill>
                  <a:srgbClr val="01206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carollo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0100816" y="1394371"/>
            <a:ext cx="123393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b="1" kern="0" spc="567" dirty="0">
                <a:solidFill>
                  <a:srgbClr val="003C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10763250" y="1718221"/>
            <a:ext cx="571500" cy="28575"/>
          </a:xfrm>
          <a:prstGeom prst="rect">
            <a:avLst/>
          </a:prstGeom>
          <a:solidFill>
            <a:srgbClr val="FAA4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57250" y="1238250"/>
            <a:ext cx="814292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206" dirty="0">
                <a:solidFill>
                  <a:srgbClr val="15A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AWWA ACE 2026 </a:t>
            </a:r>
            <a:r>
              <a:rPr lang="en-US" sz="825" b="1" kern="0" spc="206" dirty="0">
                <a:solidFill>
                  <a:srgbClr val="FAA4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</a:t>
            </a:r>
            <a:r>
              <a:rPr lang="en-US" sz="825" b="1" kern="0" spc="206" dirty="0">
                <a:solidFill>
                  <a:srgbClr val="15A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PCW06 · ML / AI FOR WATER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857250" y="1590675"/>
            <a:ext cx="8044815" cy="1478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kern="0" spc="-36" dirty="0">
                <a:solidFill>
                  <a:srgbClr val="01206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From </a:t>
            </a:r>
            <a:r>
              <a:rPr lang="en-US" sz="3600" i="1" kern="0" spc="-36" dirty="0">
                <a:solidFill>
                  <a:srgbClr val="01206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RAG </a:t>
            </a:r>
            <a:r>
              <a:rPr lang="en-US" sz="3600" kern="0" spc="-36" dirty="0">
                <a:solidFill>
                  <a:srgbClr val="01206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to </a:t>
            </a:r>
            <a:r>
              <a:rPr lang="en-US" sz="3600" b="1" kern="0" spc="-36" dirty="0">
                <a:solidFill>
                  <a:srgbClr val="01206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Agents </a:t>
            </a:r>
            <a:r>
              <a:rPr lang="en-US" sz="3600" kern="0" spc="-36" dirty="0">
                <a:solidFill>
                  <a:srgbClr val="01206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How AI goes from </a:t>
            </a:r>
            <a:r>
              <a:rPr lang="en-US" sz="3600" b="1" i="1" kern="0" spc="-36" dirty="0">
                <a:solidFill>
                  <a:srgbClr val="003CB9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answering questions </a:t>
            </a:r>
            <a:r>
              <a:rPr lang="en-US" sz="3600" kern="0" spc="-36" dirty="0">
                <a:solidFill>
                  <a:srgbClr val="01206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to doing </a:t>
            </a:r>
            <a:r>
              <a:rPr lang="en-US" sz="3600" b="1" kern="0" spc="-36" dirty="0">
                <a:solidFill>
                  <a:srgbClr val="01206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real work.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857250" y="3221087"/>
            <a:ext cx="685800" cy="38100"/>
          </a:xfrm>
          <a:prstGeom prst="rect">
            <a:avLst/>
          </a:prstGeom>
          <a:solidFill>
            <a:srgbClr val="FAA4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57250" y="3411587"/>
            <a:ext cx="6671310" cy="479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b="1" kern="0" spc="6" dirty="0">
                <a:solidFill>
                  <a:srgbClr val="003C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10-minute concepts session, then a hands-on activity with a stormwater inspection QC tool.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57250" y="5591175"/>
            <a:ext cx="9429750" cy="600075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57250" y="5591175"/>
            <a:ext cx="9429750" cy="9525"/>
          </a:xfrm>
          <a:prstGeom prst="rect">
            <a:avLst/>
          </a:prstGeom>
          <a:solidFill>
            <a:srgbClr val="D5D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57250" y="5734050"/>
            <a:ext cx="117886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188" dirty="0">
                <a:solidFill>
                  <a:srgbClr val="003CB9">
                    <a:alpha val="7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PRESENTER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857250" y="5905499"/>
            <a:ext cx="1242864" cy="5662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1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Yoko Koyama, PE</a:t>
            </a:r>
          </a:p>
          <a:p>
            <a:pPr marL="0" indent="0" algn="l">
              <a:buNone/>
            </a:pPr>
            <a:r>
              <a:rPr lang="en-US" sz="1100" b="1" dirty="0">
                <a:solidFill>
                  <a:srgbClr val="012060"/>
                </a:solidFill>
                <a:latin typeface="Segoe UI" pitchFamily="34" charset="0"/>
                <a:cs typeface="Segoe UI" pitchFamily="34" charset="-120"/>
              </a:rPr>
              <a:t>Craig Jariz, PE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417118" y="5734050"/>
            <a:ext cx="12069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188" dirty="0">
                <a:solidFill>
                  <a:srgbClr val="003CB9">
                    <a:alpha val="7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AFFILIATION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2417118" y="5905500"/>
            <a:ext cx="120699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1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Carollo Engineers</a:t>
            </a:r>
            <a:endParaRPr lang="en-US" sz="1125" dirty="0"/>
          </a:p>
        </p:txBody>
      </p:sp>
      <p:sp>
        <p:nvSpPr>
          <p:cNvPr id="17" name="Text 14"/>
          <p:cNvSpPr/>
          <p:nvPr/>
        </p:nvSpPr>
        <p:spPr>
          <a:xfrm>
            <a:off x="4005114" y="5734050"/>
            <a:ext cx="217289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188" dirty="0">
                <a:solidFill>
                  <a:srgbClr val="003CB9">
                    <a:alpha val="7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DURATION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4005114" y="5905500"/>
            <a:ext cx="291150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1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~10 min · Concepts → Hands-On</a:t>
            </a:r>
            <a:endParaRPr lang="en-US" sz="1125" dirty="0"/>
          </a:p>
        </p:txBody>
      </p:sp>
      <p:sp>
        <p:nvSpPr>
          <p:cNvPr id="19" name="Text 16"/>
          <p:cNvSpPr/>
          <p:nvPr/>
        </p:nvSpPr>
        <p:spPr>
          <a:xfrm>
            <a:off x="400050" y="6505575"/>
            <a:ext cx="51524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b="1" kern="0" spc="225" dirty="0">
                <a:solidFill>
                  <a:srgbClr val="9AA4B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 / 08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10534352" y="6524625"/>
            <a:ext cx="662434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b="1" kern="0" spc="225" dirty="0">
                <a:solidFill>
                  <a:srgbClr val="003CB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CAROLLO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1196786" y="6524625"/>
            <a:ext cx="126504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b="1" kern="0" spc="225" dirty="0">
                <a:solidFill>
                  <a:srgbClr val="15A3E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/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11323290" y="6524625"/>
            <a:ext cx="58296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b="1" kern="0" spc="225" dirty="0">
                <a:solidFill>
                  <a:srgbClr val="15A3E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DIGITAL</a:t>
            </a:r>
            <a:endParaRPr lang="en-US" sz="75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BD71505A-17FC-E078-3668-6C2BB745308D}"/>
              </a:ext>
            </a:extLst>
          </p:cNvPr>
          <p:cNvSpPr/>
          <p:nvPr/>
        </p:nvSpPr>
        <p:spPr>
          <a:xfrm>
            <a:off x="6722696" y="5727211"/>
            <a:ext cx="1334966" cy="281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188" dirty="0">
                <a:solidFill>
                  <a:srgbClr val="003CB9">
                    <a:alpha val="7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Acknowledgement</a:t>
            </a:r>
            <a:endParaRPr lang="en-US" sz="75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32DC91-D92B-D2DF-5958-E900CC32315F}"/>
              </a:ext>
            </a:extLst>
          </p:cNvPr>
          <p:cNvSpPr txBox="1"/>
          <p:nvPr/>
        </p:nvSpPr>
        <p:spPr>
          <a:xfrm>
            <a:off x="6633250" y="5902881"/>
            <a:ext cx="61292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012060"/>
                </a:solidFill>
                <a:latin typeface="Segoe UI" pitchFamily="34" charset="0"/>
                <a:cs typeface="Segoe UI" pitchFamily="34" charset="-120"/>
              </a:rPr>
              <a:t>Nive Venkat, 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933450"/>
            <a:ext cx="10763250" cy="9525"/>
          </a:xfrm>
          <a:prstGeom prst="rect">
            <a:avLst/>
          </a:prstGeom>
          <a:solidFill>
            <a:srgbClr val="D5D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457200"/>
            <a:ext cx="354336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kern="0" spc="-30" dirty="0">
                <a:solidFill>
                  <a:srgbClr val="01206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RAG </a:t>
            </a:r>
            <a:r>
              <a:rPr lang="en-US" sz="3000" kern="0" spc="-30" dirty="0">
                <a:solidFill>
                  <a:srgbClr val="01206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Flow </a:t>
            </a:r>
            <a:r>
              <a:rPr lang="en-US" sz="1350" kern="0" spc="-30" dirty="0">
                <a:solidFill>
                  <a:srgbClr val="9AA4BD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— retrieve, then answer.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601325" y="590550"/>
            <a:ext cx="923925" cy="247650"/>
          </a:xfrm>
          <a:prstGeom prst="rect">
            <a:avLst/>
          </a:prstGeom>
          <a:solidFill>
            <a:srgbClr val="FAA4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15625" y="647700"/>
            <a:ext cx="77152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165" dirty="0">
                <a:solidFill>
                  <a:srgbClr val="01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· RECAP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295399" y="1295400"/>
            <a:ext cx="1988663" cy="45719"/>
          </a:xfrm>
          <a:prstGeom prst="rect">
            <a:avLst/>
          </a:prstGeom>
          <a:solidFill>
            <a:srgbClr val="D5D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57299" y="1076325"/>
            <a:ext cx="2066811" cy="3599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kern="0" spc="149" dirty="0">
                <a:solidFill>
                  <a:srgbClr val="003C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</a:t>
            </a:r>
            <a:endParaRPr lang="en-US" sz="825" dirty="0"/>
          </a:p>
        </p:txBody>
      </p:sp>
      <p:sp>
        <p:nvSpPr>
          <p:cNvPr id="8" name="Shape 6"/>
          <p:cNvSpPr/>
          <p:nvPr/>
        </p:nvSpPr>
        <p:spPr>
          <a:xfrm>
            <a:off x="3367831" y="1295400"/>
            <a:ext cx="2840969" cy="45719"/>
          </a:xfrm>
          <a:prstGeom prst="rect">
            <a:avLst/>
          </a:prstGeom>
          <a:solidFill>
            <a:srgbClr val="D5D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26279" y="1076325"/>
            <a:ext cx="2926197" cy="3599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kern="0" spc="149" dirty="0">
                <a:solidFill>
                  <a:srgbClr val="003C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 STEP</a:t>
            </a:r>
            <a:endParaRPr lang="en-US" sz="825" dirty="0"/>
          </a:p>
        </p:txBody>
      </p:sp>
      <p:sp>
        <p:nvSpPr>
          <p:cNvPr id="10" name="Shape 8"/>
          <p:cNvSpPr/>
          <p:nvPr/>
        </p:nvSpPr>
        <p:spPr>
          <a:xfrm>
            <a:off x="6271319" y="1295400"/>
            <a:ext cx="1988815" cy="45719"/>
          </a:xfrm>
          <a:prstGeom prst="rect">
            <a:avLst/>
          </a:prstGeom>
          <a:solidFill>
            <a:srgbClr val="D5D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33219" y="1076325"/>
            <a:ext cx="2066963" cy="3599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kern="0" spc="149" dirty="0">
                <a:solidFill>
                  <a:srgbClr val="003C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723899" y="1400175"/>
            <a:ext cx="488427" cy="14568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AA4B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295399" y="1400174"/>
            <a:ext cx="1988663" cy="727835"/>
          </a:xfrm>
          <a:prstGeom prst="roundRect">
            <a:avLst>
              <a:gd name="adj" fmla="val 13716"/>
            </a:avLst>
          </a:prstGeom>
          <a:solidFill>
            <a:srgbClr val="F4F4F7"/>
          </a:solidFill>
          <a:ln w="9525">
            <a:solidFill>
              <a:srgbClr val="D9D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419224" y="1578769"/>
            <a:ext cx="1812829" cy="3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38" b="1" dirty="0">
                <a:solidFill>
                  <a:srgbClr val="1F1F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question</a:t>
            </a:r>
            <a:endParaRPr lang="en-US" sz="938" dirty="0"/>
          </a:p>
        </p:txBody>
      </p:sp>
      <p:sp>
        <p:nvSpPr>
          <p:cNvPr id="15" name="Text 13"/>
          <p:cNvSpPr/>
          <p:nvPr/>
        </p:nvSpPr>
        <p:spPr>
          <a:xfrm>
            <a:off x="1419224" y="1768078"/>
            <a:ext cx="1812829" cy="3696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“What was Q3 revenue?”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24956" y="1747390"/>
            <a:ext cx="117223" cy="45719"/>
          </a:xfrm>
          <a:prstGeom prst="rect">
            <a:avLst/>
          </a:prstGeom>
          <a:solidFill>
            <a:srgbClr val="5A5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367831" y="1400175"/>
            <a:ext cx="2840969" cy="709776"/>
          </a:xfrm>
          <a:prstGeom prst="roundRect">
            <a:avLst>
              <a:gd name="adj" fmla="val 13716"/>
            </a:avLst>
          </a:prstGeom>
          <a:solidFill>
            <a:srgbClr val="EEEAFF"/>
          </a:solidFill>
          <a:ln w="9525">
            <a:solidFill>
              <a:srgbClr val="C9C0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91656" y="1578769"/>
            <a:ext cx="2665135" cy="3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38" b="1" dirty="0">
                <a:solidFill>
                  <a:srgbClr val="3A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 the question</a:t>
            </a:r>
            <a:endParaRPr lang="en-US" sz="938" dirty="0"/>
          </a:p>
        </p:txBody>
      </p:sp>
      <p:sp>
        <p:nvSpPr>
          <p:cNvPr id="19" name="Text 17"/>
          <p:cNvSpPr/>
          <p:nvPr/>
        </p:nvSpPr>
        <p:spPr>
          <a:xfrm>
            <a:off x="3491656" y="1768078"/>
            <a:ext cx="2926197" cy="359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convert query → embedding vector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45681" y="2085082"/>
            <a:ext cx="45719" cy="208381"/>
          </a:xfrm>
          <a:prstGeom prst="rect">
            <a:avLst/>
          </a:prstGeom>
          <a:solidFill>
            <a:srgbClr val="796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23899" y="2189857"/>
            <a:ext cx="488427" cy="14568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AA4B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67831" y="2293463"/>
            <a:ext cx="2840969" cy="781286"/>
          </a:xfrm>
          <a:prstGeom prst="roundRect">
            <a:avLst>
              <a:gd name="adj" fmla="val 13716"/>
            </a:avLst>
          </a:prstGeom>
          <a:solidFill>
            <a:srgbClr val="EEEAFF"/>
          </a:solidFill>
          <a:ln w="9525">
            <a:solidFill>
              <a:srgbClr val="C9C0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91656" y="2294632"/>
            <a:ext cx="2665135" cy="3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38" b="1" dirty="0">
                <a:solidFill>
                  <a:srgbClr val="3A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document store</a:t>
            </a:r>
            <a:endParaRPr lang="en-US" sz="938" dirty="0"/>
          </a:p>
        </p:txBody>
      </p:sp>
      <p:sp>
        <p:nvSpPr>
          <p:cNvPr id="24" name="Text 22"/>
          <p:cNvSpPr/>
          <p:nvPr/>
        </p:nvSpPr>
        <p:spPr>
          <a:xfrm>
            <a:off x="3491657" y="2483941"/>
            <a:ext cx="2631860" cy="653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chunks with similar embeddings (PDFs, reports, emails, wikis)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45681" y="2929414"/>
            <a:ext cx="45719" cy="208381"/>
          </a:xfrm>
          <a:prstGeom prst="rect">
            <a:avLst/>
          </a:prstGeom>
          <a:solidFill>
            <a:srgbClr val="796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271319" y="2293462"/>
            <a:ext cx="1988815" cy="781287"/>
          </a:xfrm>
          <a:prstGeom prst="roundRect">
            <a:avLst>
              <a:gd name="adj" fmla="val 13716"/>
            </a:avLst>
          </a:prstGeom>
          <a:solidFill>
            <a:srgbClr val="FFF6E8"/>
          </a:solidFill>
          <a:ln w="9525">
            <a:solidFill>
              <a:srgbClr val="E6B46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95144" y="2368451"/>
            <a:ext cx="1812981" cy="3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38" b="1" dirty="0">
                <a:solidFill>
                  <a:srgbClr val="8A5A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docs</a:t>
            </a:r>
            <a:endParaRPr lang="en-US" sz="938" dirty="0"/>
          </a:p>
        </p:txBody>
      </p:sp>
      <p:sp>
        <p:nvSpPr>
          <p:cNvPr id="28" name="Text 26"/>
          <p:cNvSpPr/>
          <p:nvPr/>
        </p:nvSpPr>
        <p:spPr>
          <a:xfrm>
            <a:off x="6395144" y="2557760"/>
            <a:ext cx="1887769" cy="359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 report, contracts, internal wiki…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66544" y="2537072"/>
            <a:ext cx="117223" cy="45719"/>
          </a:xfrm>
          <a:prstGeom prst="rect">
            <a:avLst/>
          </a:prstGeom>
          <a:solidFill>
            <a:srgbClr val="E1A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23899" y="2979539"/>
            <a:ext cx="488427" cy="14568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AA4B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81305" y="3182634"/>
            <a:ext cx="4966543" cy="627671"/>
          </a:xfrm>
          <a:prstGeom prst="roundRect">
            <a:avLst>
              <a:gd name="adj" fmla="val 13716"/>
            </a:avLst>
          </a:prstGeom>
          <a:solidFill>
            <a:srgbClr val="E8F6EE"/>
          </a:solidFill>
          <a:ln w="9525">
            <a:solidFill>
              <a:srgbClr val="B7D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491657" y="3158133"/>
            <a:ext cx="4853938" cy="3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38" b="1" dirty="0">
                <a:solidFill>
                  <a:srgbClr val="0F6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3 relevant chunks retrieved</a:t>
            </a:r>
            <a:endParaRPr lang="en-US" sz="938" dirty="0"/>
          </a:p>
        </p:txBody>
      </p:sp>
      <p:sp>
        <p:nvSpPr>
          <p:cNvPr id="33" name="Text 31"/>
          <p:cNvSpPr/>
          <p:nvPr/>
        </p:nvSpPr>
        <p:spPr>
          <a:xfrm>
            <a:off x="3491657" y="3347442"/>
            <a:ext cx="4853938" cy="3696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“Q3 revenue was $4.2B, up 12%…”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794871" y="3763136"/>
            <a:ext cx="45719" cy="208381"/>
          </a:xfrm>
          <a:prstGeom prst="rect">
            <a:avLst/>
          </a:prstGeom>
          <a:solidFill>
            <a:srgbClr val="28A0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23899" y="3769221"/>
            <a:ext cx="488427" cy="14568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AA4B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260987" y="3901336"/>
            <a:ext cx="1988663" cy="940542"/>
          </a:xfrm>
          <a:prstGeom prst="roundRect">
            <a:avLst>
              <a:gd name="adj" fmla="val 13716"/>
            </a:avLst>
          </a:prstGeom>
          <a:solidFill>
            <a:srgbClr val="F4F4F7"/>
          </a:solidFill>
          <a:ln w="9525">
            <a:solidFill>
              <a:srgbClr val="D9D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419224" y="3947815"/>
            <a:ext cx="1812829" cy="3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38" b="1" dirty="0">
                <a:solidFill>
                  <a:srgbClr val="1F1F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gets answer</a:t>
            </a:r>
            <a:endParaRPr lang="en-US" sz="938" dirty="0"/>
          </a:p>
        </p:txBody>
      </p:sp>
      <p:sp>
        <p:nvSpPr>
          <p:cNvPr id="38" name="Text 36"/>
          <p:cNvSpPr/>
          <p:nvPr/>
        </p:nvSpPr>
        <p:spPr>
          <a:xfrm>
            <a:off x="1419225" y="4197387"/>
            <a:ext cx="1201989" cy="359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cited, accurate, current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367831" y="3918189"/>
            <a:ext cx="4966543" cy="940541"/>
          </a:xfrm>
          <a:prstGeom prst="roundRect">
            <a:avLst>
              <a:gd name="adj" fmla="val 13716"/>
            </a:avLst>
          </a:prstGeom>
          <a:solidFill>
            <a:srgbClr val="E8F6EE"/>
          </a:solidFill>
          <a:ln w="9525">
            <a:solidFill>
              <a:srgbClr val="B7D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491657" y="3947815"/>
            <a:ext cx="4853938" cy="3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38" b="1" dirty="0">
                <a:solidFill>
                  <a:srgbClr val="0F6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Augmented prompt sent to LLM</a:t>
            </a:r>
            <a:endParaRPr lang="en-US" sz="938" dirty="0"/>
          </a:p>
        </p:txBody>
      </p:sp>
      <p:sp>
        <p:nvSpPr>
          <p:cNvPr id="42" name="Text 40"/>
          <p:cNvSpPr/>
          <p:nvPr/>
        </p:nvSpPr>
        <p:spPr>
          <a:xfrm>
            <a:off x="3455352" y="4283683"/>
            <a:ext cx="4853938" cy="3696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“Using this context: [retrieved chunks]… answer: What was Q3 revenue?”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367337" y="5648949"/>
            <a:ext cx="1016355" cy="340987"/>
          </a:xfrm>
          <a:prstGeom prst="rect">
            <a:avLst/>
          </a:prstGeom>
          <a:solidFill>
            <a:srgbClr val="F4F4F7"/>
          </a:solidFill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kern="0" spc="3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2613641" y="5654639"/>
            <a:ext cx="1958821" cy="340987"/>
          </a:xfrm>
          <a:prstGeom prst="rect">
            <a:avLst/>
          </a:prstGeom>
          <a:solidFill>
            <a:srgbClr val="EEEAFF"/>
          </a:solidFill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kern="0" spc="3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4768540" y="5654639"/>
            <a:ext cx="1296684" cy="340987"/>
          </a:xfrm>
          <a:prstGeom prst="rect">
            <a:avLst/>
          </a:prstGeom>
          <a:solidFill>
            <a:srgbClr val="E8F6EE"/>
          </a:solidFill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kern="0" spc="3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6271319" y="5648412"/>
            <a:ext cx="2074276" cy="340987"/>
          </a:xfrm>
          <a:prstGeom prst="rect">
            <a:avLst/>
          </a:prstGeom>
          <a:solidFill>
            <a:srgbClr val="FFF6E8"/>
          </a:solidFill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kern="0" spc="3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private data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8488131" y="981836"/>
            <a:ext cx="2988720" cy="5562600"/>
          </a:xfrm>
          <a:prstGeom prst="rect">
            <a:avLst/>
          </a:prstGeom>
          <a:solidFill>
            <a:srgbClr val="F4F7FC"/>
          </a:solidFill>
          <a:ln w="9525">
            <a:solidFill>
              <a:srgbClr val="D5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601224" y="1094614"/>
            <a:ext cx="284511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165" dirty="0">
                <a:solidFill>
                  <a:srgbClr val="003C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THE HOOD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8601224" y="1277284"/>
            <a:ext cx="284511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25" b="1" dirty="0">
                <a:solidFill>
                  <a:srgbClr val="01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open-source RAG stack</a:t>
            </a:r>
            <a:endParaRPr lang="en-US" sz="1125" dirty="0"/>
          </a:p>
        </p:txBody>
      </p:sp>
      <p:sp>
        <p:nvSpPr>
          <p:cNvPr id="50" name="Shape 48"/>
          <p:cNvSpPr/>
          <p:nvPr/>
        </p:nvSpPr>
        <p:spPr>
          <a:xfrm>
            <a:off x="8602658" y="1583891"/>
            <a:ext cx="2762250" cy="3939183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8620125" y="5672733"/>
            <a:ext cx="48413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endParaRPr lang="en-US" sz="713" dirty="0"/>
          </a:p>
        </p:txBody>
      </p:sp>
      <p:sp>
        <p:nvSpPr>
          <p:cNvPr id="53" name="Text 50"/>
          <p:cNvSpPr/>
          <p:nvPr/>
        </p:nvSpPr>
        <p:spPr>
          <a:xfrm>
            <a:off x="8658020" y="5654639"/>
            <a:ext cx="2686459" cy="441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en-US" sz="800" b="1" kern="0" spc="7" dirty="0">
                <a:solidFill>
                  <a:srgbClr val="01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layers</a:t>
            </a:r>
            <a:endParaRPr lang="en-US" sz="8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900" kern="0" spc="7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 behind every RAG app: ingest, embeddings, vector DB, retrieval/ranking, LLM frameworks, and the LLM itself.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8642032" y="6358831"/>
            <a:ext cx="2845118" cy="160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713" kern="0" spc="7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Diagram credit: Shalini Goyal (@goyalshalini)</a:t>
            </a:r>
            <a:endParaRPr lang="en-US" sz="713" dirty="0"/>
          </a:p>
        </p:txBody>
      </p:sp>
      <p:sp>
        <p:nvSpPr>
          <p:cNvPr id="56" name="Text 53"/>
          <p:cNvSpPr/>
          <p:nvPr/>
        </p:nvSpPr>
        <p:spPr>
          <a:xfrm>
            <a:off x="10534352" y="6524625"/>
            <a:ext cx="662434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b="1" kern="0" spc="225" dirty="0">
                <a:solidFill>
                  <a:srgbClr val="003CB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CAROLLO</a:t>
            </a:r>
            <a:endParaRPr lang="en-US" sz="750" dirty="0"/>
          </a:p>
        </p:txBody>
      </p:sp>
      <p:sp>
        <p:nvSpPr>
          <p:cNvPr id="57" name="Text 54"/>
          <p:cNvSpPr/>
          <p:nvPr/>
        </p:nvSpPr>
        <p:spPr>
          <a:xfrm>
            <a:off x="11196786" y="6524625"/>
            <a:ext cx="126504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b="1" kern="0" spc="225" dirty="0">
                <a:solidFill>
                  <a:srgbClr val="15A3E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/</a:t>
            </a:r>
            <a:endParaRPr lang="en-US" sz="750" dirty="0"/>
          </a:p>
        </p:txBody>
      </p:sp>
      <p:sp>
        <p:nvSpPr>
          <p:cNvPr id="58" name="Text 55"/>
          <p:cNvSpPr/>
          <p:nvPr/>
        </p:nvSpPr>
        <p:spPr>
          <a:xfrm>
            <a:off x="11323290" y="6524625"/>
            <a:ext cx="58296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b="1" kern="0" spc="225" dirty="0">
                <a:solidFill>
                  <a:srgbClr val="15A3E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DIGITAL</a:t>
            </a:r>
            <a:endParaRPr lang="en-US" sz="750" dirty="0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6B2C4D90-FD9D-FC2D-25F2-A086C656B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9879" y="1588004"/>
            <a:ext cx="2845117" cy="3951157"/>
          </a:xfrm>
          <a:prstGeom prst="rect">
            <a:avLst/>
          </a:prstGeom>
          <a:ln>
            <a:noFill/>
          </a:ln>
        </p:spPr>
      </p:pic>
      <p:sp>
        <p:nvSpPr>
          <p:cNvPr id="60" name="Text 19">
            <a:extLst>
              <a:ext uri="{FF2B5EF4-FFF2-40B4-BE49-F238E27FC236}">
                <a16:creationId xmlns:a16="http://schemas.microsoft.com/office/drawing/2014/main" id="{C0E5FCEC-B783-7592-AB9C-13E4D153C3A1}"/>
              </a:ext>
            </a:extLst>
          </p:cNvPr>
          <p:cNvSpPr/>
          <p:nvPr/>
        </p:nvSpPr>
        <p:spPr>
          <a:xfrm>
            <a:off x="2895424" y="1390109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267" dirty="0"/>
          </a:p>
        </p:txBody>
      </p:sp>
      <p:sp>
        <p:nvSpPr>
          <p:cNvPr id="61" name="Text 19">
            <a:extLst>
              <a:ext uri="{FF2B5EF4-FFF2-40B4-BE49-F238E27FC236}">
                <a16:creationId xmlns:a16="http://schemas.microsoft.com/office/drawing/2014/main" id="{0A9C7378-FDF1-D535-2756-6BD48216828A}"/>
              </a:ext>
            </a:extLst>
          </p:cNvPr>
          <p:cNvSpPr/>
          <p:nvPr/>
        </p:nvSpPr>
        <p:spPr>
          <a:xfrm rot="10800000">
            <a:off x="2983919" y="3946955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26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D02B9-C003-8AA4-6632-BA8BA8C27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269" y="438911"/>
            <a:ext cx="10048961" cy="1161287"/>
          </a:xfrm>
        </p:spPr>
        <p:txBody>
          <a:bodyPr/>
          <a:lstStyle/>
          <a:p>
            <a:r>
              <a:rPr lang="en-US" dirty="0"/>
              <a:t>What We Just Learned — and Where We're Going Next</a:t>
            </a:r>
            <a:br>
              <a:rPr lang="en-US" dirty="0"/>
            </a:br>
            <a:endParaRPr lang="en-US" dirty="0"/>
          </a:p>
        </p:txBody>
      </p:sp>
      <p:sp>
        <p:nvSpPr>
          <p:cNvPr id="34" name="Shape 3">
            <a:extLst>
              <a:ext uri="{FF2B5EF4-FFF2-40B4-BE49-F238E27FC236}">
                <a16:creationId xmlns:a16="http://schemas.microsoft.com/office/drawing/2014/main" id="{A5278628-2E82-8D27-E935-90B012DACFE0}"/>
              </a:ext>
            </a:extLst>
          </p:cNvPr>
          <p:cNvSpPr/>
          <p:nvPr/>
        </p:nvSpPr>
        <p:spPr>
          <a:xfrm>
            <a:off x="857250" y="1930896"/>
            <a:ext cx="4724400" cy="290869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35" name="Shape 4">
            <a:extLst>
              <a:ext uri="{FF2B5EF4-FFF2-40B4-BE49-F238E27FC236}">
                <a16:creationId xmlns:a16="http://schemas.microsoft.com/office/drawing/2014/main" id="{FC3E5A75-396F-1A38-0D42-299DCC75474E}"/>
              </a:ext>
            </a:extLst>
          </p:cNvPr>
          <p:cNvSpPr/>
          <p:nvPr/>
        </p:nvSpPr>
        <p:spPr>
          <a:xfrm>
            <a:off x="857250" y="4830068"/>
            <a:ext cx="4684835" cy="45719"/>
          </a:xfrm>
          <a:prstGeom prst="rect">
            <a:avLst/>
          </a:prstGeom>
          <a:solidFill>
            <a:srgbClr val="D5DDEE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36" name="Shape 5">
            <a:extLst>
              <a:ext uri="{FF2B5EF4-FFF2-40B4-BE49-F238E27FC236}">
                <a16:creationId xmlns:a16="http://schemas.microsoft.com/office/drawing/2014/main" id="{BD118D7E-1064-25D1-4B07-C918EF140AF9}"/>
              </a:ext>
            </a:extLst>
          </p:cNvPr>
          <p:cNvSpPr/>
          <p:nvPr/>
        </p:nvSpPr>
        <p:spPr>
          <a:xfrm>
            <a:off x="857250" y="1930895"/>
            <a:ext cx="4684835" cy="45719"/>
          </a:xfrm>
          <a:prstGeom prst="rect">
            <a:avLst/>
          </a:prstGeom>
          <a:solidFill>
            <a:srgbClr val="15A3EB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37" name="Shape 6">
            <a:extLst>
              <a:ext uri="{FF2B5EF4-FFF2-40B4-BE49-F238E27FC236}">
                <a16:creationId xmlns:a16="http://schemas.microsoft.com/office/drawing/2014/main" id="{9497435A-83EC-6F3B-8FF5-18AC67DCB9F6}"/>
              </a:ext>
            </a:extLst>
          </p:cNvPr>
          <p:cNvSpPr/>
          <p:nvPr/>
        </p:nvSpPr>
        <p:spPr>
          <a:xfrm>
            <a:off x="857250" y="1930896"/>
            <a:ext cx="9525" cy="2908697"/>
          </a:xfrm>
          <a:prstGeom prst="rect">
            <a:avLst/>
          </a:prstGeom>
          <a:solidFill>
            <a:srgbClr val="D5DDEE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C8CE345B-BCCD-0E36-A49E-E7E8232220C0}"/>
              </a:ext>
            </a:extLst>
          </p:cNvPr>
          <p:cNvSpPr/>
          <p:nvPr/>
        </p:nvSpPr>
        <p:spPr>
          <a:xfrm>
            <a:off x="5570660" y="1930896"/>
            <a:ext cx="9525" cy="2908697"/>
          </a:xfrm>
          <a:prstGeom prst="rect">
            <a:avLst/>
          </a:prstGeom>
          <a:solidFill>
            <a:srgbClr val="D5DDEE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215028FA-07E5-F3D8-6949-203A76A7250F}"/>
              </a:ext>
            </a:extLst>
          </p:cNvPr>
          <p:cNvSpPr/>
          <p:nvPr/>
        </p:nvSpPr>
        <p:spPr>
          <a:xfrm>
            <a:off x="1114425" y="2216646"/>
            <a:ext cx="455218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15A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· WHAT YOU JUST SAW</a:t>
            </a:r>
            <a:endParaRPr lang="en-US" sz="1000" dirty="0"/>
          </a:p>
        </p:txBody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2B8B6E02-48F3-88EB-87FF-400BA093FB28}"/>
              </a:ext>
            </a:extLst>
          </p:cNvPr>
          <p:cNvSpPr/>
          <p:nvPr/>
        </p:nvSpPr>
        <p:spPr>
          <a:xfrm>
            <a:off x="1114425" y="2388096"/>
            <a:ext cx="455218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1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tool, one job: retrieve, then answer.</a:t>
            </a:r>
            <a:endParaRPr lang="en-US" sz="2000" dirty="0"/>
          </a:p>
        </p:txBody>
      </p:sp>
      <p:sp>
        <p:nvSpPr>
          <p:cNvPr id="41" name="Shape 10">
            <a:extLst>
              <a:ext uri="{FF2B5EF4-FFF2-40B4-BE49-F238E27FC236}">
                <a16:creationId xmlns:a16="http://schemas.microsoft.com/office/drawing/2014/main" id="{401E29DE-3C6C-D5CE-522E-9027219F62A4}"/>
              </a:ext>
            </a:extLst>
          </p:cNvPr>
          <p:cNvSpPr/>
          <p:nvPr/>
        </p:nvSpPr>
        <p:spPr>
          <a:xfrm>
            <a:off x="1114425" y="3291483"/>
            <a:ext cx="4419600" cy="9525"/>
          </a:xfrm>
          <a:prstGeom prst="rect">
            <a:avLst/>
          </a:prstGeom>
          <a:solidFill>
            <a:srgbClr val="EEF2FA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ADF7A731-D6B2-9711-2D5A-EB1074326339}"/>
              </a:ext>
            </a:extLst>
          </p:cNvPr>
          <p:cNvSpPr/>
          <p:nvPr/>
        </p:nvSpPr>
        <p:spPr>
          <a:xfrm>
            <a:off x="1114425" y="3054846"/>
            <a:ext cx="9906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60" dirty="0">
                <a:solidFill>
                  <a:srgbClr val="003C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</a:t>
            </a:r>
            <a:endParaRPr lang="en-US" sz="1000" dirty="0"/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1CC30183-9646-9E89-CCF5-412830077F69}"/>
              </a:ext>
            </a:extLst>
          </p:cNvPr>
          <p:cNvSpPr/>
          <p:nvPr/>
        </p:nvSpPr>
        <p:spPr>
          <a:xfrm>
            <a:off x="2124075" y="3035796"/>
            <a:ext cx="3512249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 language</a:t>
            </a:r>
            <a:endParaRPr lang="en-US" sz="1100" dirty="0"/>
          </a:p>
        </p:txBody>
      </p:sp>
      <p:sp>
        <p:nvSpPr>
          <p:cNvPr id="44" name="Shape 13">
            <a:extLst>
              <a:ext uri="{FF2B5EF4-FFF2-40B4-BE49-F238E27FC236}">
                <a16:creationId xmlns:a16="http://schemas.microsoft.com/office/drawing/2014/main" id="{886EA4A1-5DB0-E246-1954-919FCAEEE248}"/>
              </a:ext>
            </a:extLst>
          </p:cNvPr>
          <p:cNvSpPr/>
          <p:nvPr/>
        </p:nvSpPr>
        <p:spPr>
          <a:xfrm>
            <a:off x="1114425" y="3728145"/>
            <a:ext cx="4419600" cy="9525"/>
          </a:xfrm>
          <a:prstGeom prst="rect">
            <a:avLst/>
          </a:prstGeom>
          <a:solidFill>
            <a:srgbClr val="EEF2FA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921F3C6B-EF8D-36CB-C6CE-C42DDABD87A9}"/>
              </a:ext>
            </a:extLst>
          </p:cNvPr>
          <p:cNvSpPr/>
          <p:nvPr/>
        </p:nvSpPr>
        <p:spPr>
          <a:xfrm>
            <a:off x="1114425" y="3491508"/>
            <a:ext cx="9906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60" dirty="0">
                <a:solidFill>
                  <a:srgbClr val="003C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RETRIEVE</a:t>
            </a:r>
            <a:endParaRPr lang="en-US" sz="1000" dirty="0"/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A3823482-BB8C-D59E-6DD3-EAB3D2EC35AD}"/>
              </a:ext>
            </a:extLst>
          </p:cNvPr>
          <p:cNvSpPr/>
          <p:nvPr/>
        </p:nvSpPr>
        <p:spPr>
          <a:xfrm>
            <a:off x="2124075" y="3472458"/>
            <a:ext cx="3512249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similarity search</a:t>
            </a:r>
            <a:endParaRPr lang="en-US" sz="1100" dirty="0"/>
          </a:p>
        </p:txBody>
      </p:sp>
      <p:sp>
        <p:nvSpPr>
          <p:cNvPr id="47" name="Shape 16">
            <a:extLst>
              <a:ext uri="{FF2B5EF4-FFF2-40B4-BE49-F238E27FC236}">
                <a16:creationId xmlns:a16="http://schemas.microsoft.com/office/drawing/2014/main" id="{957ED213-A518-F601-89AA-7B5BE2C8AAD4}"/>
              </a:ext>
            </a:extLst>
          </p:cNvPr>
          <p:cNvSpPr/>
          <p:nvPr/>
        </p:nvSpPr>
        <p:spPr>
          <a:xfrm>
            <a:off x="1114425" y="4164806"/>
            <a:ext cx="4419600" cy="9525"/>
          </a:xfrm>
          <a:prstGeom prst="rect">
            <a:avLst/>
          </a:prstGeom>
          <a:solidFill>
            <a:srgbClr val="EEF2FA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13045105-A6F6-18C5-3255-53142447D4B6}"/>
              </a:ext>
            </a:extLst>
          </p:cNvPr>
          <p:cNvSpPr/>
          <p:nvPr/>
        </p:nvSpPr>
        <p:spPr>
          <a:xfrm>
            <a:off x="1114425" y="3928170"/>
            <a:ext cx="9906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60" dirty="0">
                <a:solidFill>
                  <a:srgbClr val="003C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INJECT</a:t>
            </a:r>
            <a:endParaRPr lang="en-US" sz="1000" dirty="0"/>
          </a:p>
        </p:txBody>
      </p:sp>
      <p:sp>
        <p:nvSpPr>
          <p:cNvPr id="49" name="Text 18">
            <a:extLst>
              <a:ext uri="{FF2B5EF4-FFF2-40B4-BE49-F238E27FC236}">
                <a16:creationId xmlns:a16="http://schemas.microsoft.com/office/drawing/2014/main" id="{2082967D-8A92-5EF5-512E-B81486FA77ED}"/>
              </a:ext>
            </a:extLst>
          </p:cNvPr>
          <p:cNvSpPr/>
          <p:nvPr/>
        </p:nvSpPr>
        <p:spPr>
          <a:xfrm>
            <a:off x="2124075" y="3909120"/>
            <a:ext cx="3512249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Relevant chunks → prompt</a:t>
            </a:r>
            <a:endParaRPr lang="en-US" sz="1100" dirty="0"/>
          </a:p>
        </p:txBody>
      </p:sp>
      <p:sp>
        <p:nvSpPr>
          <p:cNvPr id="50" name="Text 19">
            <a:extLst>
              <a:ext uri="{FF2B5EF4-FFF2-40B4-BE49-F238E27FC236}">
                <a16:creationId xmlns:a16="http://schemas.microsoft.com/office/drawing/2014/main" id="{6A5EBED4-37FB-1560-C832-51392D1DFEA8}"/>
              </a:ext>
            </a:extLst>
          </p:cNvPr>
          <p:cNvSpPr/>
          <p:nvPr/>
        </p:nvSpPr>
        <p:spPr>
          <a:xfrm>
            <a:off x="1114425" y="4364831"/>
            <a:ext cx="9906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60" dirty="0">
                <a:solidFill>
                  <a:srgbClr val="003C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</a:t>
            </a:r>
            <a:endParaRPr lang="en-US" sz="1000" dirty="0"/>
          </a:p>
        </p:txBody>
      </p:sp>
      <p:sp>
        <p:nvSpPr>
          <p:cNvPr id="51" name="Text 20">
            <a:extLst>
              <a:ext uri="{FF2B5EF4-FFF2-40B4-BE49-F238E27FC236}">
                <a16:creationId xmlns:a16="http://schemas.microsoft.com/office/drawing/2014/main" id="{FD4FCA65-B8C3-AB6B-2CEE-AB06F729E1A1}"/>
              </a:ext>
            </a:extLst>
          </p:cNvPr>
          <p:cNvSpPr/>
          <p:nvPr/>
        </p:nvSpPr>
        <p:spPr>
          <a:xfrm>
            <a:off x="2124075" y="4345781"/>
            <a:ext cx="3512249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Grounded, with citations</a:t>
            </a:r>
            <a:endParaRPr lang="en-US" sz="1100" dirty="0"/>
          </a:p>
        </p:txBody>
      </p:sp>
      <p:sp>
        <p:nvSpPr>
          <p:cNvPr id="52" name="Shape 21">
            <a:extLst>
              <a:ext uri="{FF2B5EF4-FFF2-40B4-BE49-F238E27FC236}">
                <a16:creationId xmlns:a16="http://schemas.microsoft.com/office/drawing/2014/main" id="{28B34C65-838C-10C4-7039-ED1602748C34}"/>
              </a:ext>
            </a:extLst>
          </p:cNvPr>
          <p:cNvSpPr/>
          <p:nvPr/>
        </p:nvSpPr>
        <p:spPr>
          <a:xfrm>
            <a:off x="5765804" y="2961084"/>
            <a:ext cx="457200" cy="457200"/>
          </a:xfrm>
          <a:prstGeom prst="ellipse">
            <a:avLst/>
          </a:prstGeom>
          <a:solidFill>
            <a:srgbClr val="003CB9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53" name="Text 22">
            <a:extLst>
              <a:ext uri="{FF2B5EF4-FFF2-40B4-BE49-F238E27FC236}">
                <a16:creationId xmlns:a16="http://schemas.microsoft.com/office/drawing/2014/main" id="{6DD10C74-2956-CC8A-8A56-819DCF2AE44F}"/>
              </a:ext>
            </a:extLst>
          </p:cNvPr>
          <p:cNvSpPr/>
          <p:nvPr/>
        </p:nvSpPr>
        <p:spPr>
          <a:xfrm>
            <a:off x="5727704" y="2961084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54" name="Text 23">
            <a:extLst>
              <a:ext uri="{FF2B5EF4-FFF2-40B4-BE49-F238E27FC236}">
                <a16:creationId xmlns:a16="http://schemas.microsoft.com/office/drawing/2014/main" id="{CE5FAEEC-2034-504E-8D18-BA1A52465C23}"/>
              </a:ext>
            </a:extLst>
          </p:cNvPr>
          <p:cNvSpPr/>
          <p:nvPr/>
        </p:nvSpPr>
        <p:spPr>
          <a:xfrm>
            <a:off x="5642325" y="3584566"/>
            <a:ext cx="685800" cy="372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b="1" kern="0" spc="122" dirty="0">
                <a:solidFill>
                  <a:srgbClr val="003C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 ADD THE AGENT LAYER</a:t>
            </a:r>
            <a:endParaRPr lang="en-US" sz="900" dirty="0"/>
          </a:p>
        </p:txBody>
      </p:sp>
      <p:sp>
        <p:nvSpPr>
          <p:cNvPr id="55" name="Shape 24">
            <a:extLst>
              <a:ext uri="{FF2B5EF4-FFF2-40B4-BE49-F238E27FC236}">
                <a16:creationId xmlns:a16="http://schemas.microsoft.com/office/drawing/2014/main" id="{8FFC2339-C929-55DA-B34C-E549E1E70EE8}"/>
              </a:ext>
            </a:extLst>
          </p:cNvPr>
          <p:cNvSpPr/>
          <p:nvPr/>
        </p:nvSpPr>
        <p:spPr>
          <a:xfrm>
            <a:off x="6400800" y="1930896"/>
            <a:ext cx="4933950" cy="290869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56" name="Shape 25">
            <a:extLst>
              <a:ext uri="{FF2B5EF4-FFF2-40B4-BE49-F238E27FC236}">
                <a16:creationId xmlns:a16="http://schemas.microsoft.com/office/drawing/2014/main" id="{1CF39D86-EAFE-E03E-0A61-461E6EDB88D4}"/>
              </a:ext>
            </a:extLst>
          </p:cNvPr>
          <p:cNvSpPr/>
          <p:nvPr/>
        </p:nvSpPr>
        <p:spPr>
          <a:xfrm>
            <a:off x="6400800" y="4830068"/>
            <a:ext cx="4933950" cy="9525"/>
          </a:xfrm>
          <a:prstGeom prst="rect">
            <a:avLst/>
          </a:prstGeom>
          <a:solidFill>
            <a:srgbClr val="D5DDEE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57" name="Shape 26">
            <a:extLst>
              <a:ext uri="{FF2B5EF4-FFF2-40B4-BE49-F238E27FC236}">
                <a16:creationId xmlns:a16="http://schemas.microsoft.com/office/drawing/2014/main" id="{EB7B1831-A53B-80D9-DE51-5DCF9393E964}"/>
              </a:ext>
            </a:extLst>
          </p:cNvPr>
          <p:cNvSpPr/>
          <p:nvPr/>
        </p:nvSpPr>
        <p:spPr>
          <a:xfrm>
            <a:off x="6400800" y="1930896"/>
            <a:ext cx="4933950" cy="38100"/>
          </a:xfrm>
          <a:prstGeom prst="rect">
            <a:avLst/>
          </a:prstGeom>
          <a:solidFill>
            <a:srgbClr val="003CB9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58" name="Shape 27">
            <a:extLst>
              <a:ext uri="{FF2B5EF4-FFF2-40B4-BE49-F238E27FC236}">
                <a16:creationId xmlns:a16="http://schemas.microsoft.com/office/drawing/2014/main" id="{8644F1AE-79D4-9F25-4041-92A25174DEA5}"/>
              </a:ext>
            </a:extLst>
          </p:cNvPr>
          <p:cNvSpPr/>
          <p:nvPr/>
        </p:nvSpPr>
        <p:spPr>
          <a:xfrm>
            <a:off x="6400800" y="1930896"/>
            <a:ext cx="9525" cy="2908697"/>
          </a:xfrm>
          <a:prstGeom prst="rect">
            <a:avLst/>
          </a:prstGeom>
          <a:solidFill>
            <a:srgbClr val="D5DDEE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59" name="Shape 28">
            <a:extLst>
              <a:ext uri="{FF2B5EF4-FFF2-40B4-BE49-F238E27FC236}">
                <a16:creationId xmlns:a16="http://schemas.microsoft.com/office/drawing/2014/main" id="{7EAF5465-D828-90A2-1164-FF30843E25A1}"/>
              </a:ext>
            </a:extLst>
          </p:cNvPr>
          <p:cNvSpPr/>
          <p:nvPr/>
        </p:nvSpPr>
        <p:spPr>
          <a:xfrm>
            <a:off x="11325225" y="1930896"/>
            <a:ext cx="9525" cy="2908697"/>
          </a:xfrm>
          <a:prstGeom prst="rect">
            <a:avLst/>
          </a:prstGeom>
          <a:solidFill>
            <a:srgbClr val="D5DDEE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60" name="Text 29">
            <a:extLst>
              <a:ext uri="{FF2B5EF4-FFF2-40B4-BE49-F238E27FC236}">
                <a16:creationId xmlns:a16="http://schemas.microsoft.com/office/drawing/2014/main" id="{5B6D1A8C-6F49-AB7F-E0CB-3906C1A64EDA}"/>
              </a:ext>
            </a:extLst>
          </p:cNvPr>
          <p:cNvSpPr/>
          <p:nvPr/>
        </p:nvSpPr>
        <p:spPr>
          <a:xfrm>
            <a:off x="6657975" y="2216646"/>
            <a:ext cx="455218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003C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· WHAT’S NEXT</a:t>
            </a:r>
            <a:endParaRPr lang="en-US" sz="1000" dirty="0"/>
          </a:p>
        </p:txBody>
      </p:sp>
      <p:sp>
        <p:nvSpPr>
          <p:cNvPr id="61" name="Text 30">
            <a:extLst>
              <a:ext uri="{FF2B5EF4-FFF2-40B4-BE49-F238E27FC236}">
                <a16:creationId xmlns:a16="http://schemas.microsoft.com/office/drawing/2014/main" id="{32B8C837-B87B-B1C8-8018-69A1CAC2CC93}"/>
              </a:ext>
            </a:extLst>
          </p:cNvPr>
          <p:cNvSpPr/>
          <p:nvPr/>
        </p:nvSpPr>
        <p:spPr>
          <a:xfrm>
            <a:off x="6657975" y="2388096"/>
            <a:ext cx="455218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1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Many tools, multi-step, plan → execute → check.</a:t>
            </a:r>
            <a:endParaRPr lang="en-US" sz="2000" dirty="0"/>
          </a:p>
        </p:txBody>
      </p:sp>
      <p:sp>
        <p:nvSpPr>
          <p:cNvPr id="62" name="Shape 31">
            <a:extLst>
              <a:ext uri="{FF2B5EF4-FFF2-40B4-BE49-F238E27FC236}">
                <a16:creationId xmlns:a16="http://schemas.microsoft.com/office/drawing/2014/main" id="{38DD8AE3-88DE-5DB4-01C6-008B7D4B3722}"/>
              </a:ext>
            </a:extLst>
          </p:cNvPr>
          <p:cNvSpPr/>
          <p:nvPr/>
        </p:nvSpPr>
        <p:spPr>
          <a:xfrm>
            <a:off x="6657975" y="3291483"/>
            <a:ext cx="4419600" cy="9525"/>
          </a:xfrm>
          <a:prstGeom prst="rect">
            <a:avLst/>
          </a:prstGeom>
          <a:solidFill>
            <a:srgbClr val="EEF2FA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63" name="Text 32">
            <a:extLst>
              <a:ext uri="{FF2B5EF4-FFF2-40B4-BE49-F238E27FC236}">
                <a16:creationId xmlns:a16="http://schemas.microsoft.com/office/drawing/2014/main" id="{305E9618-4F30-8CAB-E602-CD98FB9E21A7}"/>
              </a:ext>
            </a:extLst>
          </p:cNvPr>
          <p:cNvSpPr/>
          <p:nvPr/>
        </p:nvSpPr>
        <p:spPr>
          <a:xfrm>
            <a:off x="6657975" y="3054846"/>
            <a:ext cx="9906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60" dirty="0">
                <a:solidFill>
                  <a:srgbClr val="003C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INSIDE</a:t>
            </a:r>
            <a:endParaRPr lang="en-US" sz="1000" dirty="0"/>
          </a:p>
        </p:txBody>
      </p:sp>
      <p:sp>
        <p:nvSpPr>
          <p:cNvPr id="64" name="Text 33">
            <a:extLst>
              <a:ext uri="{FF2B5EF4-FFF2-40B4-BE49-F238E27FC236}">
                <a16:creationId xmlns:a16="http://schemas.microsoft.com/office/drawing/2014/main" id="{804D4ED6-61FC-31D5-1BDB-D0270FD22EF4}"/>
              </a:ext>
            </a:extLst>
          </p:cNvPr>
          <p:cNvSpPr/>
          <p:nvPr/>
        </p:nvSpPr>
        <p:spPr>
          <a:xfrm>
            <a:off x="7667625" y="3035796"/>
            <a:ext cx="3512249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tool the agent can call</a:t>
            </a:r>
            <a:endParaRPr lang="en-US" sz="1100" dirty="0"/>
          </a:p>
        </p:txBody>
      </p:sp>
      <p:sp>
        <p:nvSpPr>
          <p:cNvPr id="65" name="Shape 34">
            <a:extLst>
              <a:ext uri="{FF2B5EF4-FFF2-40B4-BE49-F238E27FC236}">
                <a16:creationId xmlns:a16="http://schemas.microsoft.com/office/drawing/2014/main" id="{247138DC-3355-BF50-3F2C-880D8426EFB9}"/>
              </a:ext>
            </a:extLst>
          </p:cNvPr>
          <p:cNvSpPr/>
          <p:nvPr/>
        </p:nvSpPr>
        <p:spPr>
          <a:xfrm>
            <a:off x="6657975" y="3728145"/>
            <a:ext cx="4419600" cy="9525"/>
          </a:xfrm>
          <a:prstGeom prst="rect">
            <a:avLst/>
          </a:prstGeom>
          <a:solidFill>
            <a:srgbClr val="EEF2FA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66" name="Text 35">
            <a:extLst>
              <a:ext uri="{FF2B5EF4-FFF2-40B4-BE49-F238E27FC236}">
                <a16:creationId xmlns:a16="http://schemas.microsoft.com/office/drawing/2014/main" id="{88E83F5C-1DD2-ED7F-C697-CAAEDBA3F699}"/>
              </a:ext>
            </a:extLst>
          </p:cNvPr>
          <p:cNvSpPr/>
          <p:nvPr/>
        </p:nvSpPr>
        <p:spPr>
          <a:xfrm>
            <a:off x="6657975" y="3491508"/>
            <a:ext cx="9906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60" dirty="0">
                <a:solidFill>
                  <a:srgbClr val="003C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MULTI-STEP</a:t>
            </a:r>
            <a:endParaRPr lang="en-US" sz="1000" dirty="0"/>
          </a:p>
        </p:txBody>
      </p:sp>
      <p:sp>
        <p:nvSpPr>
          <p:cNvPr id="67" name="Text 36">
            <a:extLst>
              <a:ext uri="{FF2B5EF4-FFF2-40B4-BE49-F238E27FC236}">
                <a16:creationId xmlns:a16="http://schemas.microsoft.com/office/drawing/2014/main" id="{DE056A2A-F792-AC09-D3F1-D30E9D9CED72}"/>
              </a:ext>
            </a:extLst>
          </p:cNvPr>
          <p:cNvSpPr/>
          <p:nvPr/>
        </p:nvSpPr>
        <p:spPr>
          <a:xfrm>
            <a:off x="7667625" y="3472458"/>
            <a:ext cx="3512249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→ execute → check</a:t>
            </a:r>
            <a:endParaRPr lang="en-US" sz="1100" dirty="0"/>
          </a:p>
        </p:txBody>
      </p:sp>
      <p:sp>
        <p:nvSpPr>
          <p:cNvPr id="68" name="Shape 37">
            <a:extLst>
              <a:ext uri="{FF2B5EF4-FFF2-40B4-BE49-F238E27FC236}">
                <a16:creationId xmlns:a16="http://schemas.microsoft.com/office/drawing/2014/main" id="{D9B24CB7-8ABC-CD9F-77EE-D74DA4DE8D7C}"/>
              </a:ext>
            </a:extLst>
          </p:cNvPr>
          <p:cNvSpPr/>
          <p:nvPr/>
        </p:nvSpPr>
        <p:spPr>
          <a:xfrm>
            <a:off x="6657975" y="4164806"/>
            <a:ext cx="4419600" cy="9525"/>
          </a:xfrm>
          <a:prstGeom prst="rect">
            <a:avLst/>
          </a:prstGeom>
          <a:solidFill>
            <a:srgbClr val="EEF2FA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69" name="Text 38">
            <a:extLst>
              <a:ext uri="{FF2B5EF4-FFF2-40B4-BE49-F238E27FC236}">
                <a16:creationId xmlns:a16="http://schemas.microsoft.com/office/drawing/2014/main" id="{82622264-E48C-C552-97B6-AA104AF89E35}"/>
              </a:ext>
            </a:extLst>
          </p:cNvPr>
          <p:cNvSpPr/>
          <p:nvPr/>
        </p:nvSpPr>
        <p:spPr>
          <a:xfrm>
            <a:off x="6657975" y="3928170"/>
            <a:ext cx="9906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60" dirty="0">
                <a:solidFill>
                  <a:srgbClr val="003C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</a:t>
            </a:r>
            <a:endParaRPr lang="en-US" sz="1000" dirty="0"/>
          </a:p>
        </p:txBody>
      </p:sp>
      <p:sp>
        <p:nvSpPr>
          <p:cNvPr id="70" name="Text 39">
            <a:extLst>
              <a:ext uri="{FF2B5EF4-FFF2-40B4-BE49-F238E27FC236}">
                <a16:creationId xmlns:a16="http://schemas.microsoft.com/office/drawing/2014/main" id="{4F75641E-BD0A-777A-CBE5-D6B632408401}"/>
              </a:ext>
            </a:extLst>
          </p:cNvPr>
          <p:cNvSpPr/>
          <p:nvPr/>
        </p:nvSpPr>
        <p:spPr>
          <a:xfrm>
            <a:off x="7667625" y="3909120"/>
            <a:ext cx="3512249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 output, not free text</a:t>
            </a:r>
            <a:endParaRPr lang="en-US" sz="1000" dirty="0"/>
          </a:p>
        </p:txBody>
      </p:sp>
      <p:sp>
        <p:nvSpPr>
          <p:cNvPr id="71" name="Text 40">
            <a:extLst>
              <a:ext uri="{FF2B5EF4-FFF2-40B4-BE49-F238E27FC236}">
                <a16:creationId xmlns:a16="http://schemas.microsoft.com/office/drawing/2014/main" id="{BA4A8DD8-A678-737C-938D-C369E1AA1716}"/>
              </a:ext>
            </a:extLst>
          </p:cNvPr>
          <p:cNvSpPr/>
          <p:nvPr/>
        </p:nvSpPr>
        <p:spPr>
          <a:xfrm>
            <a:off x="6657975" y="4364831"/>
            <a:ext cx="9906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60" dirty="0">
                <a:solidFill>
                  <a:srgbClr val="003C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1000" dirty="0"/>
          </a:p>
        </p:txBody>
      </p:sp>
      <p:sp>
        <p:nvSpPr>
          <p:cNvPr id="72" name="Text 41">
            <a:extLst>
              <a:ext uri="{FF2B5EF4-FFF2-40B4-BE49-F238E27FC236}">
                <a16:creationId xmlns:a16="http://schemas.microsoft.com/office/drawing/2014/main" id="{2D7B76A6-AADA-93FF-F9E7-53F77EAED245}"/>
              </a:ext>
            </a:extLst>
          </p:cNvPr>
          <p:cNvSpPr/>
          <p:nvPr/>
        </p:nvSpPr>
        <p:spPr>
          <a:xfrm>
            <a:off x="7667625" y="4345781"/>
            <a:ext cx="3512249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Sits inside a real process</a:t>
            </a:r>
            <a:endParaRPr lang="en-US" sz="1000" dirty="0"/>
          </a:p>
        </p:txBody>
      </p:sp>
      <p:sp>
        <p:nvSpPr>
          <p:cNvPr id="73" name="Shape 42">
            <a:extLst>
              <a:ext uri="{FF2B5EF4-FFF2-40B4-BE49-F238E27FC236}">
                <a16:creationId xmlns:a16="http://schemas.microsoft.com/office/drawing/2014/main" id="{2E1A5FEC-B80D-A60F-DF53-631051F4A7CE}"/>
              </a:ext>
            </a:extLst>
          </p:cNvPr>
          <p:cNvSpPr/>
          <p:nvPr/>
        </p:nvSpPr>
        <p:spPr>
          <a:xfrm>
            <a:off x="857249" y="5068193"/>
            <a:ext cx="10620375" cy="1239738"/>
          </a:xfrm>
          <a:prstGeom prst="rect">
            <a:avLst/>
          </a:prstGeom>
          <a:solidFill>
            <a:srgbClr val="01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43">
            <a:extLst>
              <a:ext uri="{FF2B5EF4-FFF2-40B4-BE49-F238E27FC236}">
                <a16:creationId xmlns:a16="http://schemas.microsoft.com/office/drawing/2014/main" id="{2960AE6F-E68E-6690-8E01-43CFA79F412F}"/>
              </a:ext>
            </a:extLst>
          </p:cNvPr>
          <p:cNvSpPr/>
          <p:nvPr/>
        </p:nvSpPr>
        <p:spPr>
          <a:xfrm>
            <a:off x="857250" y="5068193"/>
            <a:ext cx="38100" cy="452438"/>
          </a:xfrm>
          <a:prstGeom prst="rect">
            <a:avLst/>
          </a:prstGeom>
          <a:solidFill>
            <a:srgbClr val="FAA4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44">
            <a:extLst>
              <a:ext uri="{FF2B5EF4-FFF2-40B4-BE49-F238E27FC236}">
                <a16:creationId xmlns:a16="http://schemas.microsoft.com/office/drawing/2014/main" id="{202E5503-7876-A1E2-8249-A194889AD64D}"/>
              </a:ext>
            </a:extLst>
          </p:cNvPr>
          <p:cNvSpPr/>
          <p:nvPr/>
        </p:nvSpPr>
        <p:spPr>
          <a:xfrm>
            <a:off x="1066800" y="5201543"/>
            <a:ext cx="104108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 from previous activity: </a:t>
            </a:r>
            <a:r>
              <a:rPr lang="en-US" sz="1600" dirty="0">
                <a:solidFill>
                  <a:srgbClr val="CFE1F6"/>
                </a:solidFill>
                <a:highlight>
                  <a:srgbClr val="012060"/>
                </a:highlight>
                <a:latin typeface="Segoe UI" pitchFamily="34" charset="0"/>
                <a:cs typeface="Segoe UI" pitchFamily="34" charset="-120"/>
              </a:rPr>
              <a:t>LLM knowledge base limit, retrieval quality, and LLM hallucinations are all</a:t>
            </a:r>
            <a:r>
              <a:rPr lang="en-US" sz="1600" dirty="0">
                <a:solidFill>
                  <a:srgbClr val="CFE1F6"/>
                </a:solidFill>
                <a:highlight>
                  <a:srgbClr val="012060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 bottlenecks in AI applications and agents share these challenges as well.</a:t>
            </a:r>
            <a:endParaRPr lang="en-US" sz="1600" dirty="0"/>
          </a:p>
        </p:txBody>
      </p:sp>
      <p:sp>
        <p:nvSpPr>
          <p:cNvPr id="76" name="Shape 1">
            <a:extLst>
              <a:ext uri="{FF2B5EF4-FFF2-40B4-BE49-F238E27FC236}">
                <a16:creationId xmlns:a16="http://schemas.microsoft.com/office/drawing/2014/main" id="{01A74BD3-E406-04FD-FC5A-C225F71F01F8}"/>
              </a:ext>
            </a:extLst>
          </p:cNvPr>
          <p:cNvSpPr/>
          <p:nvPr/>
        </p:nvSpPr>
        <p:spPr>
          <a:xfrm>
            <a:off x="10269438" y="1311771"/>
            <a:ext cx="1065312" cy="257175"/>
          </a:xfrm>
          <a:prstGeom prst="rect">
            <a:avLst/>
          </a:prstGeom>
          <a:solidFill>
            <a:srgbClr val="FAA4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2">
            <a:extLst>
              <a:ext uri="{FF2B5EF4-FFF2-40B4-BE49-F238E27FC236}">
                <a16:creationId xmlns:a16="http://schemas.microsoft.com/office/drawing/2014/main" id="{7F49B2F5-FB7B-0FCD-F507-87E21FE9E95E}"/>
              </a:ext>
            </a:extLst>
          </p:cNvPr>
          <p:cNvSpPr/>
          <p:nvPr/>
        </p:nvSpPr>
        <p:spPr>
          <a:xfrm>
            <a:off x="10383738" y="1368921"/>
            <a:ext cx="91291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01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BRIDGE</a:t>
            </a:r>
            <a:endParaRPr lang="en-US" sz="825" dirty="0"/>
          </a:p>
        </p:txBody>
      </p:sp>
    </p:spTree>
    <p:extLst>
      <p:ext uri="{BB962C8B-B14F-4D97-AF65-F5344CB8AC3E}">
        <p14:creationId xmlns:p14="http://schemas.microsoft.com/office/powerpoint/2010/main" val="1079649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533400"/>
            <a:ext cx="1118425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206" dirty="0">
                <a:solidFill>
                  <a:srgbClr val="15A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</a:t>
            </a:r>
            <a:r>
              <a:rPr lang="en-US" sz="825" b="1" kern="0" spc="206" dirty="0">
                <a:solidFill>
                  <a:srgbClr val="FAA4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</a:t>
            </a:r>
            <a:r>
              <a:rPr lang="en-US" sz="825" b="1" kern="0" spc="206" dirty="0">
                <a:solidFill>
                  <a:srgbClr val="15A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SIMPLEST AGENT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666750" y="771525"/>
            <a:ext cx="1118425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>
              <a:lnSpc>
                <a:spcPct val="105000"/>
              </a:lnSpc>
            </a:pPr>
            <a:r>
              <a:rPr lang="en-US" sz="3200" dirty="0">
                <a:solidFill>
                  <a:srgbClr val="01206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What is an </a:t>
            </a:r>
            <a:r>
              <a:rPr lang="en-US" sz="3200" b="1" dirty="0">
                <a:solidFill>
                  <a:srgbClr val="01206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agent?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66750" y="1209675"/>
            <a:ext cx="9025890" cy="410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13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multi-step agents, the atomic unit: an LLM that, instead of just writing text back, can </a:t>
            </a:r>
            <a:r>
              <a:rPr lang="en-US" sz="1013" b="1" dirty="0">
                <a:solidFill>
                  <a:srgbClr val="01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 to call a function </a:t>
            </a:r>
            <a:r>
              <a:rPr lang="en-US" sz="1013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a database query, a hydraulic model, a unit converter — and use the result in its answer.</a:t>
            </a:r>
            <a:endParaRPr lang="en-US" sz="1013" dirty="0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A56F558B-4612-500D-FC43-4D3EE0A00A99}"/>
              </a:ext>
            </a:extLst>
          </p:cNvPr>
          <p:cNvGrpSpPr/>
          <p:nvPr/>
        </p:nvGrpSpPr>
        <p:grpSpPr>
          <a:xfrm>
            <a:off x="635490" y="2332130"/>
            <a:ext cx="10858500" cy="2220664"/>
            <a:chOff x="666750" y="2332130"/>
            <a:chExt cx="10858500" cy="2220664"/>
          </a:xfrm>
        </p:grpSpPr>
        <p:sp>
          <p:nvSpPr>
            <p:cNvPr id="5" name="Shape 3"/>
            <p:cNvSpPr/>
            <p:nvPr/>
          </p:nvSpPr>
          <p:spPr>
            <a:xfrm>
              <a:off x="666750" y="2332130"/>
              <a:ext cx="2836813" cy="2200973"/>
            </a:xfrm>
            <a:prstGeom prst="rect">
              <a:avLst/>
            </a:prstGeom>
            <a:solidFill>
              <a:srgbClr val="EEF2FA"/>
            </a:solidFill>
            <a:ln w="9525">
              <a:solidFill>
                <a:srgbClr val="D7E0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6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66106" y="2560730"/>
              <a:ext cx="1238250" cy="1047750"/>
            </a:xfrm>
            <a:prstGeom prst="rect">
              <a:avLst/>
            </a:prstGeom>
          </p:spPr>
        </p:pic>
        <p:sp>
          <p:nvSpPr>
            <p:cNvPr id="7" name="Text 4"/>
            <p:cNvSpPr/>
            <p:nvPr/>
          </p:nvSpPr>
          <p:spPr>
            <a:xfrm>
              <a:off x="1830942" y="3691005"/>
              <a:ext cx="469702" cy="1714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750" b="1" kern="0" spc="165" dirty="0">
                  <a:solidFill>
                    <a:srgbClr val="003CB9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INPUT</a:t>
              </a:r>
              <a:endParaRPr lang="en-US" sz="75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1638048" y="3824787"/>
              <a:ext cx="943124" cy="3238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250" b="1" kern="0" spc="-22" dirty="0">
                  <a:solidFill>
                    <a:srgbClr val="012060"/>
                  </a:solidFill>
                  <a:latin typeface="Segoe UI Light" pitchFamily="34" charset="0"/>
                  <a:ea typeface="Segoe UI Light" pitchFamily="34" charset="-122"/>
                  <a:cs typeface="Segoe UI Light" pitchFamily="34" charset="-120"/>
                </a:rPr>
                <a:t>Prompt</a:t>
              </a:r>
              <a:endParaRPr lang="en-US" sz="225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1075701" y="4155282"/>
              <a:ext cx="1981200" cy="34468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ctr">
                <a:lnSpc>
                  <a:spcPct val="140000"/>
                </a:lnSpc>
                <a:buNone/>
              </a:pPr>
              <a:r>
                <a:rPr lang="en-US" sz="863" dirty="0">
                  <a:solidFill>
                    <a:srgbClr val="555555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“What was the average flow at Pump Station 4 last Tuesday?”</a:t>
              </a:r>
              <a:endParaRPr lang="en-US" sz="863" dirty="0"/>
            </a:p>
          </p:txBody>
        </p:sp>
        <p:pic>
          <p:nvPicPr>
            <p:cNvPr id="10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56112" y="3400418"/>
              <a:ext cx="514350" cy="342900"/>
            </a:xfrm>
            <a:prstGeom prst="rect">
              <a:avLst/>
            </a:prstGeom>
          </p:spPr>
        </p:pic>
        <p:sp>
          <p:nvSpPr>
            <p:cNvPr id="11" name="Text 7"/>
            <p:cNvSpPr/>
            <p:nvPr/>
          </p:nvSpPr>
          <p:spPr>
            <a:xfrm>
              <a:off x="3679627" y="3819518"/>
              <a:ext cx="467171" cy="14942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675" b="1" kern="0" spc="122" dirty="0">
                  <a:solidFill>
                    <a:srgbClr val="88888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DECIDE</a:t>
              </a:r>
              <a:endParaRPr lang="en-US" sz="675" dirty="0"/>
            </a:p>
          </p:txBody>
        </p:sp>
        <p:sp>
          <p:nvSpPr>
            <p:cNvPr id="12" name="Shape 8"/>
            <p:cNvSpPr/>
            <p:nvPr/>
          </p:nvSpPr>
          <p:spPr>
            <a:xfrm>
              <a:off x="4330841" y="2332130"/>
              <a:ext cx="3262461" cy="2197847"/>
            </a:xfrm>
            <a:prstGeom prst="rect">
              <a:avLst/>
            </a:prstGeom>
            <a:solidFill>
              <a:srgbClr val="012060"/>
            </a:solidFill>
            <a:ln w="9525">
              <a:solidFill>
                <a:srgbClr val="01206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3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34893" y="2560730"/>
              <a:ext cx="1238250" cy="1047750"/>
            </a:xfrm>
            <a:prstGeom prst="rect">
              <a:avLst/>
            </a:prstGeom>
          </p:spPr>
        </p:pic>
        <p:sp>
          <p:nvSpPr>
            <p:cNvPr id="14" name="Text 9"/>
            <p:cNvSpPr/>
            <p:nvPr/>
          </p:nvSpPr>
          <p:spPr>
            <a:xfrm>
              <a:off x="5584627" y="3640180"/>
              <a:ext cx="738932" cy="1714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750" b="1" kern="0" spc="165" dirty="0">
                  <a:solidFill>
                    <a:srgbClr val="15A3E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REASONER</a:t>
              </a:r>
              <a:endParaRPr lang="en-US" sz="750" dirty="0"/>
            </a:p>
          </p:txBody>
        </p:sp>
        <p:sp>
          <p:nvSpPr>
            <p:cNvPr id="15" name="Text 10"/>
            <p:cNvSpPr/>
            <p:nvPr/>
          </p:nvSpPr>
          <p:spPr>
            <a:xfrm>
              <a:off x="5670352" y="3805372"/>
              <a:ext cx="567482" cy="3238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250" b="1" kern="0" spc="-22" dirty="0">
                  <a:solidFill>
                    <a:srgbClr val="FFFFFF"/>
                  </a:solidFill>
                  <a:latin typeface="Segoe UI Light" pitchFamily="34" charset="0"/>
                  <a:ea typeface="Segoe UI Light" pitchFamily="34" charset="-122"/>
                  <a:cs typeface="Segoe UI Light" pitchFamily="34" charset="-120"/>
                </a:rPr>
                <a:t>LLM</a:t>
              </a:r>
              <a:endParaRPr lang="en-US" sz="2250" dirty="0"/>
            </a:p>
          </p:txBody>
        </p:sp>
        <p:sp>
          <p:nvSpPr>
            <p:cNvPr id="16" name="Text 11"/>
            <p:cNvSpPr/>
            <p:nvPr/>
          </p:nvSpPr>
          <p:spPr>
            <a:xfrm>
              <a:off x="4897522" y="4054815"/>
              <a:ext cx="2257997" cy="49797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lnSpc>
                  <a:spcPct val="140000"/>
                </a:lnSpc>
                <a:buNone/>
              </a:pPr>
              <a:r>
                <a:rPr lang="en-US" sz="863" dirty="0">
                  <a:solidFill>
                    <a:srgbClr val="CFE1F6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Reads the prompt, recognizes data is needed, picks the right function &amp; arguments.</a:t>
              </a:r>
              <a:endParaRPr lang="en-US" sz="863" dirty="0"/>
            </a:p>
          </p:txBody>
        </p:sp>
        <p:pic>
          <p:nvPicPr>
            <p:cNvPr id="17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37723" y="3400418"/>
              <a:ext cx="514350" cy="342900"/>
            </a:xfrm>
            <a:prstGeom prst="rect">
              <a:avLst/>
            </a:prstGeom>
          </p:spPr>
        </p:pic>
        <p:sp>
          <p:nvSpPr>
            <p:cNvPr id="18" name="Text 12"/>
            <p:cNvSpPr/>
            <p:nvPr/>
          </p:nvSpPr>
          <p:spPr>
            <a:xfrm>
              <a:off x="7825085" y="3819518"/>
              <a:ext cx="339477" cy="14942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675" b="1" kern="0" spc="122" dirty="0">
                  <a:solidFill>
                    <a:srgbClr val="88888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CALL</a:t>
              </a:r>
              <a:endParaRPr lang="en-US" sz="675" dirty="0"/>
            </a:p>
          </p:txBody>
        </p:sp>
        <p:sp>
          <p:nvSpPr>
            <p:cNvPr id="19" name="Shape 13"/>
            <p:cNvSpPr/>
            <p:nvPr/>
          </p:nvSpPr>
          <p:spPr>
            <a:xfrm>
              <a:off x="8404473" y="2332130"/>
              <a:ext cx="3120777" cy="2220664"/>
            </a:xfrm>
            <a:prstGeom prst="rect">
              <a:avLst/>
            </a:prstGeom>
            <a:solidFill>
              <a:srgbClr val="EEF2FA"/>
            </a:solidFill>
            <a:ln w="9525">
              <a:solidFill>
                <a:srgbClr val="D7E0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0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089380" y="2551205"/>
              <a:ext cx="342900" cy="342900"/>
            </a:xfrm>
            <a:prstGeom prst="rect">
              <a:avLst/>
            </a:prstGeom>
          </p:spPr>
        </p:pic>
        <p:pic>
          <p:nvPicPr>
            <p:cNvPr id="21" name="Image 5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497294" y="2551205"/>
              <a:ext cx="342900" cy="342900"/>
            </a:xfrm>
            <a:prstGeom prst="rect">
              <a:avLst/>
            </a:prstGeom>
          </p:spPr>
        </p:pic>
        <p:pic>
          <p:nvPicPr>
            <p:cNvPr id="22" name="Image 6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089380" y="2970305"/>
              <a:ext cx="342900" cy="342900"/>
            </a:xfrm>
            <a:prstGeom prst="rect">
              <a:avLst/>
            </a:prstGeom>
          </p:spPr>
        </p:pic>
        <p:pic>
          <p:nvPicPr>
            <p:cNvPr id="23" name="Image 7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497294" y="2970305"/>
              <a:ext cx="342900" cy="342900"/>
            </a:xfrm>
            <a:prstGeom prst="rect">
              <a:avLst/>
            </a:prstGeom>
          </p:spPr>
        </p:pic>
        <p:pic>
          <p:nvPicPr>
            <p:cNvPr id="24" name="Image 8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793337" y="2989124"/>
              <a:ext cx="342900" cy="342900"/>
            </a:xfrm>
            <a:prstGeom prst="rect">
              <a:avLst/>
            </a:prstGeom>
          </p:spPr>
        </p:pic>
        <p:sp>
          <p:nvSpPr>
            <p:cNvPr id="25" name="Text 14"/>
            <p:cNvSpPr/>
            <p:nvPr/>
          </p:nvSpPr>
          <p:spPr>
            <a:xfrm>
              <a:off x="9724876" y="3650263"/>
              <a:ext cx="479822" cy="1714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750" b="1" kern="0" spc="165" dirty="0">
                  <a:solidFill>
                    <a:srgbClr val="003CB9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TOOLS</a:t>
              </a:r>
              <a:endParaRPr lang="en-US" sz="750" dirty="0"/>
            </a:p>
          </p:txBody>
        </p:sp>
        <p:sp>
          <p:nvSpPr>
            <p:cNvPr id="26" name="Text 15"/>
            <p:cNvSpPr/>
            <p:nvPr/>
          </p:nvSpPr>
          <p:spPr>
            <a:xfrm>
              <a:off x="9475440" y="3817889"/>
              <a:ext cx="1183630" cy="3238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250" b="1" kern="0" spc="-22" dirty="0">
                  <a:solidFill>
                    <a:srgbClr val="012060"/>
                  </a:solidFill>
                  <a:latin typeface="Segoe UI Light" pitchFamily="34" charset="0"/>
                  <a:ea typeface="Segoe UI Light" pitchFamily="34" charset="-122"/>
                  <a:cs typeface="Segoe UI Light" pitchFamily="34" charset="-120"/>
                </a:rPr>
                <a:t>Functions</a:t>
              </a:r>
              <a:endParaRPr lang="en-US" sz="2250" dirty="0"/>
            </a:p>
          </p:txBody>
        </p:sp>
        <p:sp>
          <p:nvSpPr>
            <p:cNvPr id="27" name="Text 16"/>
            <p:cNvSpPr/>
            <p:nvPr/>
          </p:nvSpPr>
          <p:spPr>
            <a:xfrm>
              <a:off x="8771972" y="4153670"/>
              <a:ext cx="2444353" cy="34468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ctr">
                <a:lnSpc>
                  <a:spcPct val="140000"/>
                </a:lnSpc>
                <a:buNone/>
              </a:pPr>
              <a:r>
                <a:rPr lang="en-US" sz="863" dirty="0">
                  <a:solidFill>
                    <a:srgbClr val="555555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SCADA · asset DB · hydraulic model · unit converter · vision · code.</a:t>
              </a:r>
              <a:endParaRPr lang="en-US" sz="863" dirty="0"/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BE01380C-50E4-7468-CAD6-83215E6F0E87}"/>
              </a:ext>
            </a:extLst>
          </p:cNvPr>
          <p:cNvSpPr txBox="1"/>
          <p:nvPr/>
        </p:nvSpPr>
        <p:spPr>
          <a:xfrm>
            <a:off x="631627" y="1730653"/>
            <a:ext cx="8293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Agentic AI is defined by autonomy, reasoning, and planning (Tanveer 2026).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F8EFB60-A40E-97DB-ED12-0F44F92682FD}"/>
              </a:ext>
            </a:extLst>
          </p:cNvPr>
          <p:cNvSpPr txBox="1"/>
          <p:nvPr/>
        </p:nvSpPr>
        <p:spPr>
          <a:xfrm>
            <a:off x="446843" y="6132777"/>
            <a:ext cx="69327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Tanveer, R. (2026). </a:t>
            </a:r>
            <a:r>
              <a:rPr lang="en-US" sz="1100" i="1" dirty="0"/>
              <a:t>Agentic AI Systems: Architectures, Autonomy, and Emergent </a:t>
            </a:r>
            <a:r>
              <a:rPr lang="en-US" sz="1100" i="1" dirty="0" err="1"/>
              <a:t>Behaviours</a:t>
            </a:r>
            <a:r>
              <a:rPr lang="en-US" sz="1100" dirty="0"/>
              <a:t> (SSRN Scholarly Paper No. 6702761). Social Science Research Network. </a:t>
            </a:r>
            <a:r>
              <a:rPr lang="en-US" sz="1100" dirty="0">
                <a:hlinkClick r:id="rId12"/>
              </a:rPr>
              <a:t>https://doi.org/10.2139/ssrn.6702761</a:t>
            </a:r>
            <a:endParaRPr lang="en-US" sz="11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704850"/>
            <a:ext cx="1079182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206" dirty="0">
                <a:solidFill>
                  <a:srgbClr val="15A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LOOP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857250" y="962025"/>
            <a:ext cx="10791825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450" dirty="0">
                <a:solidFill>
                  <a:srgbClr val="01206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The </a:t>
            </a:r>
            <a:r>
              <a:rPr lang="en-US" sz="3450" b="1" dirty="0">
                <a:solidFill>
                  <a:srgbClr val="01206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agent loop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857250" y="1479203"/>
            <a:ext cx="1079182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happens between your request and the answer.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57250" y="1964978"/>
            <a:ext cx="2034480" cy="124182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19175" y="2145953"/>
            <a:ext cx="178683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65" dirty="0">
                <a:solidFill>
                  <a:srgbClr val="15A3E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STEP 01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1019175" y="2317403"/>
            <a:ext cx="65067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75" b="1" dirty="0">
                <a:solidFill>
                  <a:srgbClr val="01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1019175" y="2533501"/>
            <a:ext cx="1786830" cy="153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25" b="1" kern="0" spc="124" dirty="0">
                <a:solidFill>
                  <a:srgbClr val="003C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19175" y="2724894"/>
            <a:ext cx="178683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submits a form or triggers a workflow.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77430" y="2471589"/>
            <a:ext cx="228600" cy="228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8855" y="2481114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003C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2967930" y="1964978"/>
            <a:ext cx="2034480" cy="124182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29855" y="2145953"/>
            <a:ext cx="178683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65" dirty="0">
                <a:solidFill>
                  <a:srgbClr val="15A3E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STEP 02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129855" y="2317403"/>
            <a:ext cx="40689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75" b="1" dirty="0">
                <a:solidFill>
                  <a:srgbClr val="01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3129855" y="2533501"/>
            <a:ext cx="1786830" cy="153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25" b="1" kern="0" spc="124" dirty="0">
                <a:solidFill>
                  <a:srgbClr val="003C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STEPS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3129855" y="2724894"/>
            <a:ext cx="178683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reasons about what to check and in what order.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88111" y="2471589"/>
            <a:ext cx="228600" cy="228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59536" y="2481114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003C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5078611" y="1964978"/>
            <a:ext cx="2034629" cy="1241822"/>
          </a:xfrm>
          <a:prstGeom prst="rect">
            <a:avLst/>
          </a:prstGeom>
          <a:solidFill>
            <a:srgbClr val="012060"/>
          </a:solidFill>
          <a:ln w="9525">
            <a:solidFill>
              <a:srgbClr val="01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240536" y="2145953"/>
            <a:ext cx="178697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65" dirty="0">
                <a:solidFill>
                  <a:srgbClr val="FAA41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STEP 03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5240536" y="2317403"/>
            <a:ext cx="35644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5240536" y="2533501"/>
            <a:ext cx="1786979" cy="153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25" b="1" kern="0" spc="124" dirty="0">
                <a:solidFill>
                  <a:srgbClr val="15A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5240536" y="2724894"/>
            <a:ext cx="178697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CFE1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RAG, database, vision, APIs — whatever the step needs.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98940" y="2471589"/>
            <a:ext cx="228600" cy="228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70365" y="2481114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003C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975" dirty="0"/>
          </a:p>
        </p:txBody>
      </p:sp>
      <p:sp>
        <p:nvSpPr>
          <p:cNvPr id="26" name="Shape 24"/>
          <p:cNvSpPr/>
          <p:nvPr/>
        </p:nvSpPr>
        <p:spPr>
          <a:xfrm>
            <a:off x="7189440" y="1964978"/>
            <a:ext cx="2034480" cy="124182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51365" y="2145953"/>
            <a:ext cx="178683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65" dirty="0">
                <a:solidFill>
                  <a:srgbClr val="15A3E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STEP 04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7351365" y="2317403"/>
            <a:ext cx="616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75" b="1" dirty="0">
                <a:solidFill>
                  <a:srgbClr val="01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7351365" y="2533501"/>
            <a:ext cx="1786830" cy="153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25" b="1" kern="0" spc="124" dirty="0">
                <a:solidFill>
                  <a:srgbClr val="003C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7351365" y="2724894"/>
            <a:ext cx="178683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results against the instructions and guardrails.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109621" y="2471589"/>
            <a:ext cx="228600" cy="228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081046" y="2481114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003C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975" dirty="0"/>
          </a:p>
        </p:txBody>
      </p:sp>
      <p:sp>
        <p:nvSpPr>
          <p:cNvPr id="33" name="Shape 31"/>
          <p:cNvSpPr/>
          <p:nvPr/>
        </p:nvSpPr>
        <p:spPr>
          <a:xfrm>
            <a:off x="9300121" y="1964978"/>
            <a:ext cx="2034629" cy="124182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462046" y="2145953"/>
            <a:ext cx="178697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65" dirty="0">
                <a:solidFill>
                  <a:srgbClr val="15A3E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STEP 05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9462046" y="2317403"/>
            <a:ext cx="58935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75" b="1" dirty="0">
                <a:solidFill>
                  <a:srgbClr val="01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</a:t>
            </a:r>
            <a:endParaRPr lang="en-US" sz="1275" dirty="0"/>
          </a:p>
        </p:txBody>
      </p:sp>
      <p:sp>
        <p:nvSpPr>
          <p:cNvPr id="36" name="Text 34"/>
          <p:cNvSpPr/>
          <p:nvPr/>
        </p:nvSpPr>
        <p:spPr>
          <a:xfrm>
            <a:off x="9462046" y="2533501"/>
            <a:ext cx="1786979" cy="153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25" b="1" kern="0" spc="124" dirty="0">
                <a:solidFill>
                  <a:srgbClr val="003C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9462046" y="2724894"/>
            <a:ext cx="178697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JSON, feedback to user, write to database.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95350" y="5926862"/>
            <a:ext cx="10477500" cy="9525"/>
          </a:xfrm>
          <a:prstGeom prst="rect">
            <a:avLst/>
          </a:prstGeom>
          <a:solidFill>
            <a:srgbClr val="D5D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95350" y="6107837"/>
            <a:ext cx="47178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60000"/>
              </a:lnSpc>
              <a:buNone/>
            </a:pPr>
            <a:r>
              <a:rPr lang="en-US" sz="6000" b="1" dirty="0">
                <a:solidFill>
                  <a:srgbClr val="15A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6000" dirty="0"/>
          </a:p>
        </p:txBody>
      </p:sp>
      <p:sp>
        <p:nvSpPr>
          <p:cNvPr id="43" name="Text 41"/>
          <p:cNvSpPr/>
          <p:nvPr/>
        </p:nvSpPr>
        <p:spPr>
          <a:xfrm>
            <a:off x="1462385" y="6107837"/>
            <a:ext cx="3518534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01206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 chat session ends when the user </a:t>
            </a:r>
            <a:r>
              <a:rPr lang="en-US" sz="1350" b="1" dirty="0">
                <a:solidFill>
                  <a:srgbClr val="01206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stops typing. </a:t>
            </a:r>
            <a:r>
              <a:rPr lang="en-US" sz="1350" dirty="0">
                <a:solidFill>
                  <a:srgbClr val="01206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An agent ends when the </a:t>
            </a:r>
            <a:r>
              <a:rPr lang="en-US" sz="1350" b="1" dirty="0">
                <a:solidFill>
                  <a:srgbClr val="01206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task is done.</a:t>
            </a:r>
            <a:endParaRPr lang="en-US" sz="1350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3301FD8-96C9-9842-501D-2FB25DB291DE}"/>
              </a:ext>
            </a:extLst>
          </p:cNvPr>
          <p:cNvGrpSpPr/>
          <p:nvPr/>
        </p:nvGrpSpPr>
        <p:grpSpPr>
          <a:xfrm>
            <a:off x="872427" y="4230575"/>
            <a:ext cx="10477500" cy="1271322"/>
            <a:chOff x="857250" y="3594914"/>
            <a:chExt cx="10477500" cy="1271322"/>
          </a:xfrm>
        </p:grpSpPr>
        <p:sp>
          <p:nvSpPr>
            <p:cNvPr id="70" name="Shape 23">
              <a:extLst>
                <a:ext uri="{FF2B5EF4-FFF2-40B4-BE49-F238E27FC236}">
                  <a16:creationId xmlns:a16="http://schemas.microsoft.com/office/drawing/2014/main" id="{9B99EC5A-F118-58B4-0A75-943BF739BD50}"/>
                </a:ext>
              </a:extLst>
            </p:cNvPr>
            <p:cNvSpPr/>
            <p:nvPr/>
          </p:nvSpPr>
          <p:spPr>
            <a:xfrm>
              <a:off x="857250" y="3594914"/>
              <a:ext cx="10477500" cy="12595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5DDE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Shape 24">
              <a:extLst>
                <a:ext uri="{FF2B5EF4-FFF2-40B4-BE49-F238E27FC236}">
                  <a16:creationId xmlns:a16="http://schemas.microsoft.com/office/drawing/2014/main" id="{01BD4388-A7EB-2D7F-3EC3-4A2F4AA55B90}"/>
                </a:ext>
              </a:extLst>
            </p:cNvPr>
            <p:cNvSpPr/>
            <p:nvPr/>
          </p:nvSpPr>
          <p:spPr>
            <a:xfrm rot="10800000">
              <a:off x="866773" y="3606672"/>
              <a:ext cx="620056" cy="1259564"/>
            </a:xfrm>
            <a:prstGeom prst="rect">
              <a:avLst/>
            </a:prstGeom>
            <a:solidFill>
              <a:srgbClr val="01206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Text 25">
              <a:extLst>
                <a:ext uri="{FF2B5EF4-FFF2-40B4-BE49-F238E27FC236}">
                  <a16:creationId xmlns:a16="http://schemas.microsoft.com/office/drawing/2014/main" id="{BB234D06-B265-31AF-42FD-DF1FA85532C0}"/>
                </a:ext>
              </a:extLst>
            </p:cNvPr>
            <p:cNvSpPr/>
            <p:nvPr/>
          </p:nvSpPr>
          <p:spPr>
            <a:xfrm>
              <a:off x="862257" y="3740022"/>
              <a:ext cx="584568" cy="111445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25" b="1" kern="0" spc="182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CHAT VS. AGENT</a:t>
              </a:r>
              <a:endParaRPr lang="en-US" sz="825" dirty="0"/>
            </a:p>
          </p:txBody>
        </p:sp>
        <p:sp>
          <p:nvSpPr>
            <p:cNvPr id="73" name="Text 26">
              <a:extLst>
                <a:ext uri="{FF2B5EF4-FFF2-40B4-BE49-F238E27FC236}">
                  <a16:creationId xmlns:a16="http://schemas.microsoft.com/office/drawing/2014/main" id="{AF46A6FF-771E-09EC-6267-29CB313D5E20}"/>
                </a:ext>
              </a:extLst>
            </p:cNvPr>
            <p:cNvSpPr/>
            <p:nvPr/>
          </p:nvSpPr>
          <p:spPr>
            <a:xfrm>
              <a:off x="1543050" y="3737789"/>
              <a:ext cx="4743498" cy="1905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900" b="1" kern="0" spc="198" dirty="0">
                  <a:solidFill>
                    <a:srgbClr val="003CB9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CHAT SESSION</a:t>
              </a:r>
              <a:endParaRPr lang="en-US" sz="900" dirty="0"/>
            </a:p>
          </p:txBody>
        </p:sp>
        <p:sp>
          <p:nvSpPr>
            <p:cNvPr id="74" name="Text 27">
              <a:extLst>
                <a:ext uri="{FF2B5EF4-FFF2-40B4-BE49-F238E27FC236}">
                  <a16:creationId xmlns:a16="http://schemas.microsoft.com/office/drawing/2014/main" id="{11ADE6FD-D1F8-3E47-B86A-789DF7382721}"/>
                </a:ext>
              </a:extLst>
            </p:cNvPr>
            <p:cNvSpPr/>
            <p:nvPr/>
          </p:nvSpPr>
          <p:spPr>
            <a:xfrm>
              <a:off x="1601131" y="3966389"/>
              <a:ext cx="4623456" cy="79236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140000"/>
                </a:lnSpc>
                <a:buNone/>
              </a:pPr>
              <a:r>
                <a:rPr lang="en-US" sz="900" dirty="0">
                  <a:solidFill>
                    <a:srgbClr val="444444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Interactive — you prompt it</a:t>
              </a:r>
              <a:endParaRPr lang="en-US" sz="900" dirty="0"/>
            </a:p>
            <a:p>
              <a:pPr marL="0" indent="0" algn="l">
                <a:lnSpc>
                  <a:spcPct val="140000"/>
                </a:lnSpc>
                <a:buNone/>
              </a:pPr>
              <a:r>
                <a:rPr lang="en-US" sz="900" dirty="0">
                  <a:solidFill>
                    <a:srgbClr val="444444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One response, free text</a:t>
              </a:r>
              <a:endParaRPr lang="en-US" sz="900" dirty="0"/>
            </a:p>
            <a:p>
              <a:pPr marL="0" indent="0" algn="l">
                <a:lnSpc>
                  <a:spcPct val="140000"/>
                </a:lnSpc>
                <a:buNone/>
              </a:pPr>
              <a:r>
                <a:rPr lang="en-US" sz="900" dirty="0">
                  <a:solidFill>
                    <a:srgbClr val="444444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Stateless</a:t>
              </a:r>
              <a:endParaRPr lang="en-US" sz="900" dirty="0"/>
            </a:p>
            <a:p>
              <a:pPr marL="0" indent="0" algn="l">
                <a:lnSpc>
                  <a:spcPct val="140000"/>
                </a:lnSpc>
                <a:buNone/>
              </a:pPr>
              <a:r>
                <a:rPr lang="en-US" sz="900" dirty="0">
                  <a:solidFill>
                    <a:srgbClr val="444444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You verify the output</a:t>
              </a:r>
              <a:endParaRPr lang="en-US" sz="900" dirty="0"/>
            </a:p>
          </p:txBody>
        </p:sp>
        <p:sp>
          <p:nvSpPr>
            <p:cNvPr id="75" name="Shape 28">
              <a:extLst>
                <a:ext uri="{FF2B5EF4-FFF2-40B4-BE49-F238E27FC236}">
                  <a16:creationId xmlns:a16="http://schemas.microsoft.com/office/drawing/2014/main" id="{6BEF73F8-9688-A4CD-BDDA-90FA5EEAADF1}"/>
                </a:ext>
              </a:extLst>
            </p:cNvPr>
            <p:cNvSpPr/>
            <p:nvPr/>
          </p:nvSpPr>
          <p:spPr>
            <a:xfrm>
              <a:off x="6338888" y="3604439"/>
              <a:ext cx="45719" cy="1250040"/>
            </a:xfrm>
            <a:prstGeom prst="rect">
              <a:avLst/>
            </a:prstGeom>
            <a:solidFill>
              <a:srgbClr val="D5DDE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Text 29">
              <a:extLst>
                <a:ext uri="{FF2B5EF4-FFF2-40B4-BE49-F238E27FC236}">
                  <a16:creationId xmlns:a16="http://schemas.microsoft.com/office/drawing/2014/main" id="{F0CE5DC2-8F54-7CDF-3247-DD8FCEC2AACB}"/>
                </a:ext>
              </a:extLst>
            </p:cNvPr>
            <p:cNvSpPr/>
            <p:nvPr/>
          </p:nvSpPr>
          <p:spPr>
            <a:xfrm>
              <a:off x="6538913" y="3737789"/>
              <a:ext cx="4733687" cy="1905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900" b="1" kern="0" spc="198" dirty="0">
                  <a:solidFill>
                    <a:srgbClr val="FAA41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AGENT</a:t>
              </a:r>
              <a:endParaRPr lang="en-US" sz="900" dirty="0"/>
            </a:p>
          </p:txBody>
        </p:sp>
        <p:sp>
          <p:nvSpPr>
            <p:cNvPr id="77" name="Text 30">
              <a:extLst>
                <a:ext uri="{FF2B5EF4-FFF2-40B4-BE49-F238E27FC236}">
                  <a16:creationId xmlns:a16="http://schemas.microsoft.com/office/drawing/2014/main" id="{0FA6CF21-1972-1945-C335-26011D58B59D}"/>
                </a:ext>
              </a:extLst>
            </p:cNvPr>
            <p:cNvSpPr/>
            <p:nvPr/>
          </p:nvSpPr>
          <p:spPr>
            <a:xfrm>
              <a:off x="6437313" y="3966389"/>
              <a:ext cx="4773613" cy="79236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140000"/>
                </a:lnSpc>
                <a:buNone/>
              </a:pPr>
              <a:r>
                <a:rPr lang="en-US" sz="900" dirty="0">
                  <a:solidFill>
                    <a:srgbClr val="444444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Programmatic — it calls tools</a:t>
              </a:r>
              <a:endParaRPr lang="en-US" sz="900" dirty="0"/>
            </a:p>
            <a:p>
              <a:pPr marL="0" indent="0" algn="l">
                <a:lnSpc>
                  <a:spcPct val="140000"/>
                </a:lnSpc>
                <a:buNone/>
              </a:pPr>
              <a:r>
                <a:rPr lang="en-US" sz="900" dirty="0">
                  <a:solidFill>
                    <a:srgbClr val="444444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Multi-step plan, structured output</a:t>
              </a:r>
              <a:endParaRPr lang="en-US" sz="900" dirty="0"/>
            </a:p>
            <a:p>
              <a:pPr marL="0" indent="0" algn="l">
                <a:lnSpc>
                  <a:spcPct val="140000"/>
                </a:lnSpc>
                <a:buNone/>
              </a:pPr>
              <a:r>
                <a:rPr lang="en-US" sz="900" dirty="0">
                  <a:solidFill>
                    <a:srgbClr val="444444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Tracks progress &amp; state</a:t>
              </a:r>
              <a:endParaRPr lang="en-US" sz="900" dirty="0"/>
            </a:p>
            <a:p>
              <a:pPr marL="0" indent="0" algn="l">
                <a:lnSpc>
                  <a:spcPct val="140000"/>
                </a:lnSpc>
                <a:buNone/>
              </a:pPr>
              <a:r>
                <a:rPr lang="en-US" sz="900" dirty="0">
                  <a:solidFill>
                    <a:srgbClr val="444444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Has its own guardrails</a:t>
              </a:r>
              <a:endParaRPr lang="en-US" sz="900" dirty="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C309939-0253-AC13-D8FE-D35D23CCBE49}"/>
              </a:ext>
            </a:extLst>
          </p:cNvPr>
          <p:cNvGrpSpPr/>
          <p:nvPr/>
        </p:nvGrpSpPr>
        <p:grpSpPr>
          <a:xfrm>
            <a:off x="857250" y="3393803"/>
            <a:ext cx="10620375" cy="400050"/>
            <a:chOff x="895350" y="5355362"/>
            <a:chExt cx="10620375" cy="400050"/>
          </a:xfrm>
        </p:grpSpPr>
        <p:sp>
          <p:nvSpPr>
            <p:cNvPr id="51" name="Shape 36"/>
            <p:cNvSpPr/>
            <p:nvPr/>
          </p:nvSpPr>
          <p:spPr>
            <a:xfrm>
              <a:off x="895350" y="5355362"/>
              <a:ext cx="10477500" cy="400050"/>
            </a:xfrm>
            <a:prstGeom prst="rect">
              <a:avLst/>
            </a:prstGeom>
            <a:solidFill>
              <a:srgbClr val="F4F7FC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37"/>
            <p:cNvSpPr/>
            <p:nvPr/>
          </p:nvSpPr>
          <p:spPr>
            <a:xfrm>
              <a:off x="895350" y="5355362"/>
              <a:ext cx="38100" cy="400050"/>
            </a:xfrm>
            <a:prstGeom prst="rect">
              <a:avLst/>
            </a:prstGeom>
            <a:solidFill>
              <a:srgbClr val="FAA41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 38"/>
            <p:cNvSpPr/>
            <p:nvPr/>
          </p:nvSpPr>
          <p:spPr>
            <a:xfrm>
              <a:off x="1104900" y="5469662"/>
              <a:ext cx="10410825" cy="209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900" b="1" dirty="0">
                  <a:solidFill>
                    <a:srgbClr val="01206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↑ Iterates when guardrails fail. </a:t>
              </a:r>
              <a:r>
                <a:rPr lang="en-US" sz="900" dirty="0">
                  <a:solidFill>
                    <a:srgbClr val="444444"/>
                  </a:solidFill>
                  <a:highlight>
                    <a:srgbClr val="F4F7FC"/>
                  </a:highlight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If review rejects the output, the loop tries again with a revised approach — not a single shot.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533400"/>
            <a:ext cx="1118425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206" dirty="0">
                <a:solidFill>
                  <a:srgbClr val="15A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TO USE AI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666750" y="752475"/>
            <a:ext cx="11184255" cy="414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dirty="0">
                <a:solidFill>
                  <a:srgbClr val="01206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Four quadrants of AI use — </a:t>
            </a:r>
            <a:r>
              <a:rPr lang="en-US" sz="2850" b="1" dirty="0">
                <a:solidFill>
                  <a:srgbClr val="01206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for water engineers.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666750" y="1147911"/>
            <a:ext cx="9025890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questions decide the right human-AI mix: </a:t>
            </a:r>
            <a:r>
              <a:rPr lang="en-US" sz="975" b="1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explicit is the knowledge? </a:t>
            </a:r>
            <a:r>
              <a:rPr lang="en-US" sz="975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</a:t>
            </a:r>
            <a:r>
              <a:rPr lang="en-US" sz="975" b="1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expensive are the mistakes? </a:t>
            </a:r>
            <a:r>
              <a:rPr lang="en-US" sz="975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quadrant gets a different playbook.</a:t>
            </a:r>
            <a:endParaRPr lang="en-US" sz="975" dirty="0"/>
          </a:p>
        </p:txBody>
      </p:sp>
      <p:sp>
        <p:nvSpPr>
          <p:cNvPr id="5" name="Shape 3"/>
          <p:cNvSpPr/>
          <p:nvPr/>
        </p:nvSpPr>
        <p:spPr>
          <a:xfrm>
            <a:off x="1895475" y="1640235"/>
            <a:ext cx="9525" cy="4093815"/>
          </a:xfrm>
          <a:prstGeom prst="rect">
            <a:avLst/>
          </a:prstGeom>
          <a:solidFill>
            <a:srgbClr val="C9D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6750" y="1697385"/>
            <a:ext cx="1228725" cy="198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75" b="1" kern="0" spc="33" dirty="0">
                <a:solidFill>
                  <a:srgbClr val="8B3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Tacit knowledge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66750" y="1886843"/>
            <a:ext cx="1228725" cy="10173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88" kern="0" spc="33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Judgment built from years of field experience — operator instinct, regulator relationships, design trade-offs that don’t live in any manual.</a:t>
            </a:r>
            <a:endParaRPr lang="en-US" sz="788" dirty="0"/>
          </a:p>
        </p:txBody>
      </p:sp>
      <p:sp>
        <p:nvSpPr>
          <p:cNvPr id="8" name="Text 6"/>
          <p:cNvSpPr/>
          <p:nvPr/>
        </p:nvSpPr>
        <p:spPr>
          <a:xfrm>
            <a:off x="590550" y="3524399"/>
            <a:ext cx="1228725" cy="363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713" b="1" kern="0" spc="128" dirty="0">
                <a:solidFill>
                  <a:srgbClr val="7777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OF KNOWLEDGE REQUIRED</a:t>
            </a:r>
            <a:endParaRPr lang="en-US" sz="713" dirty="0"/>
          </a:p>
        </p:txBody>
      </p:sp>
      <p:sp>
        <p:nvSpPr>
          <p:cNvPr id="9" name="Text 7"/>
          <p:cNvSpPr/>
          <p:nvPr/>
        </p:nvSpPr>
        <p:spPr>
          <a:xfrm>
            <a:off x="666750" y="4508153"/>
            <a:ext cx="1228725" cy="198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75" b="1" kern="0" spc="33" dirty="0">
                <a:solidFill>
                  <a:srgbClr val="6E4F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Explicit data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666750" y="4697611"/>
            <a:ext cx="1228725" cy="10173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88" kern="0" spc="33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Numbers, schemas, codes, written SOPs — things that can be looked up, documented, and verified against a source.</a:t>
            </a:r>
            <a:endParaRPr lang="en-US" sz="788" dirty="0"/>
          </a:p>
        </p:txBody>
      </p:sp>
      <p:sp>
        <p:nvSpPr>
          <p:cNvPr id="11" name="Shape 9"/>
          <p:cNvSpPr/>
          <p:nvPr/>
        </p:nvSpPr>
        <p:spPr>
          <a:xfrm>
            <a:off x="1905000" y="1640235"/>
            <a:ext cx="4810125" cy="2046833"/>
          </a:xfrm>
          <a:prstGeom prst="rect">
            <a:avLst/>
          </a:prstGeom>
          <a:solidFill>
            <a:srgbClr val="EADBEF"/>
          </a:solidFill>
          <a:ln w="9525">
            <a:solidFill>
              <a:srgbClr val="D5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07546" y="1745010"/>
            <a:ext cx="105995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75" b="1" kern="0" spc="122" dirty="0">
                <a:solidFill>
                  <a:srgbClr val="5B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TACIT · LOW COST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2066925" y="1783110"/>
            <a:ext cx="1399282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1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Creative catalyst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066925" y="2252811"/>
            <a:ext cx="4486275" cy="9525"/>
          </a:xfrm>
          <a:prstGeom prst="rect">
            <a:avLst/>
          </a:prstGeom>
          <a:solidFill>
            <a:srgbClr val="000000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066925" y="2028825"/>
            <a:ext cx="4620863" cy="185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863" i="1" dirty="0">
                <a:solidFill>
                  <a:srgbClr val="3D23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proposes, the engineer selects.</a:t>
            </a:r>
            <a:endParaRPr lang="en-US" sz="863" dirty="0"/>
          </a:p>
        </p:txBody>
      </p:sp>
      <p:sp>
        <p:nvSpPr>
          <p:cNvPr id="16" name="Text 14"/>
          <p:cNvSpPr/>
          <p:nvPr/>
        </p:nvSpPr>
        <p:spPr>
          <a:xfrm>
            <a:off x="1965325" y="2338536"/>
            <a:ext cx="4664075" cy="578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Brainstorming public outreach messaging</a:t>
            </a:r>
            <a:endParaRPr lang="en-US" sz="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Outlining a TM or PIP narrative</a:t>
            </a:r>
            <a:endParaRPr lang="en-US" sz="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Drafting workshop agendas &amp; talking points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15125" y="1640235"/>
            <a:ext cx="4810125" cy="2046833"/>
          </a:xfrm>
          <a:prstGeom prst="rect">
            <a:avLst/>
          </a:prstGeom>
          <a:solidFill>
            <a:srgbClr val="A55D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715125" y="3677543"/>
            <a:ext cx="4810125" cy="9525"/>
          </a:xfrm>
          <a:prstGeom prst="rect">
            <a:avLst/>
          </a:prstGeom>
          <a:solidFill>
            <a:srgbClr val="D5D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715125" y="1640235"/>
            <a:ext cx="4810125" cy="9525"/>
          </a:xfrm>
          <a:prstGeom prst="rect">
            <a:avLst/>
          </a:prstGeom>
          <a:solidFill>
            <a:srgbClr val="D5D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515725" y="1640235"/>
            <a:ext cx="9525" cy="2046833"/>
          </a:xfrm>
          <a:prstGeom prst="rect">
            <a:avLst/>
          </a:prstGeom>
          <a:solidFill>
            <a:srgbClr val="D5D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375553" y="1745010"/>
            <a:ext cx="110207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75" b="1" kern="0" spc="122" dirty="0">
                <a:solidFill>
                  <a:srgbClr val="F2DF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TACIT · HIGH COST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6867525" y="1783110"/>
            <a:ext cx="1059507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Human-first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867525" y="2252811"/>
            <a:ext cx="4495800" cy="9525"/>
          </a:xfrm>
          <a:prstGeom prst="rect">
            <a:avLst/>
          </a:prstGeom>
          <a:solidFill>
            <a:srgbClr val="FFFFFF">
              <a:alpha val="3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67525" y="2028825"/>
            <a:ext cx="4630674" cy="185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863" i="1" dirty="0">
                <a:solidFill>
                  <a:srgbClr val="F2DF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 leads. AI assists with the small stuff.</a:t>
            </a:r>
            <a:endParaRPr lang="en-US" sz="863" dirty="0"/>
          </a:p>
        </p:txBody>
      </p:sp>
      <p:sp>
        <p:nvSpPr>
          <p:cNvPr id="25" name="Text 23"/>
          <p:cNvSpPr/>
          <p:nvPr/>
        </p:nvSpPr>
        <p:spPr>
          <a:xfrm>
            <a:off x="6765925" y="2338536"/>
            <a:ext cx="4673600" cy="578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Setting design criteria &amp; sealed deliverables</a:t>
            </a:r>
            <a:endParaRPr lang="en-US" sz="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Regulatory negotiations &amp; rate-case strategy</a:t>
            </a:r>
            <a:endParaRPr lang="en-US" sz="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operational decisions in upset conditions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905000" y="3687068"/>
            <a:ext cx="4810125" cy="2046982"/>
          </a:xfrm>
          <a:prstGeom prst="rect">
            <a:avLst/>
          </a:prstGeom>
          <a:solidFill>
            <a:srgbClr val="E5E7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905000" y="5724525"/>
            <a:ext cx="4810125" cy="9525"/>
          </a:xfrm>
          <a:prstGeom prst="rect">
            <a:avLst/>
          </a:prstGeom>
          <a:solidFill>
            <a:srgbClr val="D5D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705600" y="3687068"/>
            <a:ext cx="9525" cy="2046982"/>
          </a:xfrm>
          <a:prstGeom prst="rect">
            <a:avLst/>
          </a:prstGeom>
          <a:solidFill>
            <a:srgbClr val="D5D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37287" y="3782318"/>
            <a:ext cx="123021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75" b="1" kern="0" spc="122" dirty="0">
                <a:solidFill>
                  <a:srgbClr val="5B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EXPLICIT · LOW COST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2057400" y="3820418"/>
            <a:ext cx="932706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1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regrets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2057400" y="4290120"/>
            <a:ext cx="4495800" cy="9525"/>
          </a:xfrm>
          <a:prstGeom prst="rect">
            <a:avLst/>
          </a:prstGeom>
          <a:solidFill>
            <a:srgbClr val="000000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057400" y="4066133"/>
            <a:ext cx="4630674" cy="185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863" i="1" dirty="0">
                <a:solidFill>
                  <a:srgbClr val="3D23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does most of it. Light human spot-check.</a:t>
            </a:r>
            <a:endParaRPr lang="en-US" sz="863" dirty="0"/>
          </a:p>
        </p:txBody>
      </p:sp>
      <p:sp>
        <p:nvSpPr>
          <p:cNvPr id="33" name="Text 31"/>
          <p:cNvSpPr/>
          <p:nvPr/>
        </p:nvSpPr>
        <p:spPr>
          <a:xfrm>
            <a:off x="1955800" y="4375845"/>
            <a:ext cx="4673600" cy="578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Summarizing long reports, specs, or regulations</a:t>
            </a:r>
            <a:endParaRPr lang="en-US" sz="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Tagging photos &amp; routing field tickets</a:t>
            </a:r>
            <a:endParaRPr lang="en-US" sz="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Extracting tables from PDFs into a database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15125" y="3687068"/>
            <a:ext cx="4810125" cy="2046982"/>
          </a:xfrm>
          <a:prstGeom prst="rect">
            <a:avLst/>
          </a:prstGeom>
          <a:solidFill>
            <a:srgbClr val="DDB8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715125" y="5724525"/>
            <a:ext cx="4810125" cy="9525"/>
          </a:xfrm>
          <a:prstGeom prst="rect">
            <a:avLst/>
          </a:prstGeom>
          <a:solidFill>
            <a:srgbClr val="D5D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1515725" y="3687068"/>
            <a:ext cx="9525" cy="2046982"/>
          </a:xfrm>
          <a:prstGeom prst="rect">
            <a:avLst/>
          </a:prstGeom>
          <a:solidFill>
            <a:srgbClr val="D5D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0205293" y="3782318"/>
            <a:ext cx="127233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75" b="1" kern="0" spc="122" dirty="0">
                <a:solidFill>
                  <a:srgbClr val="5B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EXPLICIT · HIGH COST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6867525" y="3820418"/>
            <a:ext cx="1284684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1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control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6867525" y="4290120"/>
            <a:ext cx="4495800" cy="9525"/>
          </a:xfrm>
          <a:prstGeom prst="rect">
            <a:avLst/>
          </a:prstGeom>
          <a:solidFill>
            <a:srgbClr val="000000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867525" y="4066133"/>
            <a:ext cx="4630674" cy="185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863" i="1" dirty="0">
                <a:solidFill>
                  <a:srgbClr val="3D23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produces the draft. Engineer verifies before it ships.</a:t>
            </a:r>
            <a:endParaRPr lang="en-US" sz="863" dirty="0"/>
          </a:p>
        </p:txBody>
      </p:sp>
      <p:sp>
        <p:nvSpPr>
          <p:cNvPr id="41" name="Text 39"/>
          <p:cNvSpPr/>
          <p:nvPr/>
        </p:nvSpPr>
        <p:spPr>
          <a:xfrm>
            <a:off x="6765925" y="4375845"/>
            <a:ext cx="4673600" cy="578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Hydraulic / process calc spot-checks</a:t>
            </a:r>
            <a:endParaRPr lang="en-US" sz="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 reports &amp; permit submittals</a:t>
            </a:r>
            <a:endParaRPr lang="en-US" sz="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Inspection QC (today’s activity)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905000" y="5734050"/>
            <a:ext cx="9620250" cy="9525"/>
          </a:xfrm>
          <a:prstGeom prst="rect">
            <a:avLst/>
          </a:prstGeom>
          <a:solidFill>
            <a:srgbClr val="C9D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773359" y="5838825"/>
            <a:ext cx="45196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825" b="1" kern="0" spc="33" dirty="0">
                <a:solidFill>
                  <a:srgbClr val="6E4F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— minor inefficiencies, easy to catch</a:t>
            </a:r>
            <a:endParaRPr lang="en-US" sz="825" dirty="0"/>
          </a:p>
        </p:txBody>
      </p:sp>
      <p:sp>
        <p:nvSpPr>
          <p:cNvPr id="44" name="Text 42"/>
          <p:cNvSpPr/>
          <p:nvPr/>
        </p:nvSpPr>
        <p:spPr>
          <a:xfrm>
            <a:off x="6388298" y="5801767"/>
            <a:ext cx="653504" cy="255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13" b="1" kern="0" spc="128" dirty="0">
                <a:solidFill>
                  <a:srgbClr val="7777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OF ERRORS →</a:t>
            </a:r>
            <a:endParaRPr lang="en-US" sz="713" dirty="0"/>
          </a:p>
        </p:txBody>
      </p:sp>
      <p:sp>
        <p:nvSpPr>
          <p:cNvPr id="45" name="Text 43"/>
          <p:cNvSpPr/>
          <p:nvPr/>
        </p:nvSpPr>
        <p:spPr>
          <a:xfrm>
            <a:off x="7137053" y="5838825"/>
            <a:ext cx="451984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3" dirty="0">
                <a:solidFill>
                  <a:srgbClr val="8B3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— regulatory, financial, or public-safety risk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666750" y="6076950"/>
            <a:ext cx="1118425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13" kern="0" spc="29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 adapted from Bharat N. Anand &amp; Andy Wu (Harvard Business Review) · examples tailored to water-utility work.</a:t>
            </a:r>
            <a:endParaRPr lang="en-US" sz="713" dirty="0"/>
          </a:p>
        </p:txBody>
      </p:sp>
      <p:sp>
        <p:nvSpPr>
          <p:cNvPr id="47" name="Text 45"/>
          <p:cNvSpPr/>
          <p:nvPr/>
        </p:nvSpPr>
        <p:spPr>
          <a:xfrm>
            <a:off x="400050" y="6505575"/>
            <a:ext cx="510927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b="1" kern="0" spc="225" dirty="0">
                <a:solidFill>
                  <a:srgbClr val="9AA4B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08 / 11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600"/>
            <a:ext cx="1098804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206" dirty="0">
                <a:solidFill>
                  <a:srgbClr val="15A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 FOR WATER ENGINEERS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762000" y="866775"/>
            <a:ext cx="10988040" cy="45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150" dirty="0">
                <a:solidFill>
                  <a:srgbClr val="01206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Guardrails — </a:t>
            </a:r>
            <a:r>
              <a:rPr lang="en-US" sz="3150" b="1" dirty="0">
                <a:solidFill>
                  <a:srgbClr val="01206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what to do, and what not to.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762000" y="1343918"/>
            <a:ext cx="863346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lowers the cost of producing work, not the cost of being wrong. Public health, regulatory compliance, and our PE stamp don’t change. These are the rules of the road.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62000" y="1940123"/>
            <a:ext cx="5238750" cy="304264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1525" y="1949648"/>
            <a:ext cx="5219700" cy="561975"/>
          </a:xfrm>
          <a:prstGeom prst="rect">
            <a:avLst/>
          </a:prstGeom>
          <a:solidFill>
            <a:srgbClr val="E8F6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1525" y="2502098"/>
            <a:ext cx="5219700" cy="9525"/>
          </a:xfrm>
          <a:prstGeom prst="rect">
            <a:avLst/>
          </a:prstGeom>
          <a:solidFill>
            <a:srgbClr val="B7D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2025" y="2082998"/>
            <a:ext cx="285750" cy="285750"/>
          </a:xfrm>
          <a:prstGeom prst="ellipse">
            <a:avLst/>
          </a:prstGeom>
          <a:solidFill>
            <a:srgbClr val="0F6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23925" y="2082998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43025" y="2142083"/>
            <a:ext cx="1146274" cy="205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1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use AI for…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05710" y="2159198"/>
            <a:ext cx="67121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135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AUGMENT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71575" y="2644973"/>
            <a:ext cx="4774311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01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Drafts you will review. </a:t>
            </a:r>
            <a:r>
              <a:rPr lang="en-US" sz="975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Memos, TM sections, outreach copy, meeting notes — treat output as a junior engineer’s first pass.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171575" y="3099197"/>
            <a:ext cx="4774311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01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Searching your own documents. </a:t>
            </a:r>
            <a:r>
              <a:rPr lang="en-US" sz="975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over your specs, standards, and prior projects — grounded answers with citations.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171575" y="3553420"/>
            <a:ext cx="4774311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01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extraction. </a:t>
            </a:r>
            <a:r>
              <a:rPr lang="en-US" sz="975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Pulling fields out of PDFs, reports, and inspection forms into a database.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1171575" y="4007644"/>
            <a:ext cx="4774311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01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QC &amp; consistency checks. </a:t>
            </a:r>
            <a:r>
              <a:rPr lang="en-US" sz="975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Flagging contradictions, vague language, terminology drift — humans still decide.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171575" y="4461867"/>
            <a:ext cx="4774311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01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Translation &amp; accessibility. </a:t>
            </a:r>
            <a:r>
              <a:rPr lang="en-US" sz="975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Bilingual field crews, plain-language summaries of technical content.</a:t>
            </a:r>
            <a:endParaRPr lang="en-US" sz="975" dirty="0"/>
          </a:p>
        </p:txBody>
      </p:sp>
      <p:sp>
        <p:nvSpPr>
          <p:cNvPr id="17" name="Shape 15"/>
          <p:cNvSpPr/>
          <p:nvPr/>
        </p:nvSpPr>
        <p:spPr>
          <a:xfrm>
            <a:off x="6191250" y="1940123"/>
            <a:ext cx="5238750" cy="304264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00775" y="1949648"/>
            <a:ext cx="5219700" cy="561975"/>
          </a:xfrm>
          <a:prstGeom prst="rect">
            <a:avLst/>
          </a:prstGeom>
          <a:solidFill>
            <a:srgbClr val="FBE7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00775" y="2502098"/>
            <a:ext cx="5219700" cy="9525"/>
          </a:xfrm>
          <a:prstGeom prst="rect">
            <a:avLst/>
          </a:prstGeom>
          <a:solidFill>
            <a:srgbClr val="E9B6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91275" y="2082998"/>
            <a:ext cx="285750" cy="285750"/>
          </a:xfrm>
          <a:prstGeom prst="ellipse">
            <a:avLst/>
          </a:prstGeom>
          <a:solidFill>
            <a:srgbClr val="B23A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53175" y="2082998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✕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72275" y="2142083"/>
            <a:ext cx="1341983" cy="205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1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Don’t use AI for…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24877" y="2159198"/>
            <a:ext cx="38129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135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600825" y="2644973"/>
            <a:ext cx="4774311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01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Sealed engineering decisions. </a:t>
            </a:r>
            <a:r>
              <a:rPr lang="en-US" sz="975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design values, sizing, and stamped calcs are the PE’s — not the model’s.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6600825" y="3099197"/>
            <a:ext cx="4774311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01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Anything safety- or compliance-critical, unverified. </a:t>
            </a:r>
            <a:r>
              <a:rPr lang="en-US" sz="975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Permit numbers, regulatory limits, alarm setpoints — always confirm against source.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6600825" y="3553420"/>
            <a:ext cx="4774311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01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/ utility data on public tools. </a:t>
            </a:r>
            <a:r>
              <a:rPr lang="en-US" sz="975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sanctioned, contracted environments. No client PII, SCADA data, or rate models in consumer chatbots.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6600825" y="4007644"/>
            <a:ext cx="4774311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01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control without a human in the loop. </a:t>
            </a:r>
            <a:r>
              <a:rPr lang="en-US" sz="975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closed-loop control of pumps, valves, or chemical dosing.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6600825" y="4461867"/>
            <a:ext cx="4774311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01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Hiding the assist. </a:t>
            </a:r>
            <a:r>
              <a:rPr lang="en-US" sz="975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an AI helped produce the work, your QC process should know — and so should the deliverable’s reviewer.</a:t>
            </a:r>
            <a:endParaRPr lang="en-US" sz="975" dirty="0"/>
          </a:p>
        </p:txBody>
      </p:sp>
      <p:sp>
        <p:nvSpPr>
          <p:cNvPr id="29" name="Shape 27"/>
          <p:cNvSpPr/>
          <p:nvPr/>
        </p:nvSpPr>
        <p:spPr>
          <a:xfrm>
            <a:off x="762000" y="5154216"/>
            <a:ext cx="10668000" cy="9525"/>
          </a:xfrm>
          <a:prstGeom prst="rect">
            <a:avLst/>
          </a:prstGeom>
          <a:solidFill>
            <a:srgbClr val="D5D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62000" y="5297091"/>
            <a:ext cx="28575" cy="533400"/>
          </a:xfrm>
          <a:prstGeom prst="rect">
            <a:avLst/>
          </a:prstGeom>
          <a:solidFill>
            <a:srgbClr val="003C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23925" y="5297091"/>
            <a:ext cx="34043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b="1" kern="0" spc="18" dirty="0">
                <a:solidFill>
                  <a:srgbClr val="01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 it.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23925" y="5497116"/>
            <a:ext cx="331189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answer should trace back to a source — a doc, a database row, a measured value.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362450" y="5297091"/>
            <a:ext cx="28575" cy="533400"/>
          </a:xfrm>
          <a:prstGeom prst="rect">
            <a:avLst/>
          </a:prstGeom>
          <a:solidFill>
            <a:srgbClr val="FAA4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24375" y="5297091"/>
            <a:ext cx="34043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b="1" kern="0" spc="18" dirty="0">
                <a:solidFill>
                  <a:srgbClr val="01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Humans decide.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24375" y="5497116"/>
            <a:ext cx="27847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agent advises. The engineer signs the deliverable.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962900" y="5297091"/>
            <a:ext cx="28575" cy="533400"/>
          </a:xfrm>
          <a:prstGeom prst="rect">
            <a:avLst/>
          </a:prstGeom>
          <a:solidFill>
            <a:srgbClr val="1CBE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124825" y="5297091"/>
            <a:ext cx="34043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b="1" kern="0" spc="18" dirty="0">
                <a:solidFill>
                  <a:srgbClr val="01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small, prove it.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124825" y="5497116"/>
            <a:ext cx="29458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 on low-stakes work. Earn the right to expand scope.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00050" y="6505575"/>
            <a:ext cx="510927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b="1" kern="0" spc="225" dirty="0">
                <a:solidFill>
                  <a:srgbClr val="9AA4B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09 / 11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rcRect/>
          <a:stretch/>
        </p:blipFill>
        <p:spPr>
          <a:xfrm>
            <a:off x="0" y="4191000"/>
            <a:ext cx="12192000" cy="266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704850"/>
            <a:ext cx="1079182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206" dirty="0">
                <a:solidFill>
                  <a:srgbClr val="FAA4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PRINCIPLE TO TAKE INTO THE ACTIVITY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857250" y="1019175"/>
            <a:ext cx="10248412" cy="1973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Start with a </a:t>
            </a:r>
            <a:r>
              <a:rPr lang="en-US" sz="3150" b="1" dirty="0">
                <a:solidFill>
                  <a:srgbClr val="15A3EB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well-written prompt (aka prompt engineering).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Add grounding when we need additional data for context. Add additional tools only when needed (less is more).</a:t>
            </a:r>
            <a:endParaRPr lang="en-US" sz="3150" dirty="0"/>
          </a:p>
        </p:txBody>
      </p:sp>
      <p:sp>
        <p:nvSpPr>
          <p:cNvPr id="5" name="Shape 2"/>
          <p:cNvSpPr/>
          <p:nvPr/>
        </p:nvSpPr>
        <p:spPr>
          <a:xfrm>
            <a:off x="857250" y="3011397"/>
            <a:ext cx="3390900" cy="174664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57250" y="4801791"/>
            <a:ext cx="33909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57250" y="3064669"/>
            <a:ext cx="3390900" cy="28575"/>
          </a:xfrm>
          <a:prstGeom prst="rect">
            <a:avLst/>
          </a:prstGeom>
          <a:solidFill>
            <a:srgbClr val="15A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57250" y="3064669"/>
            <a:ext cx="9525" cy="1746647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238625" y="3064669"/>
            <a:ext cx="9525" cy="1746647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76325" y="3302794"/>
            <a:ext cx="304133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dirty="0">
                <a:solidFill>
                  <a:srgbClr val="15A3EB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01</a:t>
            </a:r>
            <a:endParaRPr lang="en-US" sz="3150" dirty="0"/>
          </a:p>
        </p:txBody>
      </p:sp>
      <p:sp>
        <p:nvSpPr>
          <p:cNvPr id="11" name="Text 8"/>
          <p:cNvSpPr/>
          <p:nvPr/>
        </p:nvSpPr>
        <p:spPr>
          <a:xfrm>
            <a:off x="1076325" y="3711773"/>
            <a:ext cx="2952750" cy="665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 quality, LLM hallucinations and knowledge limits are the bottlenecks.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76325" y="4353818"/>
            <a:ext cx="304133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 dirty="0">
                <a:solidFill>
                  <a:srgbClr val="CFE1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great LLM with poor chunking beats a small model every time. </a:t>
            </a:r>
            <a:endParaRPr lang="en-US" sz="975" dirty="0"/>
          </a:p>
        </p:txBody>
      </p:sp>
      <p:sp>
        <p:nvSpPr>
          <p:cNvPr id="13" name="Shape 10"/>
          <p:cNvSpPr/>
          <p:nvPr/>
        </p:nvSpPr>
        <p:spPr>
          <a:xfrm>
            <a:off x="4400550" y="3064669"/>
            <a:ext cx="3390900" cy="174664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400550" y="4801791"/>
            <a:ext cx="33909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400550" y="3064669"/>
            <a:ext cx="3390900" cy="28575"/>
          </a:xfrm>
          <a:prstGeom prst="rect">
            <a:avLst/>
          </a:prstGeom>
          <a:solidFill>
            <a:srgbClr val="FAA4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400550" y="3064669"/>
            <a:ext cx="9525" cy="1746647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781925" y="3064669"/>
            <a:ext cx="9525" cy="1746647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619625" y="3302794"/>
            <a:ext cx="304133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dirty="0">
                <a:solidFill>
                  <a:srgbClr val="FAA41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02</a:t>
            </a:r>
            <a:endParaRPr lang="en-US" sz="3150" dirty="0"/>
          </a:p>
        </p:txBody>
      </p:sp>
      <p:sp>
        <p:nvSpPr>
          <p:cNvPr id="19" name="Text 16"/>
          <p:cNvSpPr/>
          <p:nvPr/>
        </p:nvSpPr>
        <p:spPr>
          <a:xfrm>
            <a:off x="4619625" y="3759993"/>
            <a:ext cx="2914650" cy="591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Grounding constraints are non-negotiable.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619625" y="4201716"/>
            <a:ext cx="304133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 dirty="0">
                <a:solidFill>
                  <a:srgbClr val="CFE1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engineering, a </a:t>
            </a:r>
            <a:r>
              <a:rPr lang="en-US" sz="97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 wrong answer </a:t>
            </a:r>
            <a:r>
              <a:rPr lang="en-US" sz="975" dirty="0">
                <a:solidFill>
                  <a:srgbClr val="CFE1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worse than no answer at all.</a:t>
            </a:r>
            <a:endParaRPr lang="en-US" sz="975" dirty="0"/>
          </a:p>
        </p:txBody>
      </p:sp>
      <p:sp>
        <p:nvSpPr>
          <p:cNvPr id="21" name="Shape 18"/>
          <p:cNvSpPr/>
          <p:nvPr/>
        </p:nvSpPr>
        <p:spPr>
          <a:xfrm>
            <a:off x="7943850" y="3064669"/>
            <a:ext cx="3390900" cy="174664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7943850" y="4801791"/>
            <a:ext cx="33909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7943850" y="3064669"/>
            <a:ext cx="3390900" cy="28575"/>
          </a:xfrm>
          <a:prstGeom prst="rect">
            <a:avLst/>
          </a:prstGeom>
          <a:solidFill>
            <a:srgbClr val="1CBE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7943850" y="3064669"/>
            <a:ext cx="9525" cy="1746647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11325225" y="3064669"/>
            <a:ext cx="9525" cy="1746647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162925" y="3302794"/>
            <a:ext cx="304133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dirty="0">
                <a:solidFill>
                  <a:srgbClr val="1CBEA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03</a:t>
            </a:r>
            <a:endParaRPr lang="en-US" sz="3150" dirty="0"/>
          </a:p>
        </p:txBody>
      </p:sp>
      <p:sp>
        <p:nvSpPr>
          <p:cNvPr id="27" name="Text 24"/>
          <p:cNvSpPr/>
          <p:nvPr/>
        </p:nvSpPr>
        <p:spPr>
          <a:xfrm>
            <a:off x="8162925" y="3759994"/>
            <a:ext cx="3041332" cy="591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right agent is the simplest one that works.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166259" y="4311514"/>
            <a:ext cx="304133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 dirty="0">
                <a:solidFill>
                  <a:srgbClr val="CFE1F6"/>
                </a:solidFill>
                <a:latin typeface="Segoe UI" pitchFamily="34" charset="0"/>
                <a:cs typeface="Segoe UI" pitchFamily="34" charset="-120"/>
              </a:rPr>
              <a:t>We don’t always need RAG or an agent or agents.</a:t>
            </a:r>
            <a:endParaRPr lang="en-US" sz="975" dirty="0"/>
          </a:p>
        </p:txBody>
      </p:sp>
      <p:sp>
        <p:nvSpPr>
          <p:cNvPr id="29" name="Shape 26"/>
          <p:cNvSpPr/>
          <p:nvPr/>
        </p:nvSpPr>
        <p:spPr>
          <a:xfrm>
            <a:off x="857250" y="5039916"/>
            <a:ext cx="104775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57250" y="5220891"/>
            <a:ext cx="74652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CFE1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Progression:</a:t>
            </a:r>
            <a:endParaRPr lang="en-US" sz="975" dirty="0"/>
          </a:p>
        </p:txBody>
      </p:sp>
      <p:sp>
        <p:nvSpPr>
          <p:cNvPr id="31" name="Text 28"/>
          <p:cNvSpPr/>
          <p:nvPr/>
        </p:nvSpPr>
        <p:spPr>
          <a:xfrm>
            <a:off x="1660922" y="5230416"/>
            <a:ext cx="64442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15A3E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PROMPT</a:t>
            </a:r>
            <a:endParaRPr lang="en-US" sz="975" dirty="0"/>
          </a:p>
        </p:txBody>
      </p:sp>
      <p:sp>
        <p:nvSpPr>
          <p:cNvPr id="32" name="Text 29"/>
          <p:cNvSpPr/>
          <p:nvPr/>
        </p:nvSpPr>
        <p:spPr>
          <a:xfrm>
            <a:off x="2324398" y="5230416"/>
            <a:ext cx="22234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FAA41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→</a:t>
            </a:r>
            <a:endParaRPr lang="en-US" sz="975" dirty="0"/>
          </a:p>
        </p:txBody>
      </p:sp>
      <p:sp>
        <p:nvSpPr>
          <p:cNvPr id="33" name="Text 30"/>
          <p:cNvSpPr/>
          <p:nvPr/>
        </p:nvSpPr>
        <p:spPr>
          <a:xfrm>
            <a:off x="2565797" y="5230416"/>
            <a:ext cx="36864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15A3E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RAG</a:t>
            </a:r>
            <a:endParaRPr lang="en-US" sz="975" dirty="0"/>
          </a:p>
        </p:txBody>
      </p:sp>
      <p:sp>
        <p:nvSpPr>
          <p:cNvPr id="34" name="Text 31"/>
          <p:cNvSpPr/>
          <p:nvPr/>
        </p:nvSpPr>
        <p:spPr>
          <a:xfrm>
            <a:off x="2953494" y="5230416"/>
            <a:ext cx="22234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FAA41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→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3194893" y="5230416"/>
            <a:ext cx="9740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15A3E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MULTIMODAL</a:t>
            </a:r>
            <a:endParaRPr lang="en-US" sz="975" dirty="0"/>
          </a:p>
        </p:txBody>
      </p:sp>
      <p:sp>
        <p:nvSpPr>
          <p:cNvPr id="36" name="Text 33"/>
          <p:cNvSpPr/>
          <p:nvPr/>
        </p:nvSpPr>
        <p:spPr>
          <a:xfrm>
            <a:off x="7973764" y="5230416"/>
            <a:ext cx="34618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206" dirty="0">
                <a:solidFill>
                  <a:srgbClr val="7A89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 · CAROLLO ENGINEERS · ACE 2026</a:t>
            </a:r>
            <a:endParaRPr lang="en-US" sz="825" dirty="0"/>
          </a:p>
        </p:txBody>
      </p:sp>
      <p:sp>
        <p:nvSpPr>
          <p:cNvPr id="38" name="Text 35"/>
          <p:cNvSpPr/>
          <p:nvPr/>
        </p:nvSpPr>
        <p:spPr>
          <a:xfrm>
            <a:off x="10534352" y="6524625"/>
            <a:ext cx="662434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b="1" kern="0" spc="225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CAROLLO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11196786" y="6524625"/>
            <a:ext cx="126504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b="1" kern="0" spc="225" dirty="0">
                <a:solidFill>
                  <a:srgbClr val="15A3E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/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11323290" y="6524625"/>
            <a:ext cx="58296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b="1" kern="0" spc="225" dirty="0">
                <a:solidFill>
                  <a:srgbClr val="15A3E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DIGITAL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2"/>
          <p:cNvSpPr/>
          <p:nvPr/>
        </p:nvSpPr>
        <p:spPr>
          <a:xfrm>
            <a:off x="914146" y="1650653"/>
            <a:ext cx="5153025" cy="28509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23671" y="1660178"/>
            <a:ext cx="5133975" cy="917972"/>
          </a:xfrm>
          <a:prstGeom prst="rect">
            <a:avLst/>
          </a:prstGeom>
          <a:solidFill>
            <a:srgbClr val="01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52271" y="1945928"/>
            <a:ext cx="2033290" cy="498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Stormwater Inspection </a:t>
            </a:r>
            <a:r>
              <a:rPr lang="en-US" sz="1650" b="1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QC Tool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4990995" y="2197150"/>
            <a:ext cx="838051" cy="209550"/>
          </a:xfrm>
          <a:prstGeom prst="rect">
            <a:avLst/>
          </a:prstGeom>
          <a:solidFill>
            <a:srgbClr val="15A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67195" y="2235250"/>
            <a:ext cx="76185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rgbClr val="01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INSPECTOR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031621" y="2749600"/>
            <a:ext cx="4892675" cy="120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 a QR code → load an asset record</a:t>
            </a:r>
            <a:endParaRPr lang="en-US" sz="97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975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an inspection report (rating + notes + photo)</a:t>
            </a:r>
            <a:endParaRPr lang="en-US" sz="97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975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 the 3-layer agent review in real time</a:t>
            </a:r>
            <a:endParaRPr lang="en-US" sz="97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975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between Layer 1, 2, and 3 to compare</a:t>
            </a:r>
            <a:endParaRPr lang="en-US" sz="97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975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the contradiction, vague-text, and Spanish scenarios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923671" y="4053929"/>
            <a:ext cx="5133975" cy="43815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23671" y="4053929"/>
            <a:ext cx="5133975" cy="9525"/>
          </a:xfrm>
          <a:prstGeom prst="rect">
            <a:avLst/>
          </a:prstGeom>
          <a:solidFill>
            <a:srgbClr val="D5D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33221" y="4196804"/>
            <a:ext cx="486889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5" dirty="0">
                <a:solidFill>
                  <a:srgbClr val="012060"/>
                </a:solidFill>
                <a:highlight>
                  <a:srgbClr val="F4F7F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You are the </a:t>
            </a:r>
            <a:r>
              <a:rPr lang="en-US" sz="975" b="1" kern="0" spc="5" dirty="0">
                <a:solidFill>
                  <a:srgbClr val="003C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inspector — and the observer.</a:t>
            </a:r>
            <a:endParaRPr lang="en-US" sz="975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0903AA-148F-80D4-F533-231423617118}"/>
              </a:ext>
            </a:extLst>
          </p:cNvPr>
          <p:cNvSpPr txBox="1"/>
          <p:nvPr/>
        </p:nvSpPr>
        <p:spPr>
          <a:xfrm>
            <a:off x="6908800" y="1578708"/>
            <a:ext cx="4634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QR Code PLACE HOLDER</a:t>
            </a:r>
          </a:p>
        </p:txBody>
      </p:sp>
      <p:sp>
        <p:nvSpPr>
          <p:cNvPr id="29" name="Title 28">
            <a:extLst>
              <a:ext uri="{FF2B5EF4-FFF2-40B4-BE49-F238E27FC236}">
                <a16:creationId xmlns:a16="http://schemas.microsoft.com/office/drawing/2014/main" id="{146816D7-C5A2-0B08-B224-27677AAC9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270" y="438912"/>
            <a:ext cx="9025128" cy="968346"/>
          </a:xfrm>
        </p:spPr>
        <p:txBody>
          <a:bodyPr/>
          <a:lstStyle/>
          <a:p>
            <a:r>
              <a:rPr lang="en-US" dirty="0"/>
              <a:t>Hands-on Activity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57250" y="962025"/>
            <a:ext cx="10791825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300" dirty="0">
                <a:solidFill>
                  <a:srgbClr val="01206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Three </a:t>
            </a:r>
            <a:r>
              <a:rPr lang="en-US" sz="3300" b="1" dirty="0">
                <a:solidFill>
                  <a:srgbClr val="01206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layers </a:t>
            </a:r>
            <a:r>
              <a:rPr lang="en-US" sz="3300" dirty="0">
                <a:solidFill>
                  <a:srgbClr val="01206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of agent capability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57250" y="1459111"/>
            <a:ext cx="1079182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You’ll switch between these layers in today’s activity — start simple, add capability only when you need it.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57250" y="1868686"/>
            <a:ext cx="10477500" cy="11191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6775" y="1878211"/>
            <a:ext cx="838200" cy="1100138"/>
          </a:xfrm>
          <a:prstGeom prst="rect">
            <a:avLst/>
          </a:prstGeom>
          <a:solidFill>
            <a:srgbClr val="01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666875" y="1878211"/>
            <a:ext cx="38100" cy="1100138"/>
          </a:xfrm>
          <a:prstGeom prst="rect">
            <a:avLst/>
          </a:prstGeom>
          <a:solidFill>
            <a:srgbClr val="FAA4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75147" y="2013942"/>
            <a:ext cx="259556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</a:t>
            </a:r>
            <a:endParaRPr lang="en-US" sz="4050" dirty="0"/>
          </a:p>
        </p:txBody>
      </p:sp>
      <p:sp>
        <p:nvSpPr>
          <p:cNvPr id="9" name="Text 7"/>
          <p:cNvSpPr/>
          <p:nvPr/>
        </p:nvSpPr>
        <p:spPr>
          <a:xfrm>
            <a:off x="1112044" y="2671167"/>
            <a:ext cx="385763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75" b="1" kern="0" spc="135" dirty="0">
                <a:solidFill>
                  <a:srgbClr val="15A3EB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LAYER</a:t>
            </a:r>
            <a:endParaRPr lang="en-US" sz="675" dirty="0"/>
          </a:p>
        </p:txBody>
      </p:sp>
      <p:sp>
        <p:nvSpPr>
          <p:cNvPr id="10" name="Shape 8"/>
          <p:cNvSpPr/>
          <p:nvPr/>
        </p:nvSpPr>
        <p:spPr>
          <a:xfrm>
            <a:off x="5703838" y="1878211"/>
            <a:ext cx="9525" cy="1100138"/>
          </a:xfrm>
          <a:prstGeom prst="rect">
            <a:avLst/>
          </a:prstGeom>
          <a:solidFill>
            <a:srgbClr val="D5D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14525" y="2196405"/>
            <a:ext cx="3687156" cy="235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1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Prompt-Only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914525" y="2469654"/>
            <a:ext cx="477292" cy="190500"/>
          </a:xfrm>
          <a:prstGeom prst="rect">
            <a:avLst/>
          </a:prstGeom>
          <a:solidFill>
            <a:srgbClr val="E6EE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990725" y="2498229"/>
            <a:ext cx="40109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38" dirty="0">
                <a:solidFill>
                  <a:srgbClr val="003C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Clarity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448967" y="2469654"/>
            <a:ext cx="1139428" cy="190500"/>
          </a:xfrm>
          <a:prstGeom prst="rect">
            <a:avLst/>
          </a:prstGeom>
          <a:solidFill>
            <a:srgbClr val="E6EE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25167" y="2498229"/>
            <a:ext cx="106322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38" dirty="0">
                <a:solidFill>
                  <a:srgbClr val="003C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Internal consistency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645545" y="2469654"/>
            <a:ext cx="1091505" cy="190500"/>
          </a:xfrm>
          <a:prstGeom prst="rect">
            <a:avLst/>
          </a:prstGeom>
          <a:solidFill>
            <a:srgbClr val="E6EE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21745" y="2498229"/>
            <a:ext cx="101530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38" dirty="0">
                <a:solidFill>
                  <a:srgbClr val="003C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 handling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713363" y="1878211"/>
            <a:ext cx="5611713" cy="1100138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22913" y="2049661"/>
            <a:ext cx="534839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50" b="1" kern="0" spc="165" dirty="0">
                <a:solidFill>
                  <a:srgbClr val="003C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922913" y="2259211"/>
            <a:ext cx="26453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“Looks rough” → flagged for vagueness. Rating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922913" y="2435423"/>
            <a:ext cx="534839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 b="1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5922913" y="2630686"/>
            <a:ext cx="50551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damage notes → flagged for contradiction. Spanish notes → translated automatically.</a:t>
            </a:r>
            <a:endParaRPr lang="en-US" sz="975" dirty="0"/>
          </a:p>
        </p:txBody>
      </p:sp>
      <p:sp>
        <p:nvSpPr>
          <p:cNvPr id="23" name="Shape 21"/>
          <p:cNvSpPr/>
          <p:nvPr/>
        </p:nvSpPr>
        <p:spPr>
          <a:xfrm>
            <a:off x="857250" y="3083123"/>
            <a:ext cx="10477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66775" y="3092648"/>
            <a:ext cx="838200" cy="1123950"/>
          </a:xfrm>
          <a:prstGeom prst="rect">
            <a:avLst/>
          </a:prstGeom>
          <a:solidFill>
            <a:srgbClr val="003C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666875" y="3092648"/>
            <a:ext cx="38100" cy="1123950"/>
          </a:xfrm>
          <a:prstGeom prst="rect">
            <a:avLst/>
          </a:prstGeom>
          <a:solidFill>
            <a:srgbClr val="FAA4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34219" y="3240286"/>
            <a:ext cx="341263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</a:t>
            </a:r>
            <a:endParaRPr lang="en-US" sz="4050" dirty="0"/>
          </a:p>
        </p:txBody>
      </p:sp>
      <p:sp>
        <p:nvSpPr>
          <p:cNvPr id="27" name="Text 25"/>
          <p:cNvSpPr/>
          <p:nvPr/>
        </p:nvSpPr>
        <p:spPr>
          <a:xfrm>
            <a:off x="1112044" y="3897511"/>
            <a:ext cx="385763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75" b="1" kern="0" spc="135" dirty="0">
                <a:solidFill>
                  <a:srgbClr val="15A3EB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LAYER</a:t>
            </a:r>
            <a:endParaRPr lang="en-US" sz="675" dirty="0"/>
          </a:p>
        </p:txBody>
      </p:sp>
      <p:sp>
        <p:nvSpPr>
          <p:cNvPr id="28" name="Shape 26"/>
          <p:cNvSpPr/>
          <p:nvPr/>
        </p:nvSpPr>
        <p:spPr>
          <a:xfrm>
            <a:off x="5703838" y="3092648"/>
            <a:ext cx="9525" cy="1123950"/>
          </a:xfrm>
          <a:prstGeom prst="rect">
            <a:avLst/>
          </a:prstGeom>
          <a:solidFill>
            <a:srgbClr val="D5D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914525" y="3298924"/>
            <a:ext cx="3687156" cy="235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1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RAG / Database lookup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1914525" y="3572173"/>
            <a:ext cx="1291977" cy="190500"/>
          </a:xfrm>
          <a:prstGeom prst="rect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990725" y="3600748"/>
            <a:ext cx="121577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38" dirty="0">
                <a:solidFill>
                  <a:srgbClr val="0972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Terminology validation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263652" y="3572173"/>
            <a:ext cx="1071860" cy="190500"/>
          </a:xfrm>
          <a:prstGeom prst="rect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339852" y="3600748"/>
            <a:ext cx="99566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38" dirty="0">
                <a:solidFill>
                  <a:srgbClr val="0972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Spatial plausibility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914525" y="3819823"/>
            <a:ext cx="1308646" cy="190500"/>
          </a:xfrm>
          <a:prstGeom prst="rect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990725" y="3848398"/>
            <a:ext cx="123244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38" dirty="0">
                <a:solidFill>
                  <a:srgbClr val="0972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Asset-not-found checks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713363" y="3092648"/>
            <a:ext cx="5611713" cy="112395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22913" y="3264098"/>
            <a:ext cx="534839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50" b="1" kern="0" spc="165" dirty="0">
                <a:solidFill>
                  <a:srgbClr val="003C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922913" y="3473648"/>
            <a:ext cx="17744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“Storm drain” gets corrected to</a:t>
            </a:r>
            <a:endParaRPr lang="en-US" sz="975" dirty="0"/>
          </a:p>
        </p:txBody>
      </p:sp>
      <p:sp>
        <p:nvSpPr>
          <p:cNvPr id="39" name="Shape 37"/>
          <p:cNvSpPr/>
          <p:nvPr/>
        </p:nvSpPr>
        <p:spPr>
          <a:xfrm>
            <a:off x="5922913" y="3649861"/>
            <a:ext cx="5192613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989588" y="3668911"/>
            <a:ext cx="521504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01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 Basin Inlet Type II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922913" y="3868936"/>
            <a:ext cx="39675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A QR code that resolves to the wrong asset triggers a plausibility flag.</a:t>
            </a:r>
            <a:endParaRPr lang="en-US" sz="975" dirty="0"/>
          </a:p>
        </p:txBody>
      </p:sp>
      <p:sp>
        <p:nvSpPr>
          <p:cNvPr id="42" name="Shape 40"/>
          <p:cNvSpPr/>
          <p:nvPr/>
        </p:nvSpPr>
        <p:spPr>
          <a:xfrm>
            <a:off x="857250" y="4321373"/>
            <a:ext cx="10477500" cy="11191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66775" y="4330898"/>
            <a:ext cx="838200" cy="1100138"/>
          </a:xfrm>
          <a:prstGeom prst="rect">
            <a:avLst/>
          </a:prstGeom>
          <a:solidFill>
            <a:srgbClr val="0972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666875" y="4330898"/>
            <a:ext cx="38100" cy="1100138"/>
          </a:xfrm>
          <a:prstGeom prst="rect">
            <a:avLst/>
          </a:prstGeom>
          <a:solidFill>
            <a:srgbClr val="FAA4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134219" y="4466630"/>
            <a:ext cx="341263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3</a:t>
            </a:r>
            <a:endParaRPr lang="en-US" sz="4050" dirty="0"/>
          </a:p>
        </p:txBody>
      </p:sp>
      <p:sp>
        <p:nvSpPr>
          <p:cNvPr id="46" name="Text 44"/>
          <p:cNvSpPr/>
          <p:nvPr/>
        </p:nvSpPr>
        <p:spPr>
          <a:xfrm>
            <a:off x="1112044" y="5123855"/>
            <a:ext cx="385763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75" b="1" kern="0" spc="135" dirty="0">
                <a:solidFill>
                  <a:srgbClr val="15A3EB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LAYER</a:t>
            </a:r>
            <a:endParaRPr lang="en-US" sz="675" dirty="0"/>
          </a:p>
        </p:txBody>
      </p:sp>
      <p:sp>
        <p:nvSpPr>
          <p:cNvPr id="47" name="Shape 45"/>
          <p:cNvSpPr/>
          <p:nvPr/>
        </p:nvSpPr>
        <p:spPr>
          <a:xfrm>
            <a:off x="5703838" y="4330898"/>
            <a:ext cx="9525" cy="1100138"/>
          </a:xfrm>
          <a:prstGeom prst="rect">
            <a:avLst/>
          </a:prstGeom>
          <a:solidFill>
            <a:srgbClr val="D5D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914525" y="4525268"/>
            <a:ext cx="3687156" cy="235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1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Multimodal Vision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1914525" y="4798516"/>
            <a:ext cx="863798" cy="190500"/>
          </a:xfrm>
          <a:prstGeom prst="rect">
            <a:avLst/>
          </a:prstGeom>
          <a:solidFill>
            <a:srgbClr val="FFF1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990725" y="4827091"/>
            <a:ext cx="78759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38" dirty="0">
                <a:solidFill>
                  <a:srgbClr val="8A5A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 analysis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835473" y="4798516"/>
            <a:ext cx="1363861" cy="190500"/>
          </a:xfrm>
          <a:prstGeom prst="rect">
            <a:avLst/>
          </a:prstGeom>
          <a:solidFill>
            <a:srgbClr val="FFF1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911673" y="4827091"/>
            <a:ext cx="128766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38" dirty="0">
                <a:solidFill>
                  <a:srgbClr val="8A5A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Cross-modal consistency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1914525" y="5046166"/>
            <a:ext cx="1324719" cy="190500"/>
          </a:xfrm>
          <a:prstGeom prst="rect">
            <a:avLst/>
          </a:prstGeom>
          <a:solidFill>
            <a:srgbClr val="FFF1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990725" y="5074741"/>
            <a:ext cx="124851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38" dirty="0">
                <a:solidFill>
                  <a:srgbClr val="8A5A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↔ text alignment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713363" y="4330898"/>
            <a:ext cx="5611713" cy="1100138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922913" y="4502348"/>
            <a:ext cx="534839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50" b="1" kern="0" spc="165" dirty="0">
                <a:solidFill>
                  <a:srgbClr val="003C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922913" y="4711898"/>
            <a:ext cx="21892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 shows corroded steel. Notes say</a:t>
            </a:r>
            <a:endParaRPr lang="en-US" sz="975" dirty="0"/>
          </a:p>
        </p:txBody>
      </p:sp>
      <p:sp>
        <p:nvSpPr>
          <p:cNvPr id="58" name="Text 56"/>
          <p:cNvSpPr/>
          <p:nvPr/>
        </p:nvSpPr>
        <p:spPr>
          <a:xfrm>
            <a:off x="5922913" y="4888111"/>
            <a:ext cx="534839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 i="1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“PVC, good condition.”</a:t>
            </a:r>
            <a:endParaRPr lang="en-US" sz="975" dirty="0"/>
          </a:p>
        </p:txBody>
      </p:sp>
      <p:sp>
        <p:nvSpPr>
          <p:cNvPr id="59" name="Text 57"/>
          <p:cNvSpPr/>
          <p:nvPr/>
        </p:nvSpPr>
        <p:spPr>
          <a:xfrm>
            <a:off x="5922913" y="5083373"/>
            <a:ext cx="21219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cross-modal contradiction flagged.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35000"/>
          </a:blip>
          <a:srcRect/>
          <a:stretch/>
        </p:blipFill>
        <p:spPr>
          <a:xfrm>
            <a:off x="8763000" y="-1143000"/>
            <a:ext cx="4953000" cy="495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7250" y="962025"/>
            <a:ext cx="8044815" cy="470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150" dirty="0">
                <a:solidFill>
                  <a:srgbClr val="01206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Why </a:t>
            </a:r>
            <a:r>
              <a:rPr lang="en-US" sz="3150" b="1" dirty="0">
                <a:solidFill>
                  <a:srgbClr val="01206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agents </a:t>
            </a:r>
            <a:r>
              <a:rPr lang="en-US" sz="3150" dirty="0">
                <a:solidFill>
                  <a:srgbClr val="01206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fit water utility workflows.</a:t>
            </a:r>
            <a:endParaRPr lang="en-US" sz="3150" dirty="0"/>
          </a:p>
        </p:txBody>
      </p:sp>
      <p:sp>
        <p:nvSpPr>
          <p:cNvPr id="5" name="Shape 2"/>
          <p:cNvSpPr/>
          <p:nvPr/>
        </p:nvSpPr>
        <p:spPr>
          <a:xfrm>
            <a:off x="857250" y="2194173"/>
            <a:ext cx="10477500" cy="9525"/>
          </a:xfrm>
          <a:prstGeom prst="rect">
            <a:avLst/>
          </a:prstGeom>
          <a:solidFill>
            <a:srgbClr val="D5D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57250" y="1527423"/>
            <a:ext cx="523894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01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form validators ask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57250" y="1746498"/>
            <a:ext cx="187761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50" dirty="0">
                <a:solidFill>
                  <a:srgbClr val="01206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“Is the field filled in?”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248400" y="1527423"/>
            <a:ext cx="523894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003C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agents ask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248400" y="1746498"/>
            <a:ext cx="218449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003CB9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“Does this make sense?”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857250" y="2451348"/>
            <a:ext cx="2519363" cy="2134573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038225" y="2651373"/>
            <a:ext cx="323850" cy="323850"/>
          </a:xfrm>
          <a:prstGeom prst="ellipse">
            <a:avLst/>
          </a:prstGeom>
          <a:ln w="19050">
            <a:solidFill>
              <a:srgbClr val="003C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19175" y="2670423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2" dirty="0">
                <a:solidFill>
                  <a:srgbClr val="003CB9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QC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038225" y="3070473"/>
            <a:ext cx="2233613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1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Meaning-based QC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038225" y="3299966"/>
            <a:ext cx="223361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Catches vague language, rating contradictions, terminology drift — things no schema validation can touch.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452813" y="2451348"/>
            <a:ext cx="2576513" cy="2134573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690937" y="2651373"/>
            <a:ext cx="323850" cy="323850"/>
          </a:xfrm>
          <a:prstGeom prst="ellipse">
            <a:avLst/>
          </a:prstGeom>
          <a:ln w="19050">
            <a:solidFill>
              <a:srgbClr val="15A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671887" y="2670423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2" dirty="0">
                <a:solidFill>
                  <a:srgbClr val="15A3E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690937" y="3070473"/>
            <a:ext cx="2233613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1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Multilingual crews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690937" y="3299966"/>
            <a:ext cx="223361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staff working in their second language. The agent translates, flags, and keeps data clean without manual review.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162675" y="2451348"/>
            <a:ext cx="2519364" cy="2134573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343650" y="2651373"/>
            <a:ext cx="323850" cy="323850"/>
          </a:xfrm>
          <a:prstGeom prst="ellipse">
            <a:avLst/>
          </a:prstGeom>
          <a:ln w="19050">
            <a:solidFill>
              <a:srgbClr val="FAA4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324600" y="2670423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2" dirty="0">
                <a:solidFill>
                  <a:srgbClr val="FAA41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{ }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343650" y="3070473"/>
            <a:ext cx="2233613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1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output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343650" y="3299966"/>
            <a:ext cx="223361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Returns typed JSON — severity, field, suggestion — not a paragraph. Your app renders it; your DB stores it.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815388" y="2451348"/>
            <a:ext cx="2519363" cy="2134573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996363" y="2651373"/>
            <a:ext cx="323850" cy="323850"/>
          </a:xfrm>
          <a:prstGeom prst="ellipse">
            <a:avLst/>
          </a:prstGeom>
          <a:ln w="19050">
            <a:solidFill>
              <a:srgbClr val="1CB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977313" y="2670423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2" dirty="0">
                <a:solidFill>
                  <a:srgbClr val="1CBEA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8996363" y="3070473"/>
            <a:ext cx="2233613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1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Advisor, not gatekeeper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8996363" y="3299966"/>
            <a:ext cx="223361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inspector still decides. The agent surfaces issues so humans make better choices — not to block submission.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arollo2023">
  <a:themeElements>
    <a:clrScheme name="Custom 1">
      <a:dk1>
        <a:srgbClr val="000000"/>
      </a:dk1>
      <a:lt1>
        <a:srgbClr val="FFFFFF"/>
      </a:lt1>
      <a:dk2>
        <a:srgbClr val="333333"/>
      </a:dk2>
      <a:lt2>
        <a:srgbClr val="E6E6E6"/>
      </a:lt2>
      <a:accent1>
        <a:srgbClr val="003CB9"/>
      </a:accent1>
      <a:accent2>
        <a:srgbClr val="15A3EB"/>
      </a:accent2>
      <a:accent3>
        <a:srgbClr val="012060"/>
      </a:accent3>
      <a:accent4>
        <a:srgbClr val="FAA41A"/>
      </a:accent4>
      <a:accent5>
        <a:srgbClr val="E6E6E6"/>
      </a:accent5>
      <a:accent6>
        <a:srgbClr val="1CBEA8"/>
      </a:accent6>
      <a:hlink>
        <a:srgbClr val="003CB9"/>
      </a:hlink>
      <a:folHlink>
        <a:srgbClr val="15A3EB"/>
      </a:folHlink>
    </a:clrScheme>
    <a:fontScheme name="Carollo Powerpoint Fonts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3CarolloPowerPointTemplate_Widescreen.potx" id="{A5AAAFC5-6EF3-4C3C-B658-0742EB385A2E}" vid="{8754D816-44FD-4134-8B1D-375C3699F86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B236F0BC1CFA43A66BAFF22A0F47BA" ma:contentTypeVersion="13" ma:contentTypeDescription="Create a new document." ma:contentTypeScope="" ma:versionID="cf189fbfebffffd45dd77df5b60ba26e">
  <xsd:schema xmlns:xsd="http://www.w3.org/2001/XMLSchema" xmlns:xs="http://www.w3.org/2001/XMLSchema" xmlns:p="http://schemas.microsoft.com/office/2006/metadata/properties" xmlns:ns2="726c6bfa-b97f-41eb-bdc4-41884846d7d3" xmlns:ns3="86ea402b-e96c-4a54-b9af-4a4cb808acd4" targetNamespace="http://schemas.microsoft.com/office/2006/metadata/properties" ma:root="true" ma:fieldsID="63f5d55d92b069d79abac7a84c95cd21" ns2:_="" ns3:_="">
    <xsd:import namespace="726c6bfa-b97f-41eb-bdc4-41884846d7d3"/>
    <xsd:import namespace="86ea402b-e96c-4a54-b9af-4a4cb808acd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6c6bfa-b97f-41eb-bdc4-41884846d7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155f827d-faa1-4e40-a58d-9959713bd0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ea402b-e96c-4a54-b9af-4a4cb808acd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36ea4e-1bad-4508-9706-90343ac48e09}" ma:internalName="TaxCatchAll" ma:showField="CatchAllData" ma:web="86ea402b-e96c-4a54-b9af-4a4cb808acd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26c6bfa-b97f-41eb-bdc4-41884846d7d3">
      <Terms xmlns="http://schemas.microsoft.com/office/infopath/2007/PartnerControls"/>
    </lcf76f155ced4ddcb4097134ff3c332f>
    <TaxCatchAll xmlns="86ea402b-e96c-4a54-b9af-4a4cb808acd4" xsi:nil="true"/>
  </documentManagement>
</p:properties>
</file>

<file path=customXml/itemProps1.xml><?xml version="1.0" encoding="utf-8"?>
<ds:datastoreItem xmlns:ds="http://schemas.openxmlformats.org/officeDocument/2006/customXml" ds:itemID="{23DBCE30-902D-4C69-A211-80C30911B1C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ED5067-7F58-4A89-AF50-B6ABD4E8DA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26c6bfa-b97f-41eb-bdc4-41884846d7d3"/>
    <ds:schemaRef ds:uri="86ea402b-e96c-4a54-b9af-4a4cb808acd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7D9550C-4B55-4CFA-9602-38A00F07749D}">
  <ds:schemaRefs>
    <ds:schemaRef ds:uri="http://schemas.microsoft.com/office/2006/metadata/properties"/>
    <ds:schemaRef ds:uri="http://schemas.microsoft.com/office/infopath/2007/PartnerControls"/>
    <ds:schemaRef ds:uri="726c6bfa-b97f-41eb-bdc4-41884846d7d3"/>
    <ds:schemaRef ds:uri="86ea402b-e96c-4a54-b9af-4a4cb808acd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1770</Words>
  <Application>Microsoft Office PowerPoint</Application>
  <PresentationFormat>Widescreen</PresentationFormat>
  <Paragraphs>291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Arial</vt:lpstr>
      <vt:lpstr>Arial Narrow</vt:lpstr>
      <vt:lpstr>Calibri</vt:lpstr>
      <vt:lpstr>Consolas</vt:lpstr>
      <vt:lpstr>Georgia</vt:lpstr>
      <vt:lpstr>Segoe UI</vt:lpstr>
      <vt:lpstr>Segoe UI Black</vt:lpstr>
      <vt:lpstr>Segoe UI Light</vt:lpstr>
      <vt:lpstr>Segoe UI Semibold</vt:lpstr>
      <vt:lpstr>Office Theme</vt:lpstr>
      <vt:lpstr>Carollo2023</vt:lpstr>
      <vt:lpstr>PowerPoint Presentation</vt:lpstr>
      <vt:lpstr>PowerPoint Presentation</vt:lpstr>
      <vt:lpstr>What We Just Learned — and Where We're Going Next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Hands-on Activity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Yoko Koyama</cp:lastModifiedBy>
  <cp:revision>1</cp:revision>
  <dcterms:created xsi:type="dcterms:W3CDTF">2026-05-19T13:53:36Z</dcterms:created>
  <dcterms:modified xsi:type="dcterms:W3CDTF">2026-05-19T16:29:01Z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0x010100D1B236F0BC1CFA43A66BAFF22A0F47BA</vt:lpwstr>
  </property>
</Properties>
</file>